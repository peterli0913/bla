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theme/theme14.xml" ContentType="application/vnd.openxmlformats-officedocument.theme+xml"/>
  <Override PartName="/ppt/theme/theme15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9" r:id="rId2"/>
    <p:sldMasterId id="2147483670" r:id="rId3"/>
    <p:sldMasterId id="2147483682" r:id="rId4"/>
    <p:sldMasterId id="2147483694" r:id="rId5"/>
    <p:sldMasterId id="2147483706" r:id="rId6"/>
    <p:sldMasterId id="2147483718" r:id="rId7"/>
    <p:sldMasterId id="2147483730" r:id="rId8"/>
    <p:sldMasterId id="2147483741" r:id="rId9"/>
    <p:sldMasterId id="2147483752" r:id="rId10"/>
    <p:sldMasterId id="2147483764" r:id="rId11"/>
    <p:sldMasterId id="2147483776" r:id="rId12"/>
    <p:sldMasterId id="2147483788" r:id="rId13"/>
    <p:sldMasterId id="2147483814" r:id="rId14"/>
  </p:sldMasterIdLst>
  <p:notesMasterIdLst>
    <p:notesMasterId r:id="rId21"/>
  </p:notesMasterIdLst>
  <p:sldIdLst>
    <p:sldId id="554" r:id="rId15"/>
    <p:sldId id="873" r:id="rId16"/>
    <p:sldId id="874" r:id="rId17"/>
    <p:sldId id="875" r:id="rId18"/>
    <p:sldId id="876" r:id="rId19"/>
    <p:sldId id="555" r:id="rId20"/>
  </p:sldIdLst>
  <p:sldSz cx="24384000" cy="13716000"/>
  <p:notesSz cx="6858000" cy="9144000"/>
  <p:defaultTextStyle>
    <a:defPPr>
      <a:defRPr lang="en-US"/>
    </a:defPPr>
    <a:lvl1pPr marL="0" lvl="0" indent="0" algn="l" defTabSz="8255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sz="2000" b="0" i="0" u="none" kern="1200" baseline="0">
        <a:solidFill>
          <a:srgbClr val="252D30"/>
        </a:solidFill>
        <a:latin typeface="Arial" panose="020B0604020202020204" pitchFamily="34" charset="0"/>
        <a:ea typeface="Arial" panose="020B0604020202020204" pitchFamily="34" charset="0"/>
        <a:cs typeface="+mn-cs"/>
        <a:sym typeface="Arial" panose="020B0604020202020204" pitchFamily="34" charset="0"/>
      </a:defRPr>
    </a:lvl1pPr>
    <a:lvl2pPr marL="0" lvl="1" indent="228600" algn="l" defTabSz="8255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sz="2000" b="0" i="0" u="none" kern="1200" baseline="0">
        <a:solidFill>
          <a:srgbClr val="252D30"/>
        </a:solidFill>
        <a:latin typeface="Arial" panose="020B0604020202020204" pitchFamily="34" charset="0"/>
        <a:ea typeface="Arial" panose="020B0604020202020204" pitchFamily="34" charset="0"/>
        <a:cs typeface="+mn-cs"/>
        <a:sym typeface="Arial" panose="020B0604020202020204" pitchFamily="34" charset="0"/>
      </a:defRPr>
    </a:lvl2pPr>
    <a:lvl3pPr marL="0" lvl="2" indent="457200" algn="l" defTabSz="8255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sz="2000" b="0" i="0" u="none" kern="1200" baseline="0">
        <a:solidFill>
          <a:srgbClr val="252D30"/>
        </a:solidFill>
        <a:latin typeface="Arial" panose="020B0604020202020204" pitchFamily="34" charset="0"/>
        <a:ea typeface="Arial" panose="020B0604020202020204" pitchFamily="34" charset="0"/>
        <a:cs typeface="+mn-cs"/>
        <a:sym typeface="Arial" panose="020B0604020202020204" pitchFamily="34" charset="0"/>
      </a:defRPr>
    </a:lvl3pPr>
    <a:lvl4pPr marL="0" lvl="3" indent="685800" algn="l" defTabSz="8255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sz="2000" b="0" i="0" u="none" kern="1200" baseline="0">
        <a:solidFill>
          <a:srgbClr val="252D30"/>
        </a:solidFill>
        <a:latin typeface="Arial" panose="020B0604020202020204" pitchFamily="34" charset="0"/>
        <a:ea typeface="Arial" panose="020B0604020202020204" pitchFamily="34" charset="0"/>
        <a:cs typeface="+mn-cs"/>
        <a:sym typeface="Arial" panose="020B0604020202020204" pitchFamily="34" charset="0"/>
      </a:defRPr>
    </a:lvl4pPr>
    <a:lvl5pPr marL="0" lvl="4" indent="914400" algn="l" defTabSz="8255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sz="2000" b="0" i="0" u="none" kern="1200" baseline="0">
        <a:solidFill>
          <a:srgbClr val="252D30"/>
        </a:solidFill>
        <a:latin typeface="Arial" panose="020B0604020202020204" pitchFamily="34" charset="0"/>
        <a:ea typeface="Arial" panose="020B0604020202020204" pitchFamily="34" charset="0"/>
        <a:cs typeface="+mn-cs"/>
        <a:sym typeface="Arial" panose="020B0604020202020204" pitchFamily="34" charset="0"/>
      </a:defRPr>
    </a:lvl5pPr>
    <a:lvl6pPr marL="2286000" lvl="5" indent="914400" algn="l" defTabSz="8255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sz="2000" b="0" i="0" u="none" kern="1200" baseline="0">
        <a:solidFill>
          <a:srgbClr val="252D30"/>
        </a:solidFill>
        <a:latin typeface="Arial" panose="020B0604020202020204" pitchFamily="34" charset="0"/>
        <a:ea typeface="Arial" panose="020B0604020202020204" pitchFamily="34" charset="0"/>
        <a:cs typeface="+mn-cs"/>
        <a:sym typeface="Arial" panose="020B0604020202020204" pitchFamily="34" charset="0"/>
      </a:defRPr>
    </a:lvl6pPr>
    <a:lvl7pPr marL="2743200" lvl="6" indent="914400" algn="l" defTabSz="8255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sz="2000" b="0" i="0" u="none" kern="1200" baseline="0">
        <a:solidFill>
          <a:srgbClr val="252D30"/>
        </a:solidFill>
        <a:latin typeface="Arial" panose="020B0604020202020204" pitchFamily="34" charset="0"/>
        <a:ea typeface="Arial" panose="020B0604020202020204" pitchFamily="34" charset="0"/>
        <a:cs typeface="+mn-cs"/>
        <a:sym typeface="Arial" panose="020B0604020202020204" pitchFamily="34" charset="0"/>
      </a:defRPr>
    </a:lvl7pPr>
    <a:lvl8pPr marL="3200400" lvl="7" indent="914400" algn="l" defTabSz="8255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sz="2000" b="0" i="0" u="none" kern="1200" baseline="0">
        <a:solidFill>
          <a:srgbClr val="252D30"/>
        </a:solidFill>
        <a:latin typeface="Arial" panose="020B0604020202020204" pitchFamily="34" charset="0"/>
        <a:ea typeface="Arial" panose="020B0604020202020204" pitchFamily="34" charset="0"/>
        <a:cs typeface="+mn-cs"/>
        <a:sym typeface="Arial" panose="020B0604020202020204" pitchFamily="34" charset="0"/>
      </a:defRPr>
    </a:lvl8pPr>
    <a:lvl9pPr marL="3657600" lvl="8" indent="914400" algn="l" defTabSz="8255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sz="2000" b="0" i="0" u="none" kern="1200" baseline="0">
        <a:solidFill>
          <a:srgbClr val="252D30"/>
        </a:solidFill>
        <a:latin typeface="Arial" panose="020B0604020202020204" pitchFamily="34" charset="0"/>
        <a:ea typeface="Arial" panose="020B0604020202020204" pitchFamily="34" charset="0"/>
        <a:cs typeface="+mn-cs"/>
        <a:sym typeface="Arial" panose="020B0604020202020204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pos="7680">
          <p15:clr>
            <a:srgbClr val="A4A3A4"/>
          </p15:clr>
        </p15:guide>
        <p15:guide id="2" orient="horz" pos="432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Yonggang Shi" initials="YS" lastIdx="1" clrIdx="0"/>
  <p:cmAuthor id="4" name="Qichen Liu" initials="QL" lastIdx="3" clrIdx="1"/>
  <p:cmAuthor id="5" name="Kai Liu9244" initials="KL" lastIdx="1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B9BD5"/>
    <a:srgbClr val="EAEFF7"/>
    <a:srgbClr val="D2DEEF"/>
    <a:srgbClr val="EAF0F7"/>
    <a:srgbClr val="3A6DB4"/>
    <a:srgbClr val="00356A"/>
    <a:srgbClr val="3F6E9A"/>
    <a:srgbClr val="CDDCEA"/>
    <a:srgbClr val="6897C1"/>
    <a:srgbClr val="2D4F6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855" autoAdjust="0"/>
    <p:restoredTop sz="94012" autoAdjust="0"/>
  </p:normalViewPr>
  <p:slideViewPr>
    <p:cSldViewPr snapToGrid="0" snapToObjects="1" showGuides="1">
      <p:cViewPr varScale="1">
        <p:scale>
          <a:sx n="40" d="100"/>
          <a:sy n="40" d="100"/>
        </p:scale>
        <p:origin x="92" y="56"/>
      </p:cViewPr>
      <p:guideLst>
        <p:guide pos="7680"/>
        <p:guide orient="horz" pos="4320"/>
      </p:guideLst>
    </p:cSldViewPr>
  </p:slideViewPr>
  <p:notesTextViewPr>
    <p:cViewPr>
      <p:scale>
        <a:sx n="1" d="1"/>
        <a:sy n="1" d="1"/>
      </p:scale>
      <p:origin x="0" y="0"/>
    </p:cViewPr>
  </p:notesTextViewPr>
  <p:sorterViewPr showFormatting="0">
    <p:cViewPr varScale="1">
      <p:scale>
        <a:sx n="1" d="1"/>
        <a:sy n="1" d="1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Master" Target="slideMasters/slideMaster6.xml"/><Relationship Id="rId7" Type="http://schemas.openxmlformats.org/officeDocument/2006/relationships/slideMaster" Target="slideMasters/slideMaster7.xml"/><Relationship Id="rId8" Type="http://schemas.openxmlformats.org/officeDocument/2006/relationships/slideMaster" Target="slideMasters/slideMaster8.xml"/><Relationship Id="rId9" Type="http://schemas.openxmlformats.org/officeDocument/2006/relationships/slideMaster" Target="slideMasters/slideMaster9.xml"/><Relationship Id="rId10" Type="http://schemas.openxmlformats.org/officeDocument/2006/relationships/slideMaster" Target="slideMasters/slideMaster10.xml"/><Relationship Id="rId11" Type="http://schemas.openxmlformats.org/officeDocument/2006/relationships/slideMaster" Target="slideMasters/slideMaster11.xml"/><Relationship Id="rId12" Type="http://schemas.openxmlformats.org/officeDocument/2006/relationships/slideMaster" Target="slideMasters/slideMaster12.xml"/><Relationship Id="rId13" Type="http://schemas.openxmlformats.org/officeDocument/2006/relationships/slideMaster" Target="slideMasters/slideMaster13.xml"/><Relationship Id="rId14" Type="http://schemas.openxmlformats.org/officeDocument/2006/relationships/slideMaster" Target="slideMasters/slideMaster14.xml"/><Relationship Id="rId15" Type="http://schemas.openxmlformats.org/officeDocument/2006/relationships/slide" Target="slides/slide1.xml"/><Relationship Id="rId16" Type="http://schemas.openxmlformats.org/officeDocument/2006/relationships/slide" Target="slides/slide2.xml"/><Relationship Id="rId17" Type="http://schemas.openxmlformats.org/officeDocument/2006/relationships/slide" Target="slides/slide3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0" Type="http://schemas.openxmlformats.org/officeDocument/2006/relationships/slide" Target="slides/slide6.xml"/><Relationship Id="rId21" Type="http://schemas.openxmlformats.org/officeDocument/2006/relationships/notesMaster" Target="notesMasters/notesMaster1.xml"/><Relationship Id="rId22" Type="http://schemas.openxmlformats.org/officeDocument/2006/relationships/commentAuthors" Target="commentAuthors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Shape 66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6147" name="Shape 67"/>
          <p:cNvSpPr>
            <a:spLocks noGrp="1"/>
          </p:cNvSpPr>
          <p:nvPr>
            <p:ph type="body" sz="quarter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/>
            <a:endParaRPr lang="zh-CN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defTabSz="457200" latinLnBrk="0">
      <a:lnSpc>
        <a:spcPct val="117000"/>
      </a:lnSpc>
      <a:defRPr sz="2200">
        <a:latin typeface="+mn-lt"/>
        <a:ea typeface="+mn-ea"/>
        <a:cs typeface="+mn-cs"/>
        <a:sym typeface="Helvetica Neue" panose="02000503000000020004"/>
      </a:defRPr>
    </a:lvl1pPr>
    <a:lvl2pPr indent="228600" defTabSz="457200" latinLnBrk="0">
      <a:lnSpc>
        <a:spcPct val="117000"/>
      </a:lnSpc>
      <a:defRPr sz="2200">
        <a:latin typeface="+mn-lt"/>
        <a:ea typeface="+mn-ea"/>
        <a:cs typeface="+mn-cs"/>
        <a:sym typeface="Helvetica Neue" panose="02000503000000020004"/>
      </a:defRPr>
    </a:lvl2pPr>
    <a:lvl3pPr indent="457200" defTabSz="457200" latinLnBrk="0">
      <a:lnSpc>
        <a:spcPct val="117000"/>
      </a:lnSpc>
      <a:defRPr sz="2200">
        <a:latin typeface="+mn-lt"/>
        <a:ea typeface="+mn-ea"/>
        <a:cs typeface="+mn-cs"/>
        <a:sym typeface="Helvetica Neue" panose="02000503000000020004"/>
      </a:defRPr>
    </a:lvl3pPr>
    <a:lvl4pPr indent="685800" defTabSz="457200" latinLnBrk="0">
      <a:lnSpc>
        <a:spcPct val="117000"/>
      </a:lnSpc>
      <a:defRPr sz="2200">
        <a:latin typeface="+mn-lt"/>
        <a:ea typeface="+mn-ea"/>
        <a:cs typeface="+mn-cs"/>
        <a:sym typeface="Helvetica Neue" panose="02000503000000020004"/>
      </a:defRPr>
    </a:lvl4pPr>
    <a:lvl5pPr indent="914400" defTabSz="457200" latinLnBrk="0">
      <a:lnSpc>
        <a:spcPct val="117000"/>
      </a:lnSpc>
      <a:defRPr sz="2200">
        <a:latin typeface="+mn-lt"/>
        <a:ea typeface="+mn-ea"/>
        <a:cs typeface="+mn-cs"/>
        <a:sym typeface="Helvetica Neue" panose="02000503000000020004"/>
      </a:defRPr>
    </a:lvl5pPr>
    <a:lvl6pPr indent="1143000" defTabSz="457200" latinLnBrk="0">
      <a:lnSpc>
        <a:spcPct val="117000"/>
      </a:lnSpc>
      <a:defRPr sz="2200">
        <a:latin typeface="+mn-lt"/>
        <a:ea typeface="+mn-ea"/>
        <a:cs typeface="+mn-cs"/>
        <a:sym typeface="Helvetica Neue" panose="02000503000000020004"/>
      </a:defRPr>
    </a:lvl6pPr>
    <a:lvl7pPr indent="1371600" defTabSz="457200" latinLnBrk="0">
      <a:lnSpc>
        <a:spcPct val="117000"/>
      </a:lnSpc>
      <a:defRPr sz="2200">
        <a:latin typeface="+mn-lt"/>
        <a:ea typeface="+mn-ea"/>
        <a:cs typeface="+mn-cs"/>
        <a:sym typeface="Helvetica Neue" panose="02000503000000020004"/>
      </a:defRPr>
    </a:lvl7pPr>
    <a:lvl8pPr indent="1600200" defTabSz="457200" latinLnBrk="0">
      <a:lnSpc>
        <a:spcPct val="117000"/>
      </a:lnSpc>
      <a:defRPr sz="2200">
        <a:latin typeface="+mn-lt"/>
        <a:ea typeface="+mn-ea"/>
        <a:cs typeface="+mn-cs"/>
        <a:sym typeface="Helvetica Neue" panose="02000503000000020004"/>
      </a:defRPr>
    </a:lvl8pPr>
    <a:lvl9pPr indent="1828800" defTabSz="457200" latinLnBrk="0">
      <a:lnSpc>
        <a:spcPct val="117000"/>
      </a:lnSpc>
      <a:defRPr sz="2200">
        <a:latin typeface="+mn-lt"/>
        <a:ea typeface="+mn-ea"/>
        <a:cs typeface="+mn-cs"/>
        <a:sym typeface="Helvetica Neue" panose="02000503000000020004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jpe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jpe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.jpe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.jpe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3.pn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2.jpe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3.png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2.jpeg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3.png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Relationship Id="rId2" Type="http://schemas.openxmlformats.org/officeDocument/2006/relationships/image" Target="../media/image1.jpeg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Relationship Id="rId2" Type="http://schemas.openxmlformats.org/officeDocument/2006/relationships/image" Target="../media/image1.jpeg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Relationship Id="rId2" Type="http://schemas.openxmlformats.org/officeDocument/2006/relationships/image" Target="../media/image2.jpeg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Relationship Id="rId2" Type="http://schemas.openxmlformats.org/officeDocument/2006/relationships/image" Target="../media/image3.png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Relationship Id="rId2" Type="http://schemas.openxmlformats.org/officeDocument/2006/relationships/image" Target="../media/image2.jpeg"/></Relationships>
</file>

<file path=ppt/slideLayouts/_rels/slideLayout1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Relationship Id="rId2" Type="http://schemas.openxmlformats.org/officeDocument/2006/relationships/image" Target="../media/image3.png"/></Relationships>
</file>

<file path=ppt/slideLayouts/_rels/slideLayout1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Relationship Id="rId2" Type="http://schemas.openxmlformats.org/officeDocument/2006/relationships/image" Target="../media/image2.jpeg"/></Relationships>
</file>

<file path=ppt/slideLayouts/_rels/slideLayout1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Relationship Id="rId2" Type="http://schemas.openxmlformats.org/officeDocument/2006/relationships/image" Target="../media/image3.png"/></Relationships>
</file>

<file path=ppt/slideLayouts/_rels/slideLayout1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1.jpeg"/></Relationships>
</file>

<file path=ppt/slideLayouts/_rels/slideLayout1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Relationship Id="rId2" Type="http://schemas.openxmlformats.org/officeDocument/2006/relationships/image" Target="../media/image2.jpeg"/></Relationships>
</file>

<file path=ppt/slideLayouts/_rels/slideLayout1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Relationship Id="rId2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339764" y="4617762"/>
            <a:ext cx="21704474" cy="1798334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10800" b="0" spc="600">
                <a:effectLst/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339850" y="7131050"/>
            <a:ext cx="21704300" cy="1602740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4800" u="none" strike="noStrike" kern="1200" cap="none" spc="200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914400" indent="0" algn="ctr">
              <a:buNone/>
              <a:defRPr sz="4000"/>
            </a:lvl2pPr>
            <a:lvl3pPr marL="1828800" indent="0" algn="ctr">
              <a:buNone/>
              <a:defRPr sz="3600"/>
            </a:lvl3pPr>
            <a:lvl4pPr marL="2743200" indent="0" algn="ctr">
              <a:buNone/>
              <a:defRPr sz="3200"/>
            </a:lvl4pPr>
            <a:lvl5pPr marL="3657600" indent="0" algn="ctr">
              <a:buNone/>
              <a:defRPr sz="3200"/>
            </a:lvl5pPr>
            <a:lvl6pPr marL="4572000" indent="0" algn="ctr">
              <a:buNone/>
              <a:defRPr sz="3200"/>
            </a:lvl6pPr>
            <a:lvl7pPr marL="5486400" indent="0" algn="ctr">
              <a:buNone/>
              <a:defRPr sz="3200"/>
            </a:lvl7pPr>
            <a:lvl8pPr marL="6400800" indent="0" algn="ctr">
              <a:buNone/>
              <a:defRPr sz="3200"/>
            </a:lvl8pPr>
            <a:lvl9pPr marL="7315200" indent="0" algn="ctr">
              <a:buNone/>
              <a:defRPr sz="3200"/>
            </a:lvl9pPr>
          </a:lstStyle>
          <a:p>
            <a:r>
              <a:rPr lang="zh-CN" altLang="en-US" dirty="0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1339764" y="1162450"/>
            <a:ext cx="21704474" cy="129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1339850" y="3016250"/>
            <a:ext cx="21704300" cy="9498330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1680210" y="1455420"/>
            <a:ext cx="7863840" cy="2230120"/>
          </a:xfrm>
        </p:spPr>
        <p:txBody>
          <a:bodyPr anchor="ctr" anchorCtr="0"/>
          <a:lstStyle>
            <a:lvl1pPr>
              <a:defRPr sz="6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10276840" y="1455420"/>
            <a:ext cx="12344400" cy="10806430"/>
          </a:xfrm>
        </p:spPr>
        <p:txBody>
          <a:bodyPr/>
          <a:lstStyle>
            <a:lvl1pPr>
              <a:defRPr sz="4800">
                <a:latin typeface="+mn-ea"/>
                <a:ea typeface="+mn-ea"/>
              </a:defRPr>
            </a:lvl1pPr>
            <a:lvl2pPr marL="914400" indent="0">
              <a:buNone/>
              <a:defRPr sz="4800">
                <a:latin typeface="+mn-ea"/>
                <a:ea typeface="+mn-ea"/>
              </a:defRPr>
            </a:lvl2pPr>
            <a:lvl3pPr>
              <a:defRPr sz="4800">
                <a:latin typeface="+mn-ea"/>
                <a:ea typeface="+mn-ea"/>
              </a:defRPr>
            </a:lvl3pPr>
            <a:lvl4pPr>
              <a:defRPr sz="4800">
                <a:latin typeface="+mn-ea"/>
                <a:ea typeface="+mn-ea"/>
              </a:defRPr>
            </a:lvl4pPr>
            <a:lvl5pPr>
              <a:defRPr sz="4800">
                <a:latin typeface="+mn-ea"/>
                <a:ea typeface="+mn-ea"/>
              </a:defRPr>
            </a:lvl5pPr>
            <a:lvl6pPr>
              <a:defRPr sz="4000"/>
            </a:lvl6pPr>
            <a:lvl7pPr>
              <a:defRPr sz="4000"/>
            </a:lvl7pPr>
            <a:lvl8pPr>
              <a:defRPr sz="4000"/>
            </a:lvl8pPr>
            <a:lvl9pPr>
              <a:defRPr sz="40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1680210" y="4479290"/>
            <a:ext cx="7863840" cy="7783830"/>
          </a:xfrm>
        </p:spPr>
        <p:txBody>
          <a:bodyPr/>
          <a:lstStyle>
            <a:lvl1pPr marL="685800" indent="-685800">
              <a:buFont typeface="Arial" panose="020B0604020202020204" pitchFamily="34" charset="0"/>
              <a:buChar char="•"/>
              <a:defRPr sz="4800">
                <a:latin typeface="+mn-ea"/>
                <a:ea typeface="+mn-ea"/>
              </a:defRPr>
            </a:lvl1pPr>
            <a:lvl2pPr marL="914400" indent="0">
              <a:buNone/>
              <a:defRPr sz="2800"/>
            </a:lvl2pPr>
            <a:lvl3pPr marL="1828800" indent="0">
              <a:buNone/>
              <a:defRPr sz="2400"/>
            </a:lvl3pPr>
            <a:lvl4pPr marL="2743200" indent="0">
              <a:buNone/>
              <a:defRPr sz="2000"/>
            </a:lvl4pPr>
            <a:lvl5pPr marL="3657600" indent="0">
              <a:buNone/>
              <a:defRPr sz="2000"/>
            </a:lvl5pPr>
            <a:lvl6pPr marL="4572000" indent="0">
              <a:buNone/>
              <a:defRPr sz="2000"/>
            </a:lvl6pPr>
            <a:lvl7pPr marL="5486400" indent="0">
              <a:buNone/>
              <a:defRPr sz="2000"/>
            </a:lvl7pPr>
            <a:lvl8pPr marL="6400800" indent="0">
              <a:buNone/>
              <a:defRPr sz="2000"/>
            </a:lvl8pPr>
            <a:lvl9pPr marL="7315200" indent="0">
              <a:buNone/>
              <a:defRPr sz="200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1339850" y="11210290"/>
            <a:ext cx="21704300" cy="1116330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1339850" y="1282700"/>
            <a:ext cx="21704300" cy="9112250"/>
          </a:xfrm>
        </p:spPr>
        <p:txBody>
          <a:bodyPr vert="horz" lIns="101600" tIns="0" rIns="82550" bIns="0" rtlCol="0">
            <a:noAutofit/>
          </a:bodyPr>
          <a:lstStyle>
            <a:lvl1pPr marL="457200" marR="0" lvl="0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914400" marR="0" lvl="1" indent="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None/>
              <a:tabLst>
                <a:tab pos="1609725" algn="l"/>
              </a:tabLst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2286000" marR="0" lvl="2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3200400" marR="0" lvl="3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4114800" marR="0" lvl="4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24392890" cy="13736320"/>
          </a:xfrm>
        </p:spPr>
        <p:txBody>
          <a:bodyPr vert="horz" lIns="101600" tIns="0" rIns="82550" bIns="0" rtlCol="0">
            <a:noAutofit/>
          </a:bodyPr>
          <a:lstStyle>
            <a:lvl1pPr marL="457200" marR="0" lvl="0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914400" marR="0" lvl="1" indent="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None/>
              <a:tabLst>
                <a:tab pos="1609725" algn="l"/>
              </a:tabLst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2286000" marR="0" lvl="2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3200400" marR="0" lvl="3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4114800" marR="0" lvl="4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935990" y="1130300"/>
            <a:ext cx="10800080" cy="11455400"/>
          </a:xfrm>
        </p:spPr>
        <p:txBody>
          <a:bodyPr vert="horz" lIns="101600" tIns="0" rIns="82550" bIns="0" rtlCol="0">
            <a:noAutofit/>
          </a:bodyPr>
          <a:lstStyle>
            <a:lvl1pPr marL="457200" marR="0" lvl="0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1371600" marR="0" lvl="1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2286000" marR="0" lvl="2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3200400" marR="0" lvl="3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4114800" marR="0" lvl="4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12575540" y="1130300"/>
            <a:ext cx="10800080" cy="11455400"/>
          </a:xfrm>
        </p:spPr>
        <p:txBody>
          <a:bodyPr vert="horz" lIns="101600" tIns="0" rIns="82550" bIns="0" rtlCol="0">
            <a:noAutofit/>
          </a:bodyPr>
          <a:lstStyle>
            <a:lvl1pPr marL="457200" marR="0" lvl="0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1371600" marR="0" lvl="1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2286000" marR="0" lvl="2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3200400" marR="0" lvl="3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4114800" marR="0" lvl="4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</a:t>
            </a:r>
            <a:r>
              <a:rPr>
                <a:sym typeface="+mn-ea"/>
              </a:rPr>
              <a:t>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1339764" y="1247182"/>
            <a:ext cx="21704474" cy="1798334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0" i="0" u="none" strike="noStrike" kern="1200" cap="none" spc="600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11129645" y="13192234"/>
            <a:ext cx="1464945" cy="323165"/>
          </a:xfrm>
        </p:spPr>
        <p:txBody>
          <a:bodyPr wrap="square">
            <a:noAutofit/>
          </a:bodyPr>
          <a:lstStyle>
            <a:lvl1pPr algn="ctr">
              <a:defRPr sz="2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/>
              <a:t>-</a:t>
            </a:r>
            <a:fld id="{FAEDECE0-B3E3-4E93-9B91-9F10B30F5B07}" type="slidenum">
              <a:rPr lang="en-US" altLang="zh-CN" smtClean="0"/>
              <a:t>‹#›</a:t>
            </a:fld>
            <a:r>
              <a:rPr lang="en-US" altLang="zh-CN"/>
              <a:t>-</a:t>
            </a:r>
            <a:endParaRPr lang="zh-CN" altLang="en-US" dirty="0"/>
          </a:p>
        </p:txBody>
      </p:sp>
      <p:sp>
        <p:nvSpPr>
          <p:cNvPr id="7" name="文本框 6"/>
          <p:cNvSpPr txBox="1"/>
          <p:nvPr userDrawn="1"/>
        </p:nvSpPr>
        <p:spPr>
          <a:xfrm>
            <a:off x="19842084" y="13153762"/>
            <a:ext cx="5068389" cy="400108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200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200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339764" y="4617762"/>
            <a:ext cx="21704474" cy="1798334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10800" b="0" spc="600">
                <a:effectLst/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339850" y="7131050"/>
            <a:ext cx="21704300" cy="1602740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4800" u="none" strike="noStrike" kern="1200" cap="none" spc="200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914400" indent="0" algn="ctr">
              <a:buNone/>
              <a:defRPr sz="4000"/>
            </a:lvl2pPr>
            <a:lvl3pPr marL="1828800" indent="0" algn="ctr">
              <a:buNone/>
              <a:defRPr sz="3600"/>
            </a:lvl3pPr>
            <a:lvl4pPr marL="2743200" indent="0" algn="ctr">
              <a:buNone/>
              <a:defRPr sz="3200"/>
            </a:lvl4pPr>
            <a:lvl5pPr marL="3657600" indent="0" algn="ctr">
              <a:buNone/>
              <a:defRPr sz="3200"/>
            </a:lvl5pPr>
            <a:lvl6pPr marL="4572000" indent="0" algn="ctr">
              <a:buNone/>
              <a:defRPr sz="3200"/>
            </a:lvl6pPr>
            <a:lvl7pPr marL="5486400" indent="0" algn="ctr">
              <a:buNone/>
              <a:defRPr sz="3200"/>
            </a:lvl7pPr>
            <a:lvl8pPr marL="6400800" indent="0" algn="ctr">
              <a:buNone/>
              <a:defRPr sz="3200"/>
            </a:lvl8pPr>
            <a:lvl9pPr marL="7315200" indent="0" algn="ctr">
              <a:buNone/>
              <a:defRPr sz="3200"/>
            </a:lvl9pPr>
          </a:lstStyle>
          <a:p>
            <a:r>
              <a:rPr lang="zh-CN" altLang="en-US" dirty="0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1339764" y="1162450"/>
            <a:ext cx="21704474" cy="129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1339850" y="3016250"/>
            <a:ext cx="21704300" cy="9498330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1680210" y="1455420"/>
            <a:ext cx="7863840" cy="2230120"/>
          </a:xfrm>
        </p:spPr>
        <p:txBody>
          <a:bodyPr anchor="ctr" anchorCtr="0"/>
          <a:lstStyle>
            <a:lvl1pPr>
              <a:defRPr sz="6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10276840" y="1455420"/>
            <a:ext cx="12344400" cy="10806430"/>
          </a:xfrm>
        </p:spPr>
        <p:txBody>
          <a:bodyPr/>
          <a:lstStyle>
            <a:lvl1pPr>
              <a:defRPr sz="4800">
                <a:latin typeface="+mn-ea"/>
                <a:ea typeface="+mn-ea"/>
              </a:defRPr>
            </a:lvl1pPr>
            <a:lvl2pPr marL="914400" indent="0">
              <a:buNone/>
              <a:defRPr sz="4800">
                <a:latin typeface="+mn-ea"/>
                <a:ea typeface="+mn-ea"/>
              </a:defRPr>
            </a:lvl2pPr>
            <a:lvl3pPr>
              <a:defRPr sz="4800">
                <a:latin typeface="+mn-ea"/>
                <a:ea typeface="+mn-ea"/>
              </a:defRPr>
            </a:lvl3pPr>
            <a:lvl4pPr>
              <a:defRPr sz="4800">
                <a:latin typeface="+mn-ea"/>
                <a:ea typeface="+mn-ea"/>
              </a:defRPr>
            </a:lvl4pPr>
            <a:lvl5pPr>
              <a:defRPr sz="4800">
                <a:latin typeface="+mn-ea"/>
                <a:ea typeface="+mn-ea"/>
              </a:defRPr>
            </a:lvl5pPr>
            <a:lvl6pPr>
              <a:defRPr sz="4000"/>
            </a:lvl6pPr>
            <a:lvl7pPr>
              <a:defRPr sz="4000"/>
            </a:lvl7pPr>
            <a:lvl8pPr>
              <a:defRPr sz="4000"/>
            </a:lvl8pPr>
            <a:lvl9pPr>
              <a:defRPr sz="40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1680210" y="4479290"/>
            <a:ext cx="7863840" cy="7783830"/>
          </a:xfrm>
        </p:spPr>
        <p:txBody>
          <a:bodyPr/>
          <a:lstStyle>
            <a:lvl1pPr marL="685800" indent="-685800">
              <a:buFont typeface="Arial" panose="020B0604020202020204" pitchFamily="34" charset="0"/>
              <a:buChar char="•"/>
              <a:defRPr sz="4800">
                <a:latin typeface="+mn-ea"/>
                <a:ea typeface="+mn-ea"/>
              </a:defRPr>
            </a:lvl1pPr>
            <a:lvl2pPr marL="914400" indent="0">
              <a:buNone/>
              <a:defRPr sz="2800"/>
            </a:lvl2pPr>
            <a:lvl3pPr marL="1828800" indent="0">
              <a:buNone/>
              <a:defRPr sz="2400"/>
            </a:lvl3pPr>
            <a:lvl4pPr marL="2743200" indent="0">
              <a:buNone/>
              <a:defRPr sz="2000"/>
            </a:lvl4pPr>
            <a:lvl5pPr marL="3657600" indent="0">
              <a:buNone/>
              <a:defRPr sz="2000"/>
            </a:lvl5pPr>
            <a:lvl6pPr marL="4572000" indent="0">
              <a:buNone/>
              <a:defRPr sz="2000"/>
            </a:lvl6pPr>
            <a:lvl7pPr marL="5486400" indent="0">
              <a:buNone/>
              <a:defRPr sz="2000"/>
            </a:lvl7pPr>
            <a:lvl8pPr marL="6400800" indent="0">
              <a:buNone/>
              <a:defRPr sz="2000"/>
            </a:lvl8pPr>
            <a:lvl9pPr marL="7315200" indent="0">
              <a:buNone/>
              <a:defRPr sz="200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1339850" y="11210290"/>
            <a:ext cx="21704300" cy="1116330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1339850" y="1282700"/>
            <a:ext cx="21704300" cy="9112250"/>
          </a:xfrm>
        </p:spPr>
        <p:txBody>
          <a:bodyPr vert="horz" lIns="101600" tIns="0" rIns="82550" bIns="0" rtlCol="0">
            <a:noAutofit/>
          </a:bodyPr>
          <a:lstStyle>
            <a:lvl1pPr marL="457200" marR="0" lvl="0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914400" marR="0" lvl="1" indent="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None/>
              <a:tabLst>
                <a:tab pos="1609725" algn="l"/>
              </a:tabLst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2286000" marR="0" lvl="2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3200400" marR="0" lvl="3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4114800" marR="0" lvl="4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24392890" cy="13736320"/>
          </a:xfrm>
        </p:spPr>
        <p:txBody>
          <a:bodyPr vert="horz" lIns="101600" tIns="0" rIns="82550" bIns="0" rtlCol="0">
            <a:noAutofit/>
          </a:bodyPr>
          <a:lstStyle>
            <a:lvl1pPr marL="457200" marR="0" lvl="0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914400" marR="0" lvl="1" indent="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None/>
              <a:tabLst>
                <a:tab pos="1609725" algn="l"/>
              </a:tabLst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2286000" marR="0" lvl="2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3200400" marR="0" lvl="3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4114800" marR="0" lvl="4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935990" y="1130300"/>
            <a:ext cx="10800080" cy="11455400"/>
          </a:xfrm>
        </p:spPr>
        <p:txBody>
          <a:bodyPr vert="horz" lIns="101600" tIns="0" rIns="82550" bIns="0" rtlCol="0">
            <a:noAutofit/>
          </a:bodyPr>
          <a:lstStyle>
            <a:lvl1pPr marL="457200" marR="0" lvl="0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1371600" marR="0" lvl="1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2286000" marR="0" lvl="2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3200400" marR="0" lvl="3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4114800" marR="0" lvl="4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12575540" y="1130300"/>
            <a:ext cx="10800080" cy="11455400"/>
          </a:xfrm>
        </p:spPr>
        <p:txBody>
          <a:bodyPr vert="horz" lIns="101600" tIns="0" rIns="82550" bIns="0" rtlCol="0">
            <a:noAutofit/>
          </a:bodyPr>
          <a:lstStyle>
            <a:lvl1pPr marL="457200" marR="0" lvl="0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1371600" marR="0" lvl="1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2286000" marR="0" lvl="2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3200400" marR="0" lvl="3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4114800" marR="0" lvl="4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</a:t>
            </a:r>
            <a:r>
              <a:rPr>
                <a:sym typeface="+mn-ea"/>
              </a:rPr>
              <a:t>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1339764" y="1247182"/>
            <a:ext cx="21704474" cy="1798334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0" i="0" u="none" strike="noStrike" kern="1200" cap="none" spc="600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11129645" y="13192234"/>
            <a:ext cx="1464945" cy="323165"/>
          </a:xfrm>
        </p:spPr>
        <p:txBody>
          <a:bodyPr wrap="square">
            <a:noAutofit/>
          </a:bodyPr>
          <a:lstStyle>
            <a:lvl1pPr algn="ctr">
              <a:defRPr sz="2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/>
              <a:t>-</a:t>
            </a:r>
            <a:fld id="{FAEDECE0-B3E3-4E93-9B91-9F10B30F5B07}" type="slidenum">
              <a:rPr lang="en-US" altLang="zh-CN" smtClean="0"/>
              <a:t>‹#›</a:t>
            </a:fld>
            <a:r>
              <a:rPr lang="en-US" altLang="zh-CN"/>
              <a:t>-</a:t>
            </a:r>
            <a:endParaRPr lang="zh-CN" altLang="en-US" dirty="0"/>
          </a:p>
        </p:txBody>
      </p:sp>
      <p:sp>
        <p:nvSpPr>
          <p:cNvPr id="7" name="文本框 6"/>
          <p:cNvSpPr txBox="1"/>
          <p:nvPr userDrawn="1"/>
        </p:nvSpPr>
        <p:spPr>
          <a:xfrm>
            <a:off x="19842084" y="13153762"/>
            <a:ext cx="5068389" cy="400108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200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200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 userDrawn="1"/>
        </p:nvCxnSpPr>
        <p:spPr>
          <a:xfrm>
            <a:off x="6540062" y="1830047"/>
            <a:ext cx="17130242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339764" y="4617762"/>
            <a:ext cx="21704474" cy="1798334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10800" b="0" spc="600">
                <a:effectLst/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339850" y="7131050"/>
            <a:ext cx="21704300" cy="1602740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4800" u="none" strike="noStrike" kern="1200" cap="none" spc="200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914400" indent="0" algn="ctr">
              <a:buNone/>
              <a:defRPr sz="4000"/>
            </a:lvl2pPr>
            <a:lvl3pPr marL="1828800" indent="0" algn="ctr">
              <a:buNone/>
              <a:defRPr sz="3600"/>
            </a:lvl3pPr>
            <a:lvl4pPr marL="2743200" indent="0" algn="ctr">
              <a:buNone/>
              <a:defRPr sz="3200"/>
            </a:lvl4pPr>
            <a:lvl5pPr marL="3657600" indent="0" algn="ctr">
              <a:buNone/>
              <a:defRPr sz="3200"/>
            </a:lvl5pPr>
            <a:lvl6pPr marL="4572000" indent="0" algn="ctr">
              <a:buNone/>
              <a:defRPr sz="3200"/>
            </a:lvl6pPr>
            <a:lvl7pPr marL="5486400" indent="0" algn="ctr">
              <a:buNone/>
              <a:defRPr sz="3200"/>
            </a:lvl7pPr>
            <a:lvl8pPr marL="6400800" indent="0" algn="ctr">
              <a:buNone/>
              <a:defRPr sz="3200"/>
            </a:lvl8pPr>
            <a:lvl9pPr marL="7315200" indent="0" algn="ctr">
              <a:buNone/>
              <a:defRPr sz="3200"/>
            </a:lvl9pPr>
          </a:lstStyle>
          <a:p>
            <a:r>
              <a:rPr lang="zh-CN" altLang="en-US" dirty="0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ct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49AE70B2-8BF9-45C0-BB95-33D1B9D3A854}" type="slidenum">
              <a:rPr kumimoji="0" lang="zh-CN" altLang="en-US" sz="24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cs typeface="+mn-cs"/>
                <a:sym typeface="Arial" panose="020B0604020202020204" pitchFamily="34" charset="0"/>
              </a:rPr>
              <a:t>‹#›</a:t>
            </a:fld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49AE70B2-8BF9-45C0-BB95-33D1B9D3A854}" type="slidenum">
              <a:rPr kumimoji="0" lang="zh-CN" altLang="en-US" sz="24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cs typeface="+mn-cs"/>
                <a:sym typeface="Arial" panose="020B0604020202020204" pitchFamily="34" charset="0"/>
              </a:rPr>
              <a:t>‹#›</a:t>
            </a:fld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1339764" y="1162450"/>
            <a:ext cx="21704474" cy="129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ct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49AE70B2-8BF9-45C0-BB95-33D1B9D3A854}" type="slidenum">
              <a:rPr kumimoji="0" lang="zh-CN" altLang="en-US" sz="24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cs typeface="+mn-cs"/>
                <a:sym typeface="Arial" panose="020B0604020202020204" pitchFamily="34" charset="0"/>
              </a:rPr>
              <a:t>‹#›</a:t>
            </a:fld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1339850" y="3016250"/>
            <a:ext cx="21704300" cy="9498330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ct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49AE70B2-8BF9-45C0-BB95-33D1B9D3A854}" type="slidenum">
              <a:rPr kumimoji="0" lang="zh-CN" altLang="en-US" sz="24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cs typeface="+mn-cs"/>
                <a:sym typeface="Arial" panose="020B0604020202020204" pitchFamily="34" charset="0"/>
              </a:rPr>
              <a:t>‹#›</a:t>
            </a:fld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1680210" y="1455420"/>
            <a:ext cx="7863840" cy="2230120"/>
          </a:xfrm>
        </p:spPr>
        <p:txBody>
          <a:bodyPr anchor="ctr" anchorCtr="0"/>
          <a:lstStyle>
            <a:lvl1pPr>
              <a:defRPr sz="6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10276840" y="1455420"/>
            <a:ext cx="12344400" cy="10806430"/>
          </a:xfrm>
        </p:spPr>
        <p:txBody>
          <a:bodyPr/>
          <a:lstStyle>
            <a:lvl1pPr>
              <a:defRPr sz="4800">
                <a:latin typeface="+mn-ea"/>
                <a:ea typeface="+mn-ea"/>
              </a:defRPr>
            </a:lvl1pPr>
            <a:lvl2pPr marL="914400" indent="0">
              <a:buNone/>
              <a:defRPr sz="4800">
                <a:latin typeface="+mn-ea"/>
                <a:ea typeface="+mn-ea"/>
              </a:defRPr>
            </a:lvl2pPr>
            <a:lvl3pPr>
              <a:defRPr sz="4800">
                <a:latin typeface="+mn-ea"/>
                <a:ea typeface="+mn-ea"/>
              </a:defRPr>
            </a:lvl3pPr>
            <a:lvl4pPr>
              <a:defRPr sz="4800">
                <a:latin typeface="+mn-ea"/>
                <a:ea typeface="+mn-ea"/>
              </a:defRPr>
            </a:lvl4pPr>
            <a:lvl5pPr>
              <a:defRPr sz="4800">
                <a:latin typeface="+mn-ea"/>
                <a:ea typeface="+mn-ea"/>
              </a:defRPr>
            </a:lvl5pPr>
            <a:lvl6pPr>
              <a:defRPr sz="4000"/>
            </a:lvl6pPr>
            <a:lvl7pPr>
              <a:defRPr sz="4000"/>
            </a:lvl7pPr>
            <a:lvl8pPr>
              <a:defRPr sz="4000"/>
            </a:lvl8pPr>
            <a:lvl9pPr>
              <a:defRPr sz="40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1680210" y="4479290"/>
            <a:ext cx="7863840" cy="7783830"/>
          </a:xfrm>
        </p:spPr>
        <p:txBody>
          <a:bodyPr/>
          <a:lstStyle>
            <a:lvl1pPr marL="685800" indent="-685800">
              <a:buFont typeface="Arial" panose="020B0604020202020204" pitchFamily="34" charset="0"/>
              <a:buChar char="•"/>
              <a:defRPr sz="4800">
                <a:latin typeface="+mn-ea"/>
                <a:ea typeface="+mn-ea"/>
              </a:defRPr>
            </a:lvl1pPr>
            <a:lvl2pPr marL="914400" indent="0">
              <a:buNone/>
              <a:defRPr sz="2800"/>
            </a:lvl2pPr>
            <a:lvl3pPr marL="1828800" indent="0">
              <a:buNone/>
              <a:defRPr sz="2400"/>
            </a:lvl3pPr>
            <a:lvl4pPr marL="2743200" indent="0">
              <a:buNone/>
              <a:defRPr sz="2000"/>
            </a:lvl4pPr>
            <a:lvl5pPr marL="3657600" indent="0">
              <a:buNone/>
              <a:defRPr sz="2000"/>
            </a:lvl5pPr>
            <a:lvl6pPr marL="4572000" indent="0">
              <a:buNone/>
              <a:defRPr sz="2000"/>
            </a:lvl6pPr>
            <a:lvl7pPr marL="5486400" indent="0">
              <a:buNone/>
              <a:defRPr sz="2000"/>
            </a:lvl7pPr>
            <a:lvl8pPr marL="6400800" indent="0">
              <a:buNone/>
              <a:defRPr sz="2000"/>
            </a:lvl8pPr>
            <a:lvl9pPr marL="7315200" indent="0">
              <a:buNone/>
              <a:defRPr sz="200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ct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FABC47A4-756D-490B-A52F-7D9E2C9FC05F}" type="slidenum">
              <a:rPr kumimoji="0" lang="zh-CN" altLang="en-US" sz="24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cs typeface="+mn-cs"/>
                <a:sym typeface="Arial" panose="020B0604020202020204" pitchFamily="34" charset="0"/>
              </a:rPr>
              <a:t>‹#›</a:t>
            </a:fld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1339850" y="11210290"/>
            <a:ext cx="21704300" cy="1116330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1339850" y="1282700"/>
            <a:ext cx="21704300" cy="9112250"/>
          </a:xfrm>
        </p:spPr>
        <p:txBody>
          <a:bodyPr vert="horz" lIns="101600" tIns="0" rIns="82550" bIns="0" rtlCol="0">
            <a:noAutofit/>
          </a:bodyPr>
          <a:lstStyle>
            <a:lvl1pPr marL="457200" marR="0" lvl="0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914400" marR="0" lvl="1" indent="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None/>
              <a:tabLst>
                <a:tab pos="1609725" algn="l"/>
              </a:tabLst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2286000" marR="0" lvl="2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3200400" marR="0" lvl="3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4114800" marR="0" lvl="4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ct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49AE70B2-8BF9-45C0-BB95-33D1B9D3A854}" type="slidenum">
              <a:rPr kumimoji="0" lang="zh-CN" altLang="en-US" sz="24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cs typeface="+mn-cs"/>
                <a:sym typeface="Arial" panose="020B0604020202020204" pitchFamily="34" charset="0"/>
              </a:rPr>
              <a:t>‹#›</a:t>
            </a:fld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24392890" cy="13736320"/>
          </a:xfrm>
        </p:spPr>
        <p:txBody>
          <a:bodyPr vert="horz" lIns="101600" tIns="0" rIns="82550" bIns="0" rtlCol="0">
            <a:noAutofit/>
          </a:bodyPr>
          <a:lstStyle>
            <a:lvl1pPr marL="457200" marR="0" lvl="0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914400" marR="0" lvl="1" indent="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None/>
              <a:tabLst>
                <a:tab pos="1609725" algn="l"/>
              </a:tabLst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2286000" marR="0" lvl="2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3200400" marR="0" lvl="3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4114800" marR="0" lvl="4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ct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49AE70B2-8BF9-45C0-BB95-33D1B9D3A854}" type="slidenum">
              <a:rPr kumimoji="0" lang="zh-CN" altLang="en-US" sz="24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cs typeface="+mn-cs"/>
                <a:sym typeface="Arial" panose="020B0604020202020204" pitchFamily="34" charset="0"/>
              </a:rPr>
              <a:t>‹#›</a:t>
            </a:fld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935990" y="1130300"/>
            <a:ext cx="10800080" cy="11455400"/>
          </a:xfrm>
        </p:spPr>
        <p:txBody>
          <a:bodyPr vert="horz" lIns="101600" tIns="0" rIns="82550" bIns="0" rtlCol="0">
            <a:noAutofit/>
          </a:bodyPr>
          <a:lstStyle>
            <a:lvl1pPr marL="457200" marR="0" lvl="0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1371600" marR="0" lvl="1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2286000" marR="0" lvl="2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3200400" marR="0" lvl="3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4114800" marR="0" lvl="4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12575540" y="1130300"/>
            <a:ext cx="10800080" cy="11455400"/>
          </a:xfrm>
        </p:spPr>
        <p:txBody>
          <a:bodyPr vert="horz" lIns="101600" tIns="0" rIns="82550" bIns="0" rtlCol="0">
            <a:noAutofit/>
          </a:bodyPr>
          <a:lstStyle>
            <a:lvl1pPr marL="457200" marR="0" lvl="0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1371600" marR="0" lvl="1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2286000" marR="0" lvl="2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3200400" marR="0" lvl="3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4114800" marR="0" lvl="4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</a:t>
            </a:r>
            <a:r>
              <a:rPr>
                <a:sym typeface="+mn-ea"/>
              </a:rPr>
              <a:t>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ct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49AE70B2-8BF9-45C0-BB95-33D1B9D3A854}" type="slidenum">
              <a:rPr kumimoji="0" lang="zh-CN" altLang="en-US" sz="24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cs typeface="+mn-cs"/>
                <a:sym typeface="Arial" panose="020B0604020202020204" pitchFamily="34" charset="0"/>
              </a:rPr>
              <a:t>‹#›</a:t>
            </a:fld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1339764" y="1247182"/>
            <a:ext cx="21704474" cy="1798334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0" i="0" u="none" strike="noStrike" kern="1200" cap="none" spc="600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11129645" y="13192234"/>
            <a:ext cx="1464945" cy="323165"/>
          </a:xfrm>
        </p:spPr>
        <p:txBody>
          <a:bodyPr wrap="square">
            <a:noAutofit/>
          </a:bodyPr>
          <a:lstStyle>
            <a:lvl1pPr algn="ctr">
              <a:defRPr sz="2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-</a:t>
            </a:r>
            <a:fld id="{FAEDECE0-B3E3-4E93-9B91-9F10B30F5B07}" type="slidenum">
              <a:rPr kumimoji="0" lang="en-US" altLang="zh-CN" sz="24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‹#›</a:t>
            </a:fld>
            <a:r>
              <a:rPr kumimoji="0" lang="en-US" altLang="zh-CN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-</a:t>
            </a: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7" name="文本框 6"/>
          <p:cNvSpPr txBox="1"/>
          <p:nvPr userDrawn="1"/>
        </p:nvSpPr>
        <p:spPr>
          <a:xfrm>
            <a:off x="19842084" y="13153762"/>
            <a:ext cx="5068389" cy="400108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lvl="0" indent="0" algn="ctr" defTabSz="8255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 userDrawn="1"/>
        </p:nvCxnSpPr>
        <p:spPr>
          <a:xfrm>
            <a:off x="6540062" y="1830047"/>
            <a:ext cx="17130242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ct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49AE70B2-8BF9-45C0-BB95-33D1B9D3A854}" type="slidenum">
              <a:rPr kumimoji="0" lang="zh-CN" altLang="en-US" sz="24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cs typeface="+mn-cs"/>
                <a:sym typeface="Arial" panose="020B0604020202020204" pitchFamily="34" charset="0"/>
              </a:rPr>
              <a:t>‹#›</a:t>
            </a:fld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339764" y="4617762"/>
            <a:ext cx="21704474" cy="1798334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10800" b="0" spc="600">
                <a:effectLst/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339850" y="7131050"/>
            <a:ext cx="21704300" cy="1602740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4800" u="none" strike="noStrike" kern="1200" cap="none" spc="200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914400" indent="0" algn="ctr">
              <a:buNone/>
              <a:defRPr sz="4000"/>
            </a:lvl2pPr>
            <a:lvl3pPr marL="1828800" indent="0" algn="ctr">
              <a:buNone/>
              <a:defRPr sz="3600"/>
            </a:lvl3pPr>
            <a:lvl4pPr marL="2743200" indent="0" algn="ctr">
              <a:buNone/>
              <a:defRPr sz="3200"/>
            </a:lvl4pPr>
            <a:lvl5pPr marL="3657600" indent="0" algn="ctr">
              <a:buNone/>
              <a:defRPr sz="3200"/>
            </a:lvl5pPr>
            <a:lvl6pPr marL="4572000" indent="0" algn="ctr">
              <a:buNone/>
              <a:defRPr sz="3200"/>
            </a:lvl6pPr>
            <a:lvl7pPr marL="5486400" indent="0" algn="ctr">
              <a:buNone/>
              <a:defRPr sz="3200"/>
            </a:lvl7pPr>
            <a:lvl8pPr marL="6400800" indent="0" algn="ctr">
              <a:buNone/>
              <a:defRPr sz="3200"/>
            </a:lvl8pPr>
            <a:lvl9pPr marL="7315200" indent="0" algn="ctr">
              <a:buNone/>
              <a:defRPr sz="3200"/>
            </a:lvl9pPr>
          </a:lstStyle>
          <a:p>
            <a:r>
              <a:rPr lang="zh-CN" altLang="en-US" dirty="0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ct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49AE70B2-8BF9-45C0-BB95-33D1B9D3A854}" type="slidenum">
              <a:rPr kumimoji="0" lang="zh-CN" altLang="en-US" sz="24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cs typeface="+mn-cs"/>
                <a:sym typeface="Arial" panose="020B0604020202020204" pitchFamily="34" charset="0"/>
              </a:rPr>
              <a:t>‹#›</a:t>
            </a:fld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49AE70B2-8BF9-45C0-BB95-33D1B9D3A854}" type="slidenum">
              <a:rPr kumimoji="0" lang="zh-CN" altLang="en-US" sz="24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cs typeface="+mn-cs"/>
                <a:sym typeface="Arial" panose="020B0604020202020204" pitchFamily="34" charset="0"/>
              </a:rPr>
              <a:t>‹#›</a:t>
            </a:fld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1339764" y="1162450"/>
            <a:ext cx="21704474" cy="129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ct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49AE70B2-8BF9-45C0-BB95-33D1B9D3A854}" type="slidenum">
              <a:rPr kumimoji="0" lang="zh-CN" altLang="en-US" sz="24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cs typeface="+mn-cs"/>
                <a:sym typeface="Arial" panose="020B0604020202020204" pitchFamily="34" charset="0"/>
              </a:rPr>
              <a:t>‹#›</a:t>
            </a:fld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1339850" y="3016250"/>
            <a:ext cx="21704300" cy="9498330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ct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49AE70B2-8BF9-45C0-BB95-33D1B9D3A854}" type="slidenum">
              <a:rPr kumimoji="0" lang="zh-CN" altLang="en-US" sz="24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cs typeface="+mn-cs"/>
                <a:sym typeface="Arial" panose="020B0604020202020204" pitchFamily="34" charset="0"/>
              </a:rPr>
              <a:t>‹#›</a:t>
            </a:fld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1680210" y="1455420"/>
            <a:ext cx="7863840" cy="2230120"/>
          </a:xfrm>
        </p:spPr>
        <p:txBody>
          <a:bodyPr anchor="ctr" anchorCtr="0"/>
          <a:lstStyle>
            <a:lvl1pPr>
              <a:defRPr sz="6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10276840" y="1455420"/>
            <a:ext cx="12344400" cy="10806430"/>
          </a:xfrm>
        </p:spPr>
        <p:txBody>
          <a:bodyPr/>
          <a:lstStyle>
            <a:lvl1pPr>
              <a:defRPr sz="4800">
                <a:latin typeface="+mn-ea"/>
                <a:ea typeface="+mn-ea"/>
              </a:defRPr>
            </a:lvl1pPr>
            <a:lvl2pPr marL="914400" indent="0">
              <a:buNone/>
              <a:defRPr sz="4800">
                <a:latin typeface="+mn-ea"/>
                <a:ea typeface="+mn-ea"/>
              </a:defRPr>
            </a:lvl2pPr>
            <a:lvl3pPr>
              <a:defRPr sz="4800">
                <a:latin typeface="+mn-ea"/>
                <a:ea typeface="+mn-ea"/>
              </a:defRPr>
            </a:lvl3pPr>
            <a:lvl4pPr>
              <a:defRPr sz="4800">
                <a:latin typeface="+mn-ea"/>
                <a:ea typeface="+mn-ea"/>
              </a:defRPr>
            </a:lvl4pPr>
            <a:lvl5pPr>
              <a:defRPr sz="4800">
                <a:latin typeface="+mn-ea"/>
                <a:ea typeface="+mn-ea"/>
              </a:defRPr>
            </a:lvl5pPr>
            <a:lvl6pPr>
              <a:defRPr sz="4000"/>
            </a:lvl6pPr>
            <a:lvl7pPr>
              <a:defRPr sz="4000"/>
            </a:lvl7pPr>
            <a:lvl8pPr>
              <a:defRPr sz="4000"/>
            </a:lvl8pPr>
            <a:lvl9pPr>
              <a:defRPr sz="40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1680210" y="4479290"/>
            <a:ext cx="7863840" cy="7783830"/>
          </a:xfrm>
        </p:spPr>
        <p:txBody>
          <a:bodyPr/>
          <a:lstStyle>
            <a:lvl1pPr marL="685800" indent="-685800">
              <a:buFont typeface="Arial" panose="020B0604020202020204" pitchFamily="34" charset="0"/>
              <a:buChar char="•"/>
              <a:defRPr sz="4800">
                <a:latin typeface="+mn-ea"/>
                <a:ea typeface="+mn-ea"/>
              </a:defRPr>
            </a:lvl1pPr>
            <a:lvl2pPr marL="914400" indent="0">
              <a:buNone/>
              <a:defRPr sz="2800"/>
            </a:lvl2pPr>
            <a:lvl3pPr marL="1828800" indent="0">
              <a:buNone/>
              <a:defRPr sz="2400"/>
            </a:lvl3pPr>
            <a:lvl4pPr marL="2743200" indent="0">
              <a:buNone/>
              <a:defRPr sz="2000"/>
            </a:lvl4pPr>
            <a:lvl5pPr marL="3657600" indent="0">
              <a:buNone/>
              <a:defRPr sz="2000"/>
            </a:lvl5pPr>
            <a:lvl6pPr marL="4572000" indent="0">
              <a:buNone/>
              <a:defRPr sz="2000"/>
            </a:lvl6pPr>
            <a:lvl7pPr marL="5486400" indent="0">
              <a:buNone/>
              <a:defRPr sz="2000"/>
            </a:lvl7pPr>
            <a:lvl8pPr marL="6400800" indent="0">
              <a:buNone/>
              <a:defRPr sz="2000"/>
            </a:lvl8pPr>
            <a:lvl9pPr marL="7315200" indent="0">
              <a:buNone/>
              <a:defRPr sz="200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ct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FABC47A4-756D-490B-A52F-7D9E2C9FC05F}" type="slidenum">
              <a:rPr kumimoji="0" lang="zh-CN" altLang="en-US" sz="24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cs typeface="+mn-cs"/>
                <a:sym typeface="Arial" panose="020B0604020202020204" pitchFamily="34" charset="0"/>
              </a:rPr>
              <a:t>‹#›</a:t>
            </a:fld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1339850" y="11210290"/>
            <a:ext cx="21704300" cy="1116330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1339850" y="1282700"/>
            <a:ext cx="21704300" cy="9112250"/>
          </a:xfrm>
        </p:spPr>
        <p:txBody>
          <a:bodyPr vert="horz" lIns="101600" tIns="0" rIns="82550" bIns="0" rtlCol="0">
            <a:noAutofit/>
          </a:bodyPr>
          <a:lstStyle>
            <a:lvl1pPr marL="457200" marR="0" lvl="0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914400" marR="0" lvl="1" indent="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None/>
              <a:tabLst>
                <a:tab pos="1609725" algn="l"/>
              </a:tabLst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2286000" marR="0" lvl="2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3200400" marR="0" lvl="3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4114800" marR="0" lvl="4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ct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49AE70B2-8BF9-45C0-BB95-33D1B9D3A854}" type="slidenum">
              <a:rPr kumimoji="0" lang="zh-CN" altLang="en-US" sz="24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cs typeface="+mn-cs"/>
                <a:sym typeface="Arial" panose="020B0604020202020204" pitchFamily="34" charset="0"/>
              </a:rPr>
              <a:t>‹#›</a:t>
            </a:fld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24392890" cy="13736320"/>
          </a:xfrm>
        </p:spPr>
        <p:txBody>
          <a:bodyPr vert="horz" lIns="101600" tIns="0" rIns="82550" bIns="0" rtlCol="0">
            <a:noAutofit/>
          </a:bodyPr>
          <a:lstStyle>
            <a:lvl1pPr marL="457200" marR="0" lvl="0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914400" marR="0" lvl="1" indent="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None/>
              <a:tabLst>
                <a:tab pos="1609725" algn="l"/>
              </a:tabLst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2286000" marR="0" lvl="2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3200400" marR="0" lvl="3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4114800" marR="0" lvl="4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ct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49AE70B2-8BF9-45C0-BB95-33D1B9D3A854}" type="slidenum">
              <a:rPr kumimoji="0" lang="zh-CN" altLang="en-US" sz="24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cs typeface="+mn-cs"/>
                <a:sym typeface="Arial" panose="020B0604020202020204" pitchFamily="34" charset="0"/>
              </a:rPr>
              <a:t>‹#›</a:t>
            </a:fld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935990" y="1130300"/>
            <a:ext cx="10800080" cy="11455400"/>
          </a:xfrm>
        </p:spPr>
        <p:txBody>
          <a:bodyPr vert="horz" lIns="101600" tIns="0" rIns="82550" bIns="0" rtlCol="0">
            <a:noAutofit/>
          </a:bodyPr>
          <a:lstStyle>
            <a:lvl1pPr marL="457200" marR="0" lvl="0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1371600" marR="0" lvl="1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2286000" marR="0" lvl="2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3200400" marR="0" lvl="3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4114800" marR="0" lvl="4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12575540" y="1130300"/>
            <a:ext cx="10800080" cy="11455400"/>
          </a:xfrm>
        </p:spPr>
        <p:txBody>
          <a:bodyPr vert="horz" lIns="101600" tIns="0" rIns="82550" bIns="0" rtlCol="0">
            <a:noAutofit/>
          </a:bodyPr>
          <a:lstStyle>
            <a:lvl1pPr marL="457200" marR="0" lvl="0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1371600" marR="0" lvl="1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2286000" marR="0" lvl="2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3200400" marR="0" lvl="3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4114800" marR="0" lvl="4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</a:t>
            </a:r>
            <a:r>
              <a:rPr>
                <a:sym typeface="+mn-ea"/>
              </a:rPr>
              <a:t>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ct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49AE70B2-8BF9-45C0-BB95-33D1B9D3A854}" type="slidenum">
              <a:rPr kumimoji="0" lang="zh-CN" altLang="en-US" sz="24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cs typeface="+mn-cs"/>
                <a:sym typeface="Arial" panose="020B0604020202020204" pitchFamily="34" charset="0"/>
              </a:rPr>
              <a:t>‹#›</a:t>
            </a:fld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1339764" y="1247182"/>
            <a:ext cx="21704474" cy="1798334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0" i="0" u="none" strike="noStrike" kern="1200" cap="none" spc="600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11129645" y="13192234"/>
            <a:ext cx="1464945" cy="323165"/>
          </a:xfrm>
        </p:spPr>
        <p:txBody>
          <a:bodyPr wrap="square">
            <a:noAutofit/>
          </a:bodyPr>
          <a:lstStyle>
            <a:lvl1pPr algn="ctr">
              <a:defRPr sz="2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-</a:t>
            </a:r>
            <a:fld id="{FAEDECE0-B3E3-4E93-9B91-9F10B30F5B07}" type="slidenum">
              <a:rPr kumimoji="0" lang="en-US" altLang="zh-CN" sz="24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‹#›</a:t>
            </a:fld>
            <a:r>
              <a:rPr kumimoji="0" lang="en-US" altLang="zh-CN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-</a:t>
            </a: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7" name="文本框 6"/>
          <p:cNvSpPr txBox="1"/>
          <p:nvPr userDrawn="1"/>
        </p:nvSpPr>
        <p:spPr>
          <a:xfrm>
            <a:off x="19842084" y="13153762"/>
            <a:ext cx="5068389" cy="400108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lvl="0" indent="0" algn="ctr" defTabSz="8255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 userDrawn="1"/>
        </p:nvCxnSpPr>
        <p:spPr>
          <a:xfrm>
            <a:off x="6540062" y="1830047"/>
            <a:ext cx="17130242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ct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49AE70B2-8BF9-45C0-BB95-33D1B9D3A854}" type="slidenum">
              <a:rPr kumimoji="0" lang="zh-CN" altLang="en-US" sz="24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cs typeface="+mn-cs"/>
                <a:sym typeface="Arial" panose="020B0604020202020204" pitchFamily="34" charset="0"/>
              </a:rPr>
              <a:t>‹#›</a:t>
            </a:fld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 with phot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Линия"/>
          <p:cNvSpPr/>
          <p:nvPr userDrawn="1"/>
        </p:nvSpPr>
        <p:spPr>
          <a:xfrm flipV="1">
            <a:off x="6822313" y="1309370"/>
            <a:ext cx="17549495" cy="635"/>
          </a:xfrm>
          <a:prstGeom prst="line">
            <a:avLst/>
          </a:prstGeom>
          <a:ln w="57150" cap="flat" cmpd="sng">
            <a:solidFill>
              <a:srgbClr val="2F5A9E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6" name="矩形 5"/>
          <p:cNvSpPr/>
          <p:nvPr userDrawn="1"/>
        </p:nvSpPr>
        <p:spPr>
          <a:xfrm>
            <a:off x="-76200" y="12949238"/>
            <a:ext cx="24536400" cy="568325"/>
          </a:xfrm>
          <a:prstGeom prst="rect">
            <a:avLst/>
          </a:prstGeom>
          <a:solidFill>
            <a:srgbClr val="2F5A9E"/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38100" tIns="38100" rIns="38100" bIns="38100" numCol="1" spcCol="38100" rtlCol="0" anchor="ctr" forceAA="0">
            <a:spAutoFit/>
          </a:bodyPr>
          <a:lstStyle/>
          <a:p>
            <a:pPr marL="0" marR="0" lvl="0" indent="0" algn="ctr" defTabSz="8255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32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sp>
        <p:nvSpPr>
          <p:cNvPr id="11" name="矩形 10"/>
          <p:cNvSpPr/>
          <p:nvPr userDrawn="1"/>
        </p:nvSpPr>
        <p:spPr>
          <a:xfrm>
            <a:off x="22721888" y="12949238"/>
            <a:ext cx="1738313" cy="56832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38100" tIns="38100" rIns="38100" bIns="38100" numCol="1" spcCol="38100" rtlCol="0" anchor="ctr" forceAA="0">
            <a:spAutoFit/>
          </a:bodyPr>
          <a:lstStyle/>
          <a:p>
            <a:pPr marL="0" marR="0" lvl="0" indent="0" algn="ctr" defTabSz="8255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32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>
          <a:xfrm>
            <a:off x="22762277" y="13027152"/>
            <a:ext cx="754758" cy="384721"/>
          </a:xfrm>
          <a:prstGeom prst="rect">
            <a:avLst/>
          </a:prstGeom>
          <a:noFill/>
          <a:ln w="12700">
            <a:noFill/>
          </a:ln>
        </p:spPr>
        <p:txBody>
          <a:bodyPr wrap="none" lIns="38100" tIns="38100" rIns="38100" bIns="38100">
            <a:spAutoFit/>
          </a:bodyPr>
          <a:lstStyle>
            <a:lvl1pPr>
              <a:defRPr b="1">
                <a:solidFill>
                  <a:srgbClr val="FFFFFF"/>
                </a:solidFill>
              </a:defRPr>
            </a:lvl1pPr>
          </a:lstStyle>
          <a:p>
            <a:pPr marL="0" marR="0" lvl="0" indent="0" algn="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9A0DB2DC-4C9A-4742-B13C-FB6460FD3503}" type="slidenum">
              <a:rPr kumimoji="0" lang="zh-CN" altLang="en-US" sz="2400" b="1" i="0" u="none" strike="noStrike" kern="1200" cap="none" spc="0" normalizeH="0" baseline="0" noProof="1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cs typeface="Open Sans" panose="020B0606030504020204" pitchFamily="34" charset="0"/>
                <a:sym typeface="Open Sans" panose="020B0606030504020204" pitchFamily="34" charset="0"/>
              </a:rPr>
              <a:t>‹#›</a:t>
            </a:fld>
            <a:r>
              <a:rPr kumimoji="0" lang="zh-CN" altLang="en-US" sz="2400" b="1" i="0" u="none" strike="noStrike" kern="1200" cap="none" spc="0" normalizeH="0" baseline="0" noProof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cs typeface="Open Sans" panose="020B0606030504020204" pitchFamily="34" charset="0"/>
                <a:sym typeface="Open Sans" panose="020B0606030504020204" pitchFamily="34" charset="0"/>
              </a:rPr>
              <a:t> </a:t>
            </a:r>
            <a:r>
              <a:rPr kumimoji="0" lang="en-US" altLang="zh-CN" sz="2400" b="1" i="0" u="none" strike="noStrike" kern="1200" cap="none" spc="0" normalizeH="0" baseline="0" noProof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cs typeface="Open Sans" panose="020B0606030504020204" pitchFamily="34" charset="0"/>
                <a:sym typeface="Open Sans" panose="020B0606030504020204" pitchFamily="34" charset="0"/>
              </a:rPr>
              <a:t>/27</a:t>
            </a:r>
            <a:endParaRPr kumimoji="0" lang="zh-CN" altLang="en-US" sz="24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cs typeface="Open Sans" panose="020B0606030504020204" pitchFamily="34" charset="0"/>
              <a:sym typeface="Open Sans" panose="020B0606030504020204" pitchFamily="34" charset="0"/>
            </a:endParaRPr>
          </a:p>
        </p:txBody>
      </p:sp>
      <p:pic>
        <p:nvPicPr>
          <p:cNvPr id="5" name="图片 4" descr="12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2510" y="608330"/>
            <a:ext cx="5297805" cy="1052830"/>
          </a:xfrm>
          <a:prstGeom prst="rect">
            <a:avLst/>
          </a:prstGeom>
        </p:spPr>
      </p:pic>
    </p:spTree>
  </p:cSld>
  <p:clrMapOvr>
    <a:masterClrMapping/>
  </p:clrMapOvr>
  <p:transition spd="med"/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339764" y="4617762"/>
            <a:ext cx="21704474" cy="1798334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10800" b="0" spc="600">
                <a:effectLst/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339850" y="7131050"/>
            <a:ext cx="21704300" cy="1602740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4800" u="none" strike="noStrike" kern="1200" cap="none" spc="200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914400" indent="0" algn="ctr">
              <a:buNone/>
              <a:defRPr sz="4000"/>
            </a:lvl2pPr>
            <a:lvl3pPr marL="1828800" indent="0" algn="ctr">
              <a:buNone/>
              <a:defRPr sz="3600"/>
            </a:lvl3pPr>
            <a:lvl4pPr marL="2743200" indent="0" algn="ctr">
              <a:buNone/>
              <a:defRPr sz="3200"/>
            </a:lvl4pPr>
            <a:lvl5pPr marL="3657600" indent="0" algn="ctr">
              <a:buNone/>
              <a:defRPr sz="3200"/>
            </a:lvl5pPr>
            <a:lvl6pPr marL="4572000" indent="0" algn="ctr">
              <a:buNone/>
              <a:defRPr sz="3200"/>
            </a:lvl6pPr>
            <a:lvl7pPr marL="5486400" indent="0" algn="ctr">
              <a:buNone/>
              <a:defRPr sz="3200"/>
            </a:lvl7pPr>
            <a:lvl8pPr marL="6400800" indent="0" algn="ctr">
              <a:buNone/>
              <a:defRPr sz="3200"/>
            </a:lvl8pPr>
            <a:lvl9pPr marL="7315200" indent="0" algn="ctr">
              <a:buNone/>
              <a:defRPr sz="3200"/>
            </a:lvl9pPr>
          </a:lstStyle>
          <a:p>
            <a:r>
              <a:rPr lang="zh-CN" altLang="en-US" dirty="0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ct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49AE70B2-8BF9-45C0-BB95-33D1B9D3A854}" type="slidenum">
              <a:rPr kumimoji="0" lang="zh-CN" altLang="en-US" sz="24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cs typeface="+mn-cs"/>
                <a:sym typeface="Arial" panose="020B0604020202020204" pitchFamily="34" charset="0"/>
              </a:rPr>
              <a:t>‹#›</a:t>
            </a:fld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49AE70B2-8BF9-45C0-BB95-33D1B9D3A854}" type="slidenum">
              <a:rPr kumimoji="0" lang="zh-CN" altLang="en-US" sz="24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cs typeface="+mn-cs"/>
                <a:sym typeface="Arial" panose="020B0604020202020204" pitchFamily="34" charset="0"/>
              </a:rPr>
              <a:t>‹#›</a:t>
            </a:fld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1339764" y="1162450"/>
            <a:ext cx="21704474" cy="129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ct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49AE70B2-8BF9-45C0-BB95-33D1B9D3A854}" type="slidenum">
              <a:rPr kumimoji="0" lang="zh-CN" altLang="en-US" sz="24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cs typeface="+mn-cs"/>
                <a:sym typeface="Arial" panose="020B0604020202020204" pitchFamily="34" charset="0"/>
              </a:rPr>
              <a:t>‹#›</a:t>
            </a:fld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1339850" y="3016250"/>
            <a:ext cx="21704300" cy="9498330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ct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49AE70B2-8BF9-45C0-BB95-33D1B9D3A854}" type="slidenum">
              <a:rPr kumimoji="0" lang="zh-CN" altLang="en-US" sz="24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cs typeface="+mn-cs"/>
                <a:sym typeface="Arial" panose="020B0604020202020204" pitchFamily="34" charset="0"/>
              </a:rPr>
              <a:t>‹#›</a:t>
            </a:fld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1680210" y="1455420"/>
            <a:ext cx="7863840" cy="2230120"/>
          </a:xfrm>
        </p:spPr>
        <p:txBody>
          <a:bodyPr anchor="ctr" anchorCtr="0"/>
          <a:lstStyle>
            <a:lvl1pPr>
              <a:defRPr sz="6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10276840" y="1455420"/>
            <a:ext cx="12344400" cy="10806430"/>
          </a:xfrm>
        </p:spPr>
        <p:txBody>
          <a:bodyPr/>
          <a:lstStyle>
            <a:lvl1pPr>
              <a:defRPr sz="4800">
                <a:latin typeface="+mn-ea"/>
                <a:ea typeface="+mn-ea"/>
              </a:defRPr>
            </a:lvl1pPr>
            <a:lvl2pPr marL="914400" indent="0">
              <a:buNone/>
              <a:defRPr sz="4800">
                <a:latin typeface="+mn-ea"/>
                <a:ea typeface="+mn-ea"/>
              </a:defRPr>
            </a:lvl2pPr>
            <a:lvl3pPr>
              <a:defRPr sz="4800">
                <a:latin typeface="+mn-ea"/>
                <a:ea typeface="+mn-ea"/>
              </a:defRPr>
            </a:lvl3pPr>
            <a:lvl4pPr>
              <a:defRPr sz="4800">
                <a:latin typeface="+mn-ea"/>
                <a:ea typeface="+mn-ea"/>
              </a:defRPr>
            </a:lvl4pPr>
            <a:lvl5pPr>
              <a:defRPr sz="4800">
                <a:latin typeface="+mn-ea"/>
                <a:ea typeface="+mn-ea"/>
              </a:defRPr>
            </a:lvl5pPr>
            <a:lvl6pPr>
              <a:defRPr sz="4000"/>
            </a:lvl6pPr>
            <a:lvl7pPr>
              <a:defRPr sz="4000"/>
            </a:lvl7pPr>
            <a:lvl8pPr>
              <a:defRPr sz="4000"/>
            </a:lvl8pPr>
            <a:lvl9pPr>
              <a:defRPr sz="40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1680210" y="4479290"/>
            <a:ext cx="7863840" cy="7783830"/>
          </a:xfrm>
        </p:spPr>
        <p:txBody>
          <a:bodyPr/>
          <a:lstStyle>
            <a:lvl1pPr marL="685800" indent="-685800">
              <a:buFont typeface="Arial" panose="020B0604020202020204" pitchFamily="34" charset="0"/>
              <a:buChar char="•"/>
              <a:defRPr sz="4800">
                <a:latin typeface="+mn-ea"/>
                <a:ea typeface="+mn-ea"/>
              </a:defRPr>
            </a:lvl1pPr>
            <a:lvl2pPr marL="914400" indent="0">
              <a:buNone/>
              <a:defRPr sz="2800"/>
            </a:lvl2pPr>
            <a:lvl3pPr marL="1828800" indent="0">
              <a:buNone/>
              <a:defRPr sz="2400"/>
            </a:lvl3pPr>
            <a:lvl4pPr marL="2743200" indent="0">
              <a:buNone/>
              <a:defRPr sz="2000"/>
            </a:lvl4pPr>
            <a:lvl5pPr marL="3657600" indent="0">
              <a:buNone/>
              <a:defRPr sz="2000"/>
            </a:lvl5pPr>
            <a:lvl6pPr marL="4572000" indent="0">
              <a:buNone/>
              <a:defRPr sz="2000"/>
            </a:lvl6pPr>
            <a:lvl7pPr marL="5486400" indent="0">
              <a:buNone/>
              <a:defRPr sz="2000"/>
            </a:lvl7pPr>
            <a:lvl8pPr marL="6400800" indent="0">
              <a:buNone/>
              <a:defRPr sz="2000"/>
            </a:lvl8pPr>
            <a:lvl9pPr marL="7315200" indent="0">
              <a:buNone/>
              <a:defRPr sz="200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ct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FABC47A4-756D-490B-A52F-7D9E2C9FC05F}" type="slidenum">
              <a:rPr kumimoji="0" lang="zh-CN" altLang="en-US" sz="24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cs typeface="+mn-cs"/>
                <a:sym typeface="Arial" panose="020B0604020202020204" pitchFamily="34" charset="0"/>
              </a:rPr>
              <a:t>‹#›</a:t>
            </a:fld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1339850" y="11210290"/>
            <a:ext cx="21704300" cy="1116330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1339850" y="1282700"/>
            <a:ext cx="21704300" cy="9112250"/>
          </a:xfrm>
        </p:spPr>
        <p:txBody>
          <a:bodyPr vert="horz" lIns="101600" tIns="0" rIns="82550" bIns="0" rtlCol="0">
            <a:noAutofit/>
          </a:bodyPr>
          <a:lstStyle>
            <a:lvl1pPr marL="457200" marR="0" lvl="0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914400" marR="0" lvl="1" indent="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None/>
              <a:tabLst>
                <a:tab pos="1609725" algn="l"/>
              </a:tabLst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2286000" marR="0" lvl="2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3200400" marR="0" lvl="3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4114800" marR="0" lvl="4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ct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49AE70B2-8BF9-45C0-BB95-33D1B9D3A854}" type="slidenum">
              <a:rPr kumimoji="0" lang="zh-CN" altLang="en-US" sz="24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cs typeface="+mn-cs"/>
                <a:sym typeface="Arial" panose="020B0604020202020204" pitchFamily="34" charset="0"/>
              </a:rPr>
              <a:t>‹#›</a:t>
            </a:fld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24392890" cy="13736320"/>
          </a:xfrm>
        </p:spPr>
        <p:txBody>
          <a:bodyPr vert="horz" lIns="101600" tIns="0" rIns="82550" bIns="0" rtlCol="0">
            <a:noAutofit/>
          </a:bodyPr>
          <a:lstStyle>
            <a:lvl1pPr marL="457200" marR="0" lvl="0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914400" marR="0" lvl="1" indent="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None/>
              <a:tabLst>
                <a:tab pos="1609725" algn="l"/>
              </a:tabLst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2286000" marR="0" lvl="2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3200400" marR="0" lvl="3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4114800" marR="0" lvl="4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ct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49AE70B2-8BF9-45C0-BB95-33D1B9D3A854}" type="slidenum">
              <a:rPr kumimoji="0" lang="zh-CN" altLang="en-US" sz="24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cs typeface="+mn-cs"/>
                <a:sym typeface="Arial" panose="020B0604020202020204" pitchFamily="34" charset="0"/>
              </a:rPr>
              <a:t>‹#›</a:t>
            </a:fld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935990" y="1130300"/>
            <a:ext cx="10800080" cy="11455400"/>
          </a:xfrm>
        </p:spPr>
        <p:txBody>
          <a:bodyPr vert="horz" lIns="101600" tIns="0" rIns="82550" bIns="0" rtlCol="0">
            <a:noAutofit/>
          </a:bodyPr>
          <a:lstStyle>
            <a:lvl1pPr marL="457200" marR="0" lvl="0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1371600" marR="0" lvl="1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2286000" marR="0" lvl="2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3200400" marR="0" lvl="3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4114800" marR="0" lvl="4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12575540" y="1130300"/>
            <a:ext cx="10800080" cy="11455400"/>
          </a:xfrm>
        </p:spPr>
        <p:txBody>
          <a:bodyPr vert="horz" lIns="101600" tIns="0" rIns="82550" bIns="0" rtlCol="0">
            <a:noAutofit/>
          </a:bodyPr>
          <a:lstStyle>
            <a:lvl1pPr marL="457200" marR="0" lvl="0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1371600" marR="0" lvl="1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2286000" marR="0" lvl="2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3200400" marR="0" lvl="3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4114800" marR="0" lvl="4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</a:t>
            </a:r>
            <a:r>
              <a:rPr>
                <a:sym typeface="+mn-ea"/>
              </a:rPr>
              <a:t>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ct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49AE70B2-8BF9-45C0-BB95-33D1B9D3A854}" type="slidenum">
              <a:rPr kumimoji="0" lang="zh-CN" altLang="en-US" sz="24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cs typeface="+mn-cs"/>
                <a:sym typeface="Arial" panose="020B0604020202020204" pitchFamily="34" charset="0"/>
              </a:rPr>
              <a:t>‹#›</a:t>
            </a:fld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1339764" y="1247182"/>
            <a:ext cx="21704474" cy="1798334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0" i="0" u="none" strike="noStrike" kern="1200" cap="none" spc="600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11129645" y="13192234"/>
            <a:ext cx="1464945" cy="323165"/>
          </a:xfrm>
        </p:spPr>
        <p:txBody>
          <a:bodyPr wrap="square">
            <a:noAutofit/>
          </a:bodyPr>
          <a:lstStyle>
            <a:lvl1pPr algn="ctr">
              <a:defRPr sz="2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-</a:t>
            </a:r>
            <a:fld id="{FAEDECE0-B3E3-4E93-9B91-9F10B30F5B07}" type="slidenum">
              <a:rPr kumimoji="0" lang="en-US" altLang="zh-CN" sz="24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‹#›</a:t>
            </a:fld>
            <a:r>
              <a:rPr kumimoji="0" lang="en-US" altLang="zh-CN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-</a:t>
            </a: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7" name="文本框 6"/>
          <p:cNvSpPr txBox="1"/>
          <p:nvPr userDrawn="1"/>
        </p:nvSpPr>
        <p:spPr>
          <a:xfrm>
            <a:off x="19842084" y="13153762"/>
            <a:ext cx="5068389" cy="400108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lvl="0" indent="0" algn="ctr" defTabSz="8255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 userDrawn="1"/>
        </p:nvCxnSpPr>
        <p:spPr>
          <a:xfrm>
            <a:off x="6540062" y="1830047"/>
            <a:ext cx="17130242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ct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49AE70B2-8BF9-45C0-BB95-33D1B9D3A854}" type="slidenum">
              <a:rPr kumimoji="0" lang="zh-CN" altLang="en-US" sz="24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cs typeface="+mn-cs"/>
                <a:sym typeface="Arial" panose="020B0604020202020204" pitchFamily="34" charset="0"/>
              </a:rPr>
              <a:t>‹#›</a:t>
            </a:fld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 with phot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Линия"/>
          <p:cNvSpPr/>
          <p:nvPr userDrawn="1"/>
        </p:nvSpPr>
        <p:spPr>
          <a:xfrm flipV="1">
            <a:off x="6822313" y="1309370"/>
            <a:ext cx="17549495" cy="635"/>
          </a:xfrm>
          <a:prstGeom prst="line">
            <a:avLst/>
          </a:prstGeom>
          <a:ln w="57150" cap="flat" cmpd="sng">
            <a:solidFill>
              <a:srgbClr val="2F5A9E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6" name="矩形 5"/>
          <p:cNvSpPr/>
          <p:nvPr userDrawn="1"/>
        </p:nvSpPr>
        <p:spPr>
          <a:xfrm>
            <a:off x="-76200" y="12949238"/>
            <a:ext cx="24536400" cy="568325"/>
          </a:xfrm>
          <a:prstGeom prst="rect">
            <a:avLst/>
          </a:prstGeom>
          <a:solidFill>
            <a:srgbClr val="2F5A9E"/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38100" tIns="38100" rIns="38100" bIns="38100" numCol="1" spcCol="38100" rtlCol="0" anchor="ctr" forceAA="0">
            <a:spAutoFit/>
          </a:bodyPr>
          <a:lstStyle/>
          <a:p>
            <a:pPr marL="0" marR="0" lvl="0" indent="0" algn="ctr" defTabSz="8255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32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sp>
        <p:nvSpPr>
          <p:cNvPr id="11" name="矩形 10"/>
          <p:cNvSpPr/>
          <p:nvPr userDrawn="1"/>
        </p:nvSpPr>
        <p:spPr>
          <a:xfrm>
            <a:off x="22721888" y="12949238"/>
            <a:ext cx="1738313" cy="56832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38100" tIns="38100" rIns="38100" bIns="38100" numCol="1" spcCol="38100" rtlCol="0" anchor="ctr" forceAA="0">
            <a:spAutoFit/>
          </a:bodyPr>
          <a:lstStyle/>
          <a:p>
            <a:pPr marL="0" marR="0" lvl="0" indent="0" algn="ctr" defTabSz="8255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32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>
          <a:xfrm>
            <a:off x="22762277" y="13027152"/>
            <a:ext cx="754758" cy="384721"/>
          </a:xfrm>
          <a:prstGeom prst="rect">
            <a:avLst/>
          </a:prstGeom>
          <a:noFill/>
          <a:ln w="12700">
            <a:noFill/>
          </a:ln>
        </p:spPr>
        <p:txBody>
          <a:bodyPr wrap="none" lIns="38100" tIns="38100" rIns="38100" bIns="38100">
            <a:spAutoFit/>
          </a:bodyPr>
          <a:lstStyle>
            <a:lvl1pPr>
              <a:defRPr b="1">
                <a:solidFill>
                  <a:srgbClr val="FFFFFF"/>
                </a:solidFill>
              </a:defRPr>
            </a:lvl1pPr>
          </a:lstStyle>
          <a:p>
            <a:pPr marL="0" marR="0" lvl="0" indent="0" algn="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9A0DB2DC-4C9A-4742-B13C-FB6460FD3503}" type="slidenum">
              <a:rPr kumimoji="0" lang="zh-CN" altLang="en-US" sz="2400" b="1" i="0" u="none" strike="noStrike" kern="1200" cap="none" spc="0" normalizeH="0" baseline="0" noProof="1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cs typeface="Open Sans" panose="020B0606030504020204" pitchFamily="34" charset="0"/>
                <a:sym typeface="Open Sans" panose="020B0606030504020204" pitchFamily="34" charset="0"/>
              </a:rPr>
              <a:t>‹#›</a:t>
            </a:fld>
            <a:r>
              <a:rPr kumimoji="0" lang="zh-CN" altLang="en-US" sz="2400" b="1" i="0" u="none" strike="noStrike" kern="1200" cap="none" spc="0" normalizeH="0" baseline="0" noProof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cs typeface="Open Sans" panose="020B0606030504020204" pitchFamily="34" charset="0"/>
                <a:sym typeface="Open Sans" panose="020B0606030504020204" pitchFamily="34" charset="0"/>
              </a:rPr>
              <a:t> </a:t>
            </a:r>
            <a:r>
              <a:rPr kumimoji="0" lang="en-US" altLang="zh-CN" sz="2400" b="1" i="0" u="none" strike="noStrike" kern="1200" cap="none" spc="0" normalizeH="0" baseline="0" noProof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cs typeface="Open Sans" panose="020B0606030504020204" pitchFamily="34" charset="0"/>
                <a:sym typeface="Open Sans" panose="020B0606030504020204" pitchFamily="34" charset="0"/>
              </a:rPr>
              <a:t>/27</a:t>
            </a:r>
            <a:endParaRPr kumimoji="0" lang="zh-CN" altLang="en-US" sz="24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cs typeface="Open Sans" panose="020B0606030504020204" pitchFamily="34" charset="0"/>
              <a:sym typeface="Open Sans" panose="020B0606030504020204" pitchFamily="34" charset="0"/>
            </a:endParaRPr>
          </a:p>
        </p:txBody>
      </p:sp>
      <p:pic>
        <p:nvPicPr>
          <p:cNvPr id="5" name="图片 4" descr="12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2510" y="608330"/>
            <a:ext cx="5297805" cy="1052830"/>
          </a:xfrm>
          <a:prstGeom prst="rect">
            <a:avLst/>
          </a:prstGeom>
        </p:spPr>
      </p:pic>
    </p:spTree>
  </p:cSld>
  <p:clrMapOvr>
    <a:masterClrMapping/>
  </p:clrMapOvr>
  <p:transition spd="med"/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339764" y="4617762"/>
            <a:ext cx="21704474" cy="1798334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10800" b="0" spc="600">
                <a:effectLst/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339850" y="7131050"/>
            <a:ext cx="21704300" cy="1602740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4800" u="none" strike="noStrike" kern="1200" cap="none" spc="200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914400" indent="0" algn="ctr">
              <a:buNone/>
              <a:defRPr sz="4000"/>
            </a:lvl2pPr>
            <a:lvl3pPr marL="1828800" indent="0" algn="ctr">
              <a:buNone/>
              <a:defRPr sz="3600"/>
            </a:lvl3pPr>
            <a:lvl4pPr marL="2743200" indent="0" algn="ctr">
              <a:buNone/>
              <a:defRPr sz="3200"/>
            </a:lvl4pPr>
            <a:lvl5pPr marL="3657600" indent="0" algn="ctr">
              <a:buNone/>
              <a:defRPr sz="3200"/>
            </a:lvl5pPr>
            <a:lvl6pPr marL="4572000" indent="0" algn="ctr">
              <a:buNone/>
              <a:defRPr sz="3200"/>
            </a:lvl6pPr>
            <a:lvl7pPr marL="5486400" indent="0" algn="ctr">
              <a:buNone/>
              <a:defRPr sz="3200"/>
            </a:lvl7pPr>
            <a:lvl8pPr marL="6400800" indent="0" algn="ctr">
              <a:buNone/>
              <a:defRPr sz="3200"/>
            </a:lvl8pPr>
            <a:lvl9pPr marL="7315200" indent="0" algn="ctr">
              <a:buNone/>
              <a:defRPr sz="3200"/>
            </a:lvl9pPr>
          </a:lstStyle>
          <a:p>
            <a:r>
              <a:rPr lang="zh-CN" altLang="en-US" dirty="0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ct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49AE70B2-8BF9-45C0-BB95-33D1B9D3A854}" type="slidenum">
              <a:rPr kumimoji="0" lang="zh-CN" altLang="en-US" sz="24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cs typeface="+mn-cs"/>
                <a:sym typeface="Arial" panose="020B0604020202020204" pitchFamily="34" charset="0"/>
              </a:rPr>
              <a:t>‹#›</a:t>
            </a:fld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49AE70B2-8BF9-45C0-BB95-33D1B9D3A854}" type="slidenum">
              <a:rPr kumimoji="0" lang="zh-CN" altLang="en-US" sz="24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cs typeface="+mn-cs"/>
                <a:sym typeface="Arial" panose="020B0604020202020204" pitchFamily="34" charset="0"/>
              </a:rPr>
              <a:t>‹#›</a:t>
            </a:fld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1339764" y="1162450"/>
            <a:ext cx="21704474" cy="129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ct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49AE70B2-8BF9-45C0-BB95-33D1B9D3A854}" type="slidenum">
              <a:rPr kumimoji="0" lang="zh-CN" altLang="en-US" sz="24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cs typeface="+mn-cs"/>
                <a:sym typeface="Arial" panose="020B0604020202020204" pitchFamily="34" charset="0"/>
              </a:rPr>
              <a:t>‹#›</a:t>
            </a:fld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1339850" y="3016250"/>
            <a:ext cx="21704300" cy="9498330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ct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49AE70B2-8BF9-45C0-BB95-33D1B9D3A854}" type="slidenum">
              <a:rPr kumimoji="0" lang="zh-CN" altLang="en-US" sz="24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cs typeface="+mn-cs"/>
                <a:sym typeface="Arial" panose="020B0604020202020204" pitchFamily="34" charset="0"/>
              </a:rPr>
              <a:t>‹#›</a:t>
            </a:fld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1680210" y="1455420"/>
            <a:ext cx="7863840" cy="2230120"/>
          </a:xfrm>
        </p:spPr>
        <p:txBody>
          <a:bodyPr anchor="ctr" anchorCtr="0"/>
          <a:lstStyle>
            <a:lvl1pPr>
              <a:defRPr sz="6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10276840" y="1455420"/>
            <a:ext cx="12344400" cy="10806430"/>
          </a:xfrm>
        </p:spPr>
        <p:txBody>
          <a:bodyPr/>
          <a:lstStyle>
            <a:lvl1pPr>
              <a:defRPr sz="4800">
                <a:latin typeface="+mn-ea"/>
                <a:ea typeface="+mn-ea"/>
              </a:defRPr>
            </a:lvl1pPr>
            <a:lvl2pPr marL="914400" indent="0">
              <a:buNone/>
              <a:defRPr sz="4800">
                <a:latin typeface="+mn-ea"/>
                <a:ea typeface="+mn-ea"/>
              </a:defRPr>
            </a:lvl2pPr>
            <a:lvl3pPr>
              <a:defRPr sz="4800">
                <a:latin typeface="+mn-ea"/>
                <a:ea typeface="+mn-ea"/>
              </a:defRPr>
            </a:lvl3pPr>
            <a:lvl4pPr>
              <a:defRPr sz="4800">
                <a:latin typeface="+mn-ea"/>
                <a:ea typeface="+mn-ea"/>
              </a:defRPr>
            </a:lvl4pPr>
            <a:lvl5pPr>
              <a:defRPr sz="4800">
                <a:latin typeface="+mn-ea"/>
                <a:ea typeface="+mn-ea"/>
              </a:defRPr>
            </a:lvl5pPr>
            <a:lvl6pPr>
              <a:defRPr sz="4000"/>
            </a:lvl6pPr>
            <a:lvl7pPr>
              <a:defRPr sz="4000"/>
            </a:lvl7pPr>
            <a:lvl8pPr>
              <a:defRPr sz="4000"/>
            </a:lvl8pPr>
            <a:lvl9pPr>
              <a:defRPr sz="40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1680210" y="4479290"/>
            <a:ext cx="7863840" cy="7783830"/>
          </a:xfrm>
        </p:spPr>
        <p:txBody>
          <a:bodyPr/>
          <a:lstStyle>
            <a:lvl1pPr marL="685800" indent="-685800">
              <a:buFont typeface="Arial" panose="020B0604020202020204" pitchFamily="34" charset="0"/>
              <a:buChar char="•"/>
              <a:defRPr sz="4800">
                <a:latin typeface="+mn-ea"/>
                <a:ea typeface="+mn-ea"/>
              </a:defRPr>
            </a:lvl1pPr>
            <a:lvl2pPr marL="914400" indent="0">
              <a:buNone/>
              <a:defRPr sz="2800"/>
            </a:lvl2pPr>
            <a:lvl3pPr marL="1828800" indent="0">
              <a:buNone/>
              <a:defRPr sz="2400"/>
            </a:lvl3pPr>
            <a:lvl4pPr marL="2743200" indent="0">
              <a:buNone/>
              <a:defRPr sz="2000"/>
            </a:lvl4pPr>
            <a:lvl5pPr marL="3657600" indent="0">
              <a:buNone/>
              <a:defRPr sz="2000"/>
            </a:lvl5pPr>
            <a:lvl6pPr marL="4572000" indent="0">
              <a:buNone/>
              <a:defRPr sz="2000"/>
            </a:lvl6pPr>
            <a:lvl7pPr marL="5486400" indent="0">
              <a:buNone/>
              <a:defRPr sz="2000"/>
            </a:lvl7pPr>
            <a:lvl8pPr marL="6400800" indent="0">
              <a:buNone/>
              <a:defRPr sz="2000"/>
            </a:lvl8pPr>
            <a:lvl9pPr marL="7315200" indent="0">
              <a:buNone/>
              <a:defRPr sz="200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ct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FABC47A4-756D-490B-A52F-7D9E2C9FC05F}" type="slidenum">
              <a:rPr kumimoji="0" lang="zh-CN" altLang="en-US" sz="24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cs typeface="+mn-cs"/>
                <a:sym typeface="Arial" panose="020B0604020202020204" pitchFamily="34" charset="0"/>
              </a:rPr>
              <a:t>‹#›</a:t>
            </a:fld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1339850" y="11210290"/>
            <a:ext cx="21704300" cy="1116330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1339850" y="1282700"/>
            <a:ext cx="21704300" cy="9112250"/>
          </a:xfrm>
        </p:spPr>
        <p:txBody>
          <a:bodyPr vert="horz" lIns="101600" tIns="0" rIns="82550" bIns="0" rtlCol="0">
            <a:noAutofit/>
          </a:bodyPr>
          <a:lstStyle>
            <a:lvl1pPr marL="457200" marR="0" lvl="0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914400" marR="0" lvl="1" indent="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None/>
              <a:tabLst>
                <a:tab pos="1609725" algn="l"/>
              </a:tabLst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2286000" marR="0" lvl="2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3200400" marR="0" lvl="3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4114800" marR="0" lvl="4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ct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49AE70B2-8BF9-45C0-BB95-33D1B9D3A854}" type="slidenum">
              <a:rPr kumimoji="0" lang="zh-CN" altLang="en-US" sz="24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cs typeface="+mn-cs"/>
                <a:sym typeface="Arial" panose="020B0604020202020204" pitchFamily="34" charset="0"/>
              </a:rPr>
              <a:t>‹#›</a:t>
            </a:fld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24392890" cy="13736320"/>
          </a:xfrm>
        </p:spPr>
        <p:txBody>
          <a:bodyPr vert="horz" lIns="101600" tIns="0" rIns="82550" bIns="0" rtlCol="0">
            <a:noAutofit/>
          </a:bodyPr>
          <a:lstStyle>
            <a:lvl1pPr marL="457200" marR="0" lvl="0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914400" marR="0" lvl="1" indent="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None/>
              <a:tabLst>
                <a:tab pos="1609725" algn="l"/>
              </a:tabLst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2286000" marR="0" lvl="2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3200400" marR="0" lvl="3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4114800" marR="0" lvl="4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ct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49AE70B2-8BF9-45C0-BB95-33D1B9D3A854}" type="slidenum">
              <a:rPr kumimoji="0" lang="zh-CN" altLang="en-US" sz="24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cs typeface="+mn-cs"/>
                <a:sym typeface="Arial" panose="020B0604020202020204" pitchFamily="34" charset="0"/>
              </a:rPr>
              <a:t>‹#›</a:t>
            </a:fld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935990" y="1130300"/>
            <a:ext cx="10800080" cy="11455400"/>
          </a:xfrm>
        </p:spPr>
        <p:txBody>
          <a:bodyPr vert="horz" lIns="101600" tIns="0" rIns="82550" bIns="0" rtlCol="0">
            <a:noAutofit/>
          </a:bodyPr>
          <a:lstStyle>
            <a:lvl1pPr marL="457200" marR="0" lvl="0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1371600" marR="0" lvl="1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2286000" marR="0" lvl="2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3200400" marR="0" lvl="3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4114800" marR="0" lvl="4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12575540" y="1130300"/>
            <a:ext cx="10800080" cy="11455400"/>
          </a:xfrm>
        </p:spPr>
        <p:txBody>
          <a:bodyPr vert="horz" lIns="101600" tIns="0" rIns="82550" bIns="0" rtlCol="0">
            <a:noAutofit/>
          </a:bodyPr>
          <a:lstStyle>
            <a:lvl1pPr marL="457200" marR="0" lvl="0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1371600" marR="0" lvl="1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2286000" marR="0" lvl="2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3200400" marR="0" lvl="3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4114800" marR="0" lvl="4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</a:t>
            </a:r>
            <a:r>
              <a:rPr>
                <a:sym typeface="+mn-ea"/>
              </a:rPr>
              <a:t>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ct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49AE70B2-8BF9-45C0-BB95-33D1B9D3A854}" type="slidenum">
              <a:rPr kumimoji="0" lang="zh-CN" altLang="en-US" sz="24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cs typeface="+mn-cs"/>
                <a:sym typeface="Arial" panose="020B0604020202020204" pitchFamily="34" charset="0"/>
              </a:rPr>
              <a:t>‹#›</a:t>
            </a:fld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1339764" y="1247182"/>
            <a:ext cx="21704474" cy="1798334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0" i="0" u="none" strike="noStrike" kern="1200" cap="none" spc="600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11129645" y="13192234"/>
            <a:ext cx="1464945" cy="323165"/>
          </a:xfrm>
        </p:spPr>
        <p:txBody>
          <a:bodyPr wrap="square">
            <a:noAutofit/>
          </a:bodyPr>
          <a:lstStyle>
            <a:lvl1pPr algn="ctr">
              <a:defRPr sz="2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-</a:t>
            </a:r>
            <a:fld id="{FAEDECE0-B3E3-4E93-9B91-9F10B30F5B07}" type="slidenum">
              <a:rPr kumimoji="0" lang="en-US" altLang="zh-CN" sz="24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‹#›</a:t>
            </a:fld>
            <a:r>
              <a:rPr kumimoji="0" lang="en-US" altLang="zh-CN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-</a:t>
            </a: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7" name="文本框 6"/>
          <p:cNvSpPr txBox="1"/>
          <p:nvPr userDrawn="1"/>
        </p:nvSpPr>
        <p:spPr>
          <a:xfrm>
            <a:off x="19842084" y="13153762"/>
            <a:ext cx="5068389" cy="400108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lvl="0" indent="0" algn="ctr" defTabSz="8255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 userDrawn="1"/>
        </p:nvCxnSpPr>
        <p:spPr>
          <a:xfrm>
            <a:off x="6540062" y="1830047"/>
            <a:ext cx="17130242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ct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49AE70B2-8BF9-45C0-BB95-33D1B9D3A854}" type="slidenum">
              <a:rPr kumimoji="0" lang="zh-CN" altLang="en-US" sz="24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cs typeface="+mn-cs"/>
                <a:sym typeface="Arial" panose="020B0604020202020204" pitchFamily="34" charset="0"/>
              </a:rPr>
              <a:t>‹#›</a:t>
            </a:fld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 with phot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Линия"/>
          <p:cNvSpPr/>
          <p:nvPr userDrawn="1"/>
        </p:nvSpPr>
        <p:spPr>
          <a:xfrm flipV="1">
            <a:off x="6822313" y="1309370"/>
            <a:ext cx="17549495" cy="635"/>
          </a:xfrm>
          <a:prstGeom prst="line">
            <a:avLst/>
          </a:prstGeom>
          <a:ln w="57150" cap="flat" cmpd="sng">
            <a:solidFill>
              <a:srgbClr val="2F5A9E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6" name="矩形 5"/>
          <p:cNvSpPr/>
          <p:nvPr userDrawn="1"/>
        </p:nvSpPr>
        <p:spPr>
          <a:xfrm>
            <a:off x="-76200" y="12949238"/>
            <a:ext cx="24536400" cy="568325"/>
          </a:xfrm>
          <a:prstGeom prst="rect">
            <a:avLst/>
          </a:prstGeom>
          <a:solidFill>
            <a:srgbClr val="2F5A9E"/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38100" tIns="38100" rIns="38100" bIns="38100" numCol="1" spcCol="38100" rtlCol="0" anchor="ctr" forceAA="0">
            <a:spAutoFit/>
          </a:bodyPr>
          <a:lstStyle/>
          <a:p>
            <a:pPr marL="0" marR="0" lvl="0" indent="0" algn="ctr" defTabSz="8255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32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sp>
        <p:nvSpPr>
          <p:cNvPr id="11" name="矩形 10"/>
          <p:cNvSpPr/>
          <p:nvPr userDrawn="1"/>
        </p:nvSpPr>
        <p:spPr>
          <a:xfrm>
            <a:off x="22721888" y="12949238"/>
            <a:ext cx="1738313" cy="56832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38100" tIns="38100" rIns="38100" bIns="38100" numCol="1" spcCol="38100" rtlCol="0" anchor="ctr" forceAA="0">
            <a:spAutoFit/>
          </a:bodyPr>
          <a:lstStyle/>
          <a:p>
            <a:pPr marL="0" marR="0" lvl="0" indent="0" algn="ctr" defTabSz="8255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32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>
          <a:xfrm>
            <a:off x="22762277" y="13027152"/>
            <a:ext cx="754758" cy="384721"/>
          </a:xfrm>
          <a:prstGeom prst="rect">
            <a:avLst/>
          </a:prstGeom>
          <a:noFill/>
          <a:ln w="12700">
            <a:noFill/>
          </a:ln>
        </p:spPr>
        <p:txBody>
          <a:bodyPr wrap="none" lIns="38100" tIns="38100" rIns="38100" bIns="38100">
            <a:spAutoFit/>
          </a:bodyPr>
          <a:lstStyle>
            <a:lvl1pPr>
              <a:defRPr b="1">
                <a:solidFill>
                  <a:srgbClr val="FFFFFF"/>
                </a:solidFill>
              </a:defRPr>
            </a:lvl1pPr>
          </a:lstStyle>
          <a:p>
            <a:pPr marL="0" marR="0" lvl="0" indent="0" algn="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9A0DB2DC-4C9A-4742-B13C-FB6460FD3503}" type="slidenum">
              <a:rPr kumimoji="0" lang="zh-CN" altLang="en-US" sz="2400" b="1" i="0" u="none" strike="noStrike" kern="1200" cap="none" spc="0" normalizeH="0" baseline="0" noProof="1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cs typeface="Open Sans" panose="020B0606030504020204" pitchFamily="34" charset="0"/>
                <a:sym typeface="Open Sans" panose="020B0606030504020204" pitchFamily="34" charset="0"/>
              </a:rPr>
              <a:t>‹#›</a:t>
            </a:fld>
            <a:r>
              <a:rPr kumimoji="0" lang="zh-CN" altLang="en-US" sz="2400" b="1" i="0" u="none" strike="noStrike" kern="1200" cap="none" spc="0" normalizeH="0" baseline="0" noProof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cs typeface="Open Sans" panose="020B0606030504020204" pitchFamily="34" charset="0"/>
                <a:sym typeface="Open Sans" panose="020B0606030504020204" pitchFamily="34" charset="0"/>
              </a:rPr>
              <a:t> </a:t>
            </a:r>
            <a:r>
              <a:rPr kumimoji="0" lang="en-US" altLang="zh-CN" sz="2400" b="1" i="0" u="none" strike="noStrike" kern="1200" cap="none" spc="0" normalizeH="0" baseline="0" noProof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cs typeface="Open Sans" panose="020B0606030504020204" pitchFamily="34" charset="0"/>
                <a:sym typeface="Open Sans" panose="020B0606030504020204" pitchFamily="34" charset="0"/>
              </a:rPr>
              <a:t>/27</a:t>
            </a:r>
            <a:endParaRPr kumimoji="0" lang="zh-CN" altLang="en-US" sz="24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cs typeface="Open Sans" panose="020B0606030504020204" pitchFamily="34" charset="0"/>
              <a:sym typeface="Open Sans" panose="020B0606030504020204" pitchFamily="34" charset="0"/>
            </a:endParaRPr>
          </a:p>
        </p:txBody>
      </p:sp>
      <p:pic>
        <p:nvPicPr>
          <p:cNvPr id="5" name="图片 4" descr="12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2510" y="608330"/>
            <a:ext cx="5297805" cy="1052830"/>
          </a:xfrm>
          <a:prstGeom prst="rect">
            <a:avLst/>
          </a:prstGeom>
        </p:spPr>
      </p:pic>
    </p:spTree>
  </p:cSld>
  <p:clrMapOvr>
    <a:masterClrMapping/>
  </p:clrMapOvr>
  <p:transition spd="med"/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339764" y="4617762"/>
            <a:ext cx="21704474" cy="1798334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10800" b="0" spc="600">
                <a:effectLst/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339850" y="7131050"/>
            <a:ext cx="21704300" cy="1602740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4800" u="none" strike="noStrike" kern="1200" cap="none" spc="200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914400" indent="0" algn="ctr">
              <a:buNone/>
              <a:defRPr sz="4000"/>
            </a:lvl2pPr>
            <a:lvl3pPr marL="1828800" indent="0" algn="ctr">
              <a:buNone/>
              <a:defRPr sz="3600"/>
            </a:lvl3pPr>
            <a:lvl4pPr marL="2743200" indent="0" algn="ctr">
              <a:buNone/>
              <a:defRPr sz="3200"/>
            </a:lvl4pPr>
            <a:lvl5pPr marL="3657600" indent="0" algn="ctr">
              <a:buNone/>
              <a:defRPr sz="3200"/>
            </a:lvl5pPr>
            <a:lvl6pPr marL="4572000" indent="0" algn="ctr">
              <a:buNone/>
              <a:defRPr sz="3200"/>
            </a:lvl6pPr>
            <a:lvl7pPr marL="5486400" indent="0" algn="ctr">
              <a:buNone/>
              <a:defRPr sz="3200"/>
            </a:lvl7pPr>
            <a:lvl8pPr marL="6400800" indent="0" algn="ctr">
              <a:buNone/>
              <a:defRPr sz="3200"/>
            </a:lvl8pPr>
            <a:lvl9pPr marL="7315200" indent="0" algn="ctr">
              <a:buNone/>
              <a:defRPr sz="3200"/>
            </a:lvl9pPr>
          </a:lstStyle>
          <a:p>
            <a:r>
              <a:rPr lang="zh-CN" altLang="en-US" dirty="0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ct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49AE70B2-8BF9-45C0-BB95-33D1B9D3A854}" type="slidenum">
              <a:rPr kumimoji="0" lang="zh-CN" altLang="en-US" sz="24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cs typeface="+mn-cs"/>
                <a:sym typeface="Arial" panose="020B0604020202020204" pitchFamily="34" charset="0"/>
              </a:rPr>
              <a:t>‹#›</a:t>
            </a:fld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49AE70B2-8BF9-45C0-BB95-33D1B9D3A854}" type="slidenum">
              <a:rPr kumimoji="0" lang="zh-CN" altLang="en-US" sz="24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cs typeface="+mn-cs"/>
                <a:sym typeface="Arial" panose="020B0604020202020204" pitchFamily="34" charset="0"/>
              </a:rPr>
              <a:t>‹#›</a:t>
            </a:fld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1339764" y="1162450"/>
            <a:ext cx="21704474" cy="129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ct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49AE70B2-8BF9-45C0-BB95-33D1B9D3A854}" type="slidenum">
              <a:rPr kumimoji="0" lang="zh-CN" altLang="en-US" sz="24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cs typeface="+mn-cs"/>
                <a:sym typeface="Arial" panose="020B0604020202020204" pitchFamily="34" charset="0"/>
              </a:rPr>
              <a:t>‹#›</a:t>
            </a:fld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1339850" y="3016250"/>
            <a:ext cx="21704300" cy="9498330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ct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49AE70B2-8BF9-45C0-BB95-33D1B9D3A854}" type="slidenum">
              <a:rPr kumimoji="0" lang="zh-CN" altLang="en-US" sz="24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cs typeface="+mn-cs"/>
                <a:sym typeface="Arial" panose="020B0604020202020204" pitchFamily="34" charset="0"/>
              </a:rPr>
              <a:t>‹#›</a:t>
            </a:fld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1680210" y="1455420"/>
            <a:ext cx="7863840" cy="2230120"/>
          </a:xfrm>
        </p:spPr>
        <p:txBody>
          <a:bodyPr anchor="ctr" anchorCtr="0"/>
          <a:lstStyle>
            <a:lvl1pPr>
              <a:defRPr sz="6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10276840" y="1455420"/>
            <a:ext cx="12344400" cy="10806430"/>
          </a:xfrm>
        </p:spPr>
        <p:txBody>
          <a:bodyPr/>
          <a:lstStyle>
            <a:lvl1pPr>
              <a:defRPr sz="4800">
                <a:latin typeface="+mn-ea"/>
                <a:ea typeface="+mn-ea"/>
              </a:defRPr>
            </a:lvl1pPr>
            <a:lvl2pPr marL="914400" indent="0">
              <a:buNone/>
              <a:defRPr sz="4800">
                <a:latin typeface="+mn-ea"/>
                <a:ea typeface="+mn-ea"/>
              </a:defRPr>
            </a:lvl2pPr>
            <a:lvl3pPr>
              <a:defRPr sz="4800">
                <a:latin typeface="+mn-ea"/>
                <a:ea typeface="+mn-ea"/>
              </a:defRPr>
            </a:lvl3pPr>
            <a:lvl4pPr>
              <a:defRPr sz="4800">
                <a:latin typeface="+mn-ea"/>
                <a:ea typeface="+mn-ea"/>
              </a:defRPr>
            </a:lvl4pPr>
            <a:lvl5pPr>
              <a:defRPr sz="4800">
                <a:latin typeface="+mn-ea"/>
                <a:ea typeface="+mn-ea"/>
              </a:defRPr>
            </a:lvl5pPr>
            <a:lvl6pPr>
              <a:defRPr sz="4000"/>
            </a:lvl6pPr>
            <a:lvl7pPr>
              <a:defRPr sz="4000"/>
            </a:lvl7pPr>
            <a:lvl8pPr>
              <a:defRPr sz="4000"/>
            </a:lvl8pPr>
            <a:lvl9pPr>
              <a:defRPr sz="40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1680210" y="4479290"/>
            <a:ext cx="7863840" cy="7783830"/>
          </a:xfrm>
        </p:spPr>
        <p:txBody>
          <a:bodyPr/>
          <a:lstStyle>
            <a:lvl1pPr marL="685800" indent="-685800">
              <a:buFont typeface="Arial" panose="020B0604020202020204" pitchFamily="34" charset="0"/>
              <a:buChar char="•"/>
              <a:defRPr sz="4800">
                <a:latin typeface="+mn-ea"/>
                <a:ea typeface="+mn-ea"/>
              </a:defRPr>
            </a:lvl1pPr>
            <a:lvl2pPr marL="914400" indent="0">
              <a:buNone/>
              <a:defRPr sz="2800"/>
            </a:lvl2pPr>
            <a:lvl3pPr marL="1828800" indent="0">
              <a:buNone/>
              <a:defRPr sz="2400"/>
            </a:lvl3pPr>
            <a:lvl4pPr marL="2743200" indent="0">
              <a:buNone/>
              <a:defRPr sz="2000"/>
            </a:lvl4pPr>
            <a:lvl5pPr marL="3657600" indent="0">
              <a:buNone/>
              <a:defRPr sz="2000"/>
            </a:lvl5pPr>
            <a:lvl6pPr marL="4572000" indent="0">
              <a:buNone/>
              <a:defRPr sz="2000"/>
            </a:lvl6pPr>
            <a:lvl7pPr marL="5486400" indent="0">
              <a:buNone/>
              <a:defRPr sz="2000"/>
            </a:lvl7pPr>
            <a:lvl8pPr marL="6400800" indent="0">
              <a:buNone/>
              <a:defRPr sz="2000"/>
            </a:lvl8pPr>
            <a:lvl9pPr marL="7315200" indent="0">
              <a:buNone/>
              <a:defRPr sz="200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ct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FABC47A4-756D-490B-A52F-7D9E2C9FC05F}" type="slidenum">
              <a:rPr kumimoji="0" lang="zh-CN" altLang="en-US" sz="24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cs typeface="+mn-cs"/>
                <a:sym typeface="Arial" panose="020B0604020202020204" pitchFamily="34" charset="0"/>
              </a:rPr>
              <a:t>‹#›</a:t>
            </a:fld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1339850" y="11210290"/>
            <a:ext cx="21704300" cy="1116330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1339850" y="1282700"/>
            <a:ext cx="21704300" cy="9112250"/>
          </a:xfrm>
        </p:spPr>
        <p:txBody>
          <a:bodyPr vert="horz" lIns="101600" tIns="0" rIns="82550" bIns="0" rtlCol="0">
            <a:noAutofit/>
          </a:bodyPr>
          <a:lstStyle>
            <a:lvl1pPr marL="457200" marR="0" lvl="0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914400" marR="0" lvl="1" indent="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None/>
              <a:tabLst>
                <a:tab pos="1609725" algn="l"/>
              </a:tabLst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2286000" marR="0" lvl="2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3200400" marR="0" lvl="3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4114800" marR="0" lvl="4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ct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49AE70B2-8BF9-45C0-BB95-33D1B9D3A854}" type="slidenum">
              <a:rPr kumimoji="0" lang="zh-CN" altLang="en-US" sz="24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cs typeface="+mn-cs"/>
                <a:sym typeface="Arial" panose="020B0604020202020204" pitchFamily="34" charset="0"/>
              </a:rPr>
              <a:t>‹#›</a:t>
            </a:fld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24392890" cy="13736320"/>
          </a:xfrm>
        </p:spPr>
        <p:txBody>
          <a:bodyPr vert="horz" lIns="101600" tIns="0" rIns="82550" bIns="0" rtlCol="0">
            <a:noAutofit/>
          </a:bodyPr>
          <a:lstStyle>
            <a:lvl1pPr marL="457200" marR="0" lvl="0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914400" marR="0" lvl="1" indent="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None/>
              <a:tabLst>
                <a:tab pos="1609725" algn="l"/>
              </a:tabLst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2286000" marR="0" lvl="2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3200400" marR="0" lvl="3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4114800" marR="0" lvl="4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ct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49AE70B2-8BF9-45C0-BB95-33D1B9D3A854}" type="slidenum">
              <a:rPr kumimoji="0" lang="zh-CN" altLang="en-US" sz="24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cs typeface="+mn-cs"/>
                <a:sym typeface="Arial" panose="020B0604020202020204" pitchFamily="34" charset="0"/>
              </a:rPr>
              <a:t>‹#›</a:t>
            </a:fld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935990" y="1130300"/>
            <a:ext cx="10800080" cy="11455400"/>
          </a:xfrm>
        </p:spPr>
        <p:txBody>
          <a:bodyPr vert="horz" lIns="101600" tIns="0" rIns="82550" bIns="0" rtlCol="0">
            <a:noAutofit/>
          </a:bodyPr>
          <a:lstStyle>
            <a:lvl1pPr marL="457200" marR="0" lvl="0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1371600" marR="0" lvl="1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2286000" marR="0" lvl="2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3200400" marR="0" lvl="3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4114800" marR="0" lvl="4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12575540" y="1130300"/>
            <a:ext cx="10800080" cy="11455400"/>
          </a:xfrm>
        </p:spPr>
        <p:txBody>
          <a:bodyPr vert="horz" lIns="101600" tIns="0" rIns="82550" bIns="0" rtlCol="0">
            <a:noAutofit/>
          </a:bodyPr>
          <a:lstStyle>
            <a:lvl1pPr marL="457200" marR="0" lvl="0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1371600" marR="0" lvl="1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2286000" marR="0" lvl="2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3200400" marR="0" lvl="3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4114800" marR="0" lvl="4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</a:t>
            </a:r>
            <a:r>
              <a:rPr>
                <a:sym typeface="+mn-ea"/>
              </a:rPr>
              <a:t>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ct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49AE70B2-8BF9-45C0-BB95-33D1B9D3A854}" type="slidenum">
              <a:rPr kumimoji="0" lang="zh-CN" altLang="en-US" sz="24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cs typeface="+mn-cs"/>
                <a:sym typeface="Arial" panose="020B0604020202020204" pitchFamily="34" charset="0"/>
              </a:rPr>
              <a:t>‹#›</a:t>
            </a:fld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1339764" y="1247182"/>
            <a:ext cx="21704474" cy="1798334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0" i="0" u="none" strike="noStrike" kern="1200" cap="none" spc="600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11129645" y="13192234"/>
            <a:ext cx="1464945" cy="323165"/>
          </a:xfrm>
        </p:spPr>
        <p:txBody>
          <a:bodyPr wrap="square">
            <a:noAutofit/>
          </a:bodyPr>
          <a:lstStyle>
            <a:lvl1pPr algn="ctr">
              <a:defRPr sz="2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-</a:t>
            </a:r>
            <a:fld id="{FAEDECE0-B3E3-4E93-9B91-9F10B30F5B07}" type="slidenum">
              <a:rPr kumimoji="0" lang="en-US" altLang="zh-CN" sz="24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‹#›</a:t>
            </a:fld>
            <a:r>
              <a:rPr kumimoji="0" lang="en-US" altLang="zh-CN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-</a:t>
            </a: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7" name="文本框 6"/>
          <p:cNvSpPr txBox="1"/>
          <p:nvPr userDrawn="1"/>
        </p:nvSpPr>
        <p:spPr>
          <a:xfrm>
            <a:off x="19842084" y="13153762"/>
            <a:ext cx="5068389" cy="400108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lvl="0" indent="0" algn="ctr" defTabSz="8255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 userDrawn="1"/>
        </p:nvCxnSpPr>
        <p:spPr>
          <a:xfrm>
            <a:off x="6540062" y="1830047"/>
            <a:ext cx="17130242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ct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49AE70B2-8BF9-45C0-BB95-33D1B9D3A854}" type="slidenum">
              <a:rPr kumimoji="0" lang="zh-CN" altLang="en-US" sz="24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cs typeface="+mn-cs"/>
                <a:sym typeface="Arial" panose="020B0604020202020204" pitchFamily="34" charset="0"/>
              </a:rPr>
              <a:t>‹#›</a:t>
            </a:fld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 with phot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Линия"/>
          <p:cNvSpPr/>
          <p:nvPr userDrawn="1"/>
        </p:nvSpPr>
        <p:spPr>
          <a:xfrm flipV="1">
            <a:off x="6822313" y="1309370"/>
            <a:ext cx="17549495" cy="635"/>
          </a:xfrm>
          <a:prstGeom prst="line">
            <a:avLst/>
          </a:prstGeom>
          <a:ln w="57150" cap="flat" cmpd="sng">
            <a:solidFill>
              <a:srgbClr val="2F5A9E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6" name="矩形 5"/>
          <p:cNvSpPr/>
          <p:nvPr userDrawn="1"/>
        </p:nvSpPr>
        <p:spPr>
          <a:xfrm>
            <a:off x="-76200" y="12949238"/>
            <a:ext cx="24536400" cy="568325"/>
          </a:xfrm>
          <a:prstGeom prst="rect">
            <a:avLst/>
          </a:prstGeom>
          <a:solidFill>
            <a:srgbClr val="2F5A9E"/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38100" tIns="38100" rIns="38100" bIns="38100" numCol="1" spcCol="38100" rtlCol="0" anchor="ctr" forceAA="0">
            <a:spAutoFit/>
          </a:bodyPr>
          <a:lstStyle/>
          <a:p>
            <a:pPr marL="0" marR="0" lvl="0" indent="0" algn="ctr" defTabSz="8255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32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sp>
        <p:nvSpPr>
          <p:cNvPr id="11" name="矩形 10"/>
          <p:cNvSpPr/>
          <p:nvPr userDrawn="1"/>
        </p:nvSpPr>
        <p:spPr>
          <a:xfrm>
            <a:off x="22721888" y="12949238"/>
            <a:ext cx="1738313" cy="56832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38100" tIns="38100" rIns="38100" bIns="38100" numCol="1" spcCol="38100" rtlCol="0" anchor="ctr" forceAA="0">
            <a:spAutoFit/>
          </a:bodyPr>
          <a:lstStyle/>
          <a:p>
            <a:pPr marL="0" marR="0" lvl="0" indent="0" algn="ctr" defTabSz="8255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32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>
          <a:xfrm>
            <a:off x="22762277" y="13027152"/>
            <a:ext cx="754758" cy="384721"/>
          </a:xfrm>
          <a:prstGeom prst="rect">
            <a:avLst/>
          </a:prstGeom>
          <a:noFill/>
          <a:ln w="12700">
            <a:noFill/>
          </a:ln>
        </p:spPr>
        <p:txBody>
          <a:bodyPr wrap="none" lIns="38100" tIns="38100" rIns="38100" bIns="38100">
            <a:spAutoFit/>
          </a:bodyPr>
          <a:lstStyle>
            <a:lvl1pPr>
              <a:defRPr b="1">
                <a:solidFill>
                  <a:srgbClr val="FFFFFF"/>
                </a:solidFill>
              </a:defRPr>
            </a:lvl1pPr>
          </a:lstStyle>
          <a:p>
            <a:pPr marL="0" marR="0" lvl="0" indent="0" algn="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9A0DB2DC-4C9A-4742-B13C-FB6460FD3503}" type="slidenum">
              <a:rPr kumimoji="0" lang="zh-CN" altLang="en-US" sz="2400" b="1" i="0" u="none" strike="noStrike" kern="1200" cap="none" spc="0" normalizeH="0" baseline="0" noProof="1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cs typeface="Open Sans" panose="020B0606030504020204" pitchFamily="34" charset="0"/>
                <a:sym typeface="Open Sans" panose="020B0606030504020204" pitchFamily="34" charset="0"/>
              </a:rPr>
              <a:t>‹#›</a:t>
            </a:fld>
            <a:r>
              <a:rPr kumimoji="0" lang="zh-CN" altLang="en-US" sz="2400" b="1" i="0" u="none" strike="noStrike" kern="1200" cap="none" spc="0" normalizeH="0" baseline="0" noProof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cs typeface="Open Sans" panose="020B0606030504020204" pitchFamily="34" charset="0"/>
                <a:sym typeface="Open Sans" panose="020B0606030504020204" pitchFamily="34" charset="0"/>
              </a:rPr>
              <a:t> </a:t>
            </a:r>
            <a:r>
              <a:rPr kumimoji="0" lang="en-US" altLang="zh-CN" sz="2400" b="1" i="0" u="none" strike="noStrike" kern="1200" cap="none" spc="0" normalizeH="0" baseline="0" noProof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cs typeface="Open Sans" panose="020B0606030504020204" pitchFamily="34" charset="0"/>
                <a:sym typeface="Open Sans" panose="020B0606030504020204" pitchFamily="34" charset="0"/>
              </a:rPr>
              <a:t>/27</a:t>
            </a:r>
            <a:endParaRPr kumimoji="0" lang="zh-CN" altLang="en-US" sz="24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cs typeface="Open Sans" panose="020B0606030504020204" pitchFamily="34" charset="0"/>
              <a:sym typeface="Open Sans" panose="020B0606030504020204" pitchFamily="34" charset="0"/>
            </a:endParaRPr>
          </a:p>
        </p:txBody>
      </p:sp>
      <p:pic>
        <p:nvPicPr>
          <p:cNvPr id="5" name="图片 4" descr="12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2510" y="608330"/>
            <a:ext cx="5297805" cy="1052830"/>
          </a:xfrm>
          <a:prstGeom prst="rect">
            <a:avLst/>
          </a:prstGeom>
        </p:spPr>
      </p:pic>
    </p:spTree>
  </p:cSld>
  <p:clrMapOvr>
    <a:masterClrMapping/>
  </p:clrMapOvr>
  <p:transition spd="med"/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339765" y="4617763"/>
            <a:ext cx="21704474" cy="1798334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10800" b="0" spc="600">
                <a:effectLst/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339850" y="7131050"/>
            <a:ext cx="21704300" cy="1602740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4800" u="none" strike="noStrike" kern="1200" cap="none" spc="200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914400" indent="0" algn="ctr">
              <a:buNone/>
              <a:defRPr sz="4000"/>
            </a:lvl2pPr>
            <a:lvl3pPr marL="1828800" indent="0" algn="ctr">
              <a:buNone/>
              <a:defRPr sz="3600"/>
            </a:lvl3pPr>
            <a:lvl4pPr marL="2743200" indent="0" algn="ctr">
              <a:buNone/>
              <a:defRPr sz="3200"/>
            </a:lvl4pPr>
            <a:lvl5pPr marL="3657600" indent="0" algn="ctr">
              <a:buNone/>
              <a:defRPr sz="3200"/>
            </a:lvl5pPr>
            <a:lvl6pPr marL="4572000" indent="0" algn="ctr">
              <a:buNone/>
              <a:defRPr sz="3200"/>
            </a:lvl6pPr>
            <a:lvl7pPr marL="5486400" indent="0" algn="ctr">
              <a:buNone/>
              <a:defRPr sz="3200"/>
            </a:lvl7pPr>
            <a:lvl8pPr marL="6400800" indent="0" algn="ctr">
              <a:buNone/>
              <a:defRPr sz="3200"/>
            </a:lvl8pPr>
            <a:lvl9pPr marL="7315200" indent="0" algn="ctr">
              <a:buNone/>
              <a:defRPr sz="3200"/>
            </a:lvl9pPr>
          </a:lstStyle>
          <a:p>
            <a:r>
              <a:rPr lang="zh-CN" altLang="en-US" dirty="0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1828800" fontAlgn="auto">
              <a:spcBef>
                <a:spcPts val="0"/>
              </a:spcBef>
              <a:spcAft>
                <a:spcPts val="0"/>
              </a:spcAft>
            </a:pPr>
            <a:endParaRPr lang="zh-CN" altLang="en-US" dirty="0">
              <a:solidFill>
                <a:prstClr val="black">
                  <a:tint val="75000"/>
                </a:prstClr>
              </a:solidFill>
              <a:ea typeface="微软雅黑"/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1828800" fontAlgn="auto">
              <a:spcBef>
                <a:spcPts val="0"/>
              </a:spcBef>
              <a:spcAft>
                <a:spcPts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/>
              </a:r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/>
            </a:endParaRPr>
          </a:p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1828800" fontAlgn="auto">
              <a:spcBef>
                <a:spcPts val="0"/>
              </a:spcBef>
              <a:spcAft>
                <a:spcPts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1828800" fontAlgn="auto">
              <a:spcBef>
                <a:spcPts val="0"/>
              </a:spcBef>
              <a:spcAft>
                <a:spcPts val="0"/>
              </a:spcAft>
            </a:pPr>
            <a:endParaRPr lang="zh-CN" altLang="en-US" dirty="0">
              <a:solidFill>
                <a:prstClr val="black">
                  <a:tint val="75000"/>
                </a:prstClr>
              </a:solidFill>
              <a:ea typeface="微软雅黑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1828800" fontAlgn="auto">
              <a:spcBef>
                <a:spcPts val="0"/>
              </a:spcBef>
              <a:spcAft>
                <a:spcPts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/>
              </a:r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/>
            </a:endParaRPr>
          </a:p>
        </p:txBody>
      </p:sp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1339765" y="1162450"/>
            <a:ext cx="21704474" cy="129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1828800" fontAlgn="auto">
              <a:spcBef>
                <a:spcPts val="0"/>
              </a:spcBef>
              <a:spcAft>
                <a:spcPts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1828800" fontAlgn="auto">
              <a:spcBef>
                <a:spcPts val="0"/>
              </a:spcBef>
              <a:spcAft>
                <a:spcPts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1339850" y="3016251"/>
            <a:ext cx="21704300" cy="9498330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1828800" fontAlgn="auto">
              <a:spcBef>
                <a:spcPts val="0"/>
              </a:spcBef>
              <a:spcAft>
                <a:spcPts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1828800" fontAlgn="auto">
              <a:spcBef>
                <a:spcPts val="0"/>
              </a:spcBef>
              <a:spcAft>
                <a:spcPts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1680210" y="1455420"/>
            <a:ext cx="7863840" cy="2230120"/>
          </a:xfrm>
        </p:spPr>
        <p:txBody>
          <a:bodyPr anchor="ctr" anchorCtr="0"/>
          <a:lstStyle>
            <a:lvl1pPr>
              <a:defRPr sz="6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10276840" y="1455421"/>
            <a:ext cx="12344400" cy="10806430"/>
          </a:xfrm>
        </p:spPr>
        <p:txBody>
          <a:bodyPr/>
          <a:lstStyle>
            <a:lvl1pPr>
              <a:defRPr sz="4800">
                <a:latin typeface="+mn-ea"/>
                <a:ea typeface="+mn-ea"/>
              </a:defRPr>
            </a:lvl1pPr>
            <a:lvl2pPr marL="914400" indent="0">
              <a:buNone/>
              <a:defRPr sz="4800">
                <a:latin typeface="+mn-ea"/>
                <a:ea typeface="+mn-ea"/>
              </a:defRPr>
            </a:lvl2pPr>
            <a:lvl3pPr>
              <a:defRPr sz="4800">
                <a:latin typeface="+mn-ea"/>
                <a:ea typeface="+mn-ea"/>
              </a:defRPr>
            </a:lvl3pPr>
            <a:lvl4pPr>
              <a:defRPr sz="4800">
                <a:latin typeface="+mn-ea"/>
                <a:ea typeface="+mn-ea"/>
              </a:defRPr>
            </a:lvl4pPr>
            <a:lvl5pPr>
              <a:defRPr sz="4800">
                <a:latin typeface="+mn-ea"/>
                <a:ea typeface="+mn-ea"/>
              </a:defRPr>
            </a:lvl5pPr>
            <a:lvl6pPr>
              <a:defRPr sz="4000"/>
            </a:lvl6pPr>
            <a:lvl7pPr>
              <a:defRPr sz="4000"/>
            </a:lvl7pPr>
            <a:lvl8pPr>
              <a:defRPr sz="4000"/>
            </a:lvl8pPr>
            <a:lvl9pPr>
              <a:defRPr sz="40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1680210" y="4479291"/>
            <a:ext cx="7863840" cy="7783830"/>
          </a:xfrm>
        </p:spPr>
        <p:txBody>
          <a:bodyPr/>
          <a:lstStyle>
            <a:lvl1pPr marL="685800" indent="-685800">
              <a:buFont typeface="Arial" panose="020B0604020202020204" pitchFamily="34" charset="0"/>
              <a:buChar char="•"/>
              <a:defRPr sz="4800">
                <a:latin typeface="+mn-ea"/>
                <a:ea typeface="+mn-ea"/>
              </a:defRPr>
            </a:lvl1pPr>
            <a:lvl2pPr marL="914400" indent="0">
              <a:buNone/>
              <a:defRPr sz="2800"/>
            </a:lvl2pPr>
            <a:lvl3pPr marL="1828800" indent="0">
              <a:buNone/>
              <a:defRPr sz="2400"/>
            </a:lvl3pPr>
            <a:lvl4pPr marL="2743200" indent="0">
              <a:buNone/>
              <a:defRPr sz="2000"/>
            </a:lvl4pPr>
            <a:lvl5pPr marL="3657600" indent="0">
              <a:buNone/>
              <a:defRPr sz="2000"/>
            </a:lvl5pPr>
            <a:lvl6pPr marL="4572000" indent="0">
              <a:buNone/>
              <a:defRPr sz="2000"/>
            </a:lvl6pPr>
            <a:lvl7pPr marL="5486400" indent="0">
              <a:buNone/>
              <a:defRPr sz="2000"/>
            </a:lvl7pPr>
            <a:lvl8pPr marL="6400800" indent="0">
              <a:buNone/>
              <a:defRPr sz="2000"/>
            </a:lvl8pPr>
            <a:lvl9pPr marL="7315200" indent="0">
              <a:buNone/>
              <a:defRPr sz="200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1828800" fontAlgn="auto">
              <a:spcBef>
                <a:spcPts val="0"/>
              </a:spcBef>
              <a:spcAft>
                <a:spcPts val="0"/>
              </a:spcAft>
            </a:pPr>
            <a:endParaRPr lang="zh-CN" altLang="en-US" dirty="0">
              <a:solidFill>
                <a:prstClr val="black">
                  <a:tint val="75000"/>
                </a:prstClr>
              </a:solidFill>
              <a:ea typeface="微软雅黑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1828800" fontAlgn="auto">
              <a:spcBef>
                <a:spcPts val="0"/>
              </a:spcBef>
              <a:spcAft>
                <a:spcPts val="0"/>
              </a:spcAft>
            </a:pPr>
            <a:fld id="{FABC47A4-756D-490B-A52F-7D9E2C9FC05F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1339850" y="11210291"/>
            <a:ext cx="21704300" cy="1116330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1339850" y="1282701"/>
            <a:ext cx="21704300" cy="9112250"/>
          </a:xfrm>
        </p:spPr>
        <p:txBody>
          <a:bodyPr vert="horz" lIns="101600" tIns="0" rIns="82550" bIns="0" rtlCol="0">
            <a:noAutofit/>
          </a:bodyPr>
          <a:lstStyle>
            <a:lvl1pPr marL="457200" marR="0" lvl="0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914400" marR="0" lvl="1" indent="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None/>
              <a:tabLst>
                <a:tab pos="1609725" algn="l"/>
              </a:tabLst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2286000" marR="0" lvl="2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3200400" marR="0" lvl="3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4114800" marR="0" lvl="4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1828800" fontAlgn="auto">
              <a:spcBef>
                <a:spcPts val="0"/>
              </a:spcBef>
              <a:spcAft>
                <a:spcPts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1828800" fontAlgn="auto">
              <a:spcBef>
                <a:spcPts val="0"/>
              </a:spcBef>
              <a:spcAft>
                <a:spcPts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1" y="0"/>
            <a:ext cx="24392890" cy="13736320"/>
          </a:xfrm>
        </p:spPr>
        <p:txBody>
          <a:bodyPr vert="horz" lIns="101600" tIns="0" rIns="82550" bIns="0" rtlCol="0">
            <a:noAutofit/>
          </a:bodyPr>
          <a:lstStyle>
            <a:lvl1pPr marL="457200" marR="0" lvl="0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914400" marR="0" lvl="1" indent="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None/>
              <a:tabLst>
                <a:tab pos="1609725" algn="l"/>
              </a:tabLst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2286000" marR="0" lvl="2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3200400" marR="0" lvl="3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4114800" marR="0" lvl="4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1828800" fontAlgn="auto">
              <a:spcBef>
                <a:spcPts val="0"/>
              </a:spcBef>
              <a:spcAft>
                <a:spcPts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1828800" fontAlgn="auto">
              <a:spcBef>
                <a:spcPts val="0"/>
              </a:spcBef>
              <a:spcAft>
                <a:spcPts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935990" y="1130300"/>
            <a:ext cx="10800080" cy="11455400"/>
          </a:xfrm>
        </p:spPr>
        <p:txBody>
          <a:bodyPr vert="horz" lIns="101600" tIns="0" rIns="82550" bIns="0" rtlCol="0">
            <a:noAutofit/>
          </a:bodyPr>
          <a:lstStyle>
            <a:lvl1pPr marL="457200" marR="0" lvl="0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1371600" marR="0" lvl="1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2286000" marR="0" lvl="2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3200400" marR="0" lvl="3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4114800" marR="0" lvl="4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12575540" y="1130300"/>
            <a:ext cx="10800080" cy="11455400"/>
          </a:xfrm>
        </p:spPr>
        <p:txBody>
          <a:bodyPr vert="horz" lIns="101600" tIns="0" rIns="82550" bIns="0" rtlCol="0">
            <a:noAutofit/>
          </a:bodyPr>
          <a:lstStyle>
            <a:lvl1pPr marL="457200" marR="0" lvl="0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1371600" marR="0" lvl="1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2286000" marR="0" lvl="2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3200400" marR="0" lvl="3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4114800" marR="0" lvl="4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</a:t>
            </a:r>
            <a:r>
              <a:rPr>
                <a:sym typeface="+mn-ea"/>
              </a:rPr>
              <a:t>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1828800" fontAlgn="auto">
              <a:spcBef>
                <a:spcPts val="0"/>
              </a:spcBef>
              <a:spcAft>
                <a:spcPts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1828800" fontAlgn="auto">
              <a:spcBef>
                <a:spcPts val="0"/>
              </a:spcBef>
              <a:spcAft>
                <a:spcPts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1339765" y="1247183"/>
            <a:ext cx="21704474" cy="1798334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0" i="0" u="none" strike="noStrike" kern="1200" cap="none" spc="600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11129647" y="13192235"/>
            <a:ext cx="1464946" cy="323166"/>
          </a:xfrm>
        </p:spPr>
        <p:txBody>
          <a:bodyPr wrap="square">
            <a:noAutofit/>
          </a:bodyPr>
          <a:lstStyle>
            <a:lvl1pPr algn="ctr">
              <a:defRPr sz="2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182880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zh-CN">
                <a:solidFill>
                  <a:prstClr val="white"/>
                </a:solidFill>
                <a:ea typeface="微软雅黑"/>
              </a:rPr>
              <a:t>-</a:t>
            </a:r>
            <a:fld id="{FAEDECE0-B3E3-4E93-9B91-9F10B30F5B07}" type="slidenum">
              <a:rPr lang="en-US" altLang="zh-CN" smtClean="0">
                <a:solidFill>
                  <a:prstClr val="white"/>
                </a:solidFill>
                <a:ea typeface="微软雅黑"/>
              </a:rPr>
              <a:t>‹#›</a:t>
            </a:fld>
            <a:r>
              <a:rPr lang="en-US" altLang="zh-CN">
                <a:solidFill>
                  <a:prstClr val="white"/>
                </a:solidFill>
                <a:ea typeface="微软雅黑"/>
              </a:rPr>
              <a:t>-</a:t>
            </a:r>
            <a:endParaRPr lang="zh-CN" altLang="en-US" dirty="0">
              <a:solidFill>
                <a:prstClr val="white"/>
              </a:solidFill>
              <a:ea typeface="微软雅黑"/>
            </a:endParaRPr>
          </a:p>
        </p:txBody>
      </p:sp>
      <p:sp>
        <p:nvSpPr>
          <p:cNvPr id="7" name="文本框 6"/>
          <p:cNvSpPr txBox="1"/>
          <p:nvPr userDrawn="1"/>
        </p:nvSpPr>
        <p:spPr>
          <a:xfrm>
            <a:off x="19842085" y="13153762"/>
            <a:ext cx="5068390" cy="40011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20" tIns="45720" rIns="45720" bIns="45720" numCol="1" spcCol="38100" rtlCol="0" anchor="t">
            <a:spAutoFit/>
          </a:bodyPr>
          <a:lstStyle/>
          <a:p>
            <a:pPr marL="0" marR="0" lvl="0" indent="0" algn="ctr" defTabSz="8255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1828800" fontAlgn="auto">
              <a:spcBef>
                <a:spcPts val="0"/>
              </a:spcBef>
              <a:spcAft>
                <a:spcPts val="0"/>
              </a:spcAft>
            </a:pPr>
            <a:endParaRPr lang="zh-CN" altLang="en-US" dirty="0">
              <a:solidFill>
                <a:prstClr val="black">
                  <a:tint val="75000"/>
                </a:prstClr>
              </a:solidFill>
              <a:ea typeface="微软雅黑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1828800" fontAlgn="auto">
              <a:spcBef>
                <a:spcPts val="0"/>
              </a:spcBef>
              <a:spcAft>
                <a:spcPts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/>
              </a:r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/>
            </a:endParaRPr>
          </a:p>
        </p:txBody>
      </p:sp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339765" y="4617763"/>
            <a:ext cx="21704474" cy="1798334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10800" b="0" spc="600">
                <a:effectLst/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339850" y="7131050"/>
            <a:ext cx="21704300" cy="1602740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4800" u="none" strike="noStrike" kern="1200" cap="none" spc="200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914400" indent="0" algn="ctr">
              <a:buNone/>
              <a:defRPr sz="4000"/>
            </a:lvl2pPr>
            <a:lvl3pPr marL="1828800" indent="0" algn="ctr">
              <a:buNone/>
              <a:defRPr sz="3600"/>
            </a:lvl3pPr>
            <a:lvl4pPr marL="2743200" indent="0" algn="ctr">
              <a:buNone/>
              <a:defRPr sz="3200"/>
            </a:lvl4pPr>
            <a:lvl5pPr marL="3657600" indent="0" algn="ctr">
              <a:buNone/>
              <a:defRPr sz="3200"/>
            </a:lvl5pPr>
            <a:lvl6pPr marL="4572000" indent="0" algn="ctr">
              <a:buNone/>
              <a:defRPr sz="3200"/>
            </a:lvl6pPr>
            <a:lvl7pPr marL="5486400" indent="0" algn="ctr">
              <a:buNone/>
              <a:defRPr sz="3200"/>
            </a:lvl7pPr>
            <a:lvl8pPr marL="6400800" indent="0" algn="ctr">
              <a:buNone/>
              <a:defRPr sz="3200"/>
            </a:lvl8pPr>
            <a:lvl9pPr marL="7315200" indent="0" algn="ctr">
              <a:buNone/>
              <a:defRPr sz="3200"/>
            </a:lvl9pPr>
          </a:lstStyle>
          <a:p>
            <a:r>
              <a:rPr lang="zh-CN" altLang="en-US" dirty="0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1828800" fontAlgn="auto">
              <a:spcBef>
                <a:spcPts val="0"/>
              </a:spcBef>
              <a:spcAft>
                <a:spcPts val="0"/>
              </a:spcAft>
            </a:pPr>
            <a:endParaRPr lang="zh-CN" altLang="en-US" dirty="0">
              <a:solidFill>
                <a:prstClr val="black">
                  <a:tint val="75000"/>
                </a:prstClr>
              </a:solidFill>
              <a:ea typeface="微软雅黑"/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1828800" fontAlgn="auto">
              <a:spcBef>
                <a:spcPts val="0"/>
              </a:spcBef>
              <a:spcAft>
                <a:spcPts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/>
              </a:r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/>
            </a:endParaRPr>
          </a:p>
        </p:txBody>
      </p:sp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1828800" fontAlgn="auto">
              <a:spcBef>
                <a:spcPts val="0"/>
              </a:spcBef>
              <a:spcAft>
                <a:spcPts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1828800" fontAlgn="auto">
              <a:spcBef>
                <a:spcPts val="0"/>
              </a:spcBef>
              <a:spcAft>
                <a:spcPts val="0"/>
              </a:spcAft>
            </a:pPr>
            <a:endParaRPr lang="zh-CN" altLang="en-US" dirty="0">
              <a:solidFill>
                <a:prstClr val="black">
                  <a:tint val="75000"/>
                </a:prstClr>
              </a:solidFill>
              <a:ea typeface="微软雅黑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1828800" fontAlgn="auto">
              <a:spcBef>
                <a:spcPts val="0"/>
              </a:spcBef>
              <a:spcAft>
                <a:spcPts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/>
              </a:r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/>
            </a:endParaRPr>
          </a:p>
        </p:txBody>
      </p:sp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1339765" y="1162450"/>
            <a:ext cx="21704474" cy="129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1828800" fontAlgn="auto">
              <a:spcBef>
                <a:spcPts val="0"/>
              </a:spcBef>
              <a:spcAft>
                <a:spcPts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1828800" fontAlgn="auto">
              <a:spcBef>
                <a:spcPts val="0"/>
              </a:spcBef>
              <a:spcAft>
                <a:spcPts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1339850" y="3016251"/>
            <a:ext cx="21704300" cy="9498330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1828800" fontAlgn="auto">
              <a:spcBef>
                <a:spcPts val="0"/>
              </a:spcBef>
              <a:spcAft>
                <a:spcPts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1828800" fontAlgn="auto">
              <a:spcBef>
                <a:spcPts val="0"/>
              </a:spcBef>
              <a:spcAft>
                <a:spcPts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1680210" y="1455420"/>
            <a:ext cx="7863840" cy="2230120"/>
          </a:xfrm>
        </p:spPr>
        <p:txBody>
          <a:bodyPr anchor="ctr" anchorCtr="0"/>
          <a:lstStyle>
            <a:lvl1pPr>
              <a:defRPr sz="6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10276840" y="1455421"/>
            <a:ext cx="12344400" cy="10806430"/>
          </a:xfrm>
        </p:spPr>
        <p:txBody>
          <a:bodyPr/>
          <a:lstStyle>
            <a:lvl1pPr>
              <a:defRPr sz="4800">
                <a:latin typeface="+mn-ea"/>
                <a:ea typeface="+mn-ea"/>
              </a:defRPr>
            </a:lvl1pPr>
            <a:lvl2pPr marL="914400" indent="0">
              <a:buNone/>
              <a:defRPr sz="4800">
                <a:latin typeface="+mn-ea"/>
                <a:ea typeface="+mn-ea"/>
              </a:defRPr>
            </a:lvl2pPr>
            <a:lvl3pPr>
              <a:defRPr sz="4800">
                <a:latin typeface="+mn-ea"/>
                <a:ea typeface="+mn-ea"/>
              </a:defRPr>
            </a:lvl3pPr>
            <a:lvl4pPr>
              <a:defRPr sz="4800">
                <a:latin typeface="+mn-ea"/>
                <a:ea typeface="+mn-ea"/>
              </a:defRPr>
            </a:lvl4pPr>
            <a:lvl5pPr>
              <a:defRPr sz="4800">
                <a:latin typeface="+mn-ea"/>
                <a:ea typeface="+mn-ea"/>
              </a:defRPr>
            </a:lvl5pPr>
            <a:lvl6pPr>
              <a:defRPr sz="4000"/>
            </a:lvl6pPr>
            <a:lvl7pPr>
              <a:defRPr sz="4000"/>
            </a:lvl7pPr>
            <a:lvl8pPr>
              <a:defRPr sz="4000"/>
            </a:lvl8pPr>
            <a:lvl9pPr>
              <a:defRPr sz="40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1680210" y="4479291"/>
            <a:ext cx="7863840" cy="7783830"/>
          </a:xfrm>
        </p:spPr>
        <p:txBody>
          <a:bodyPr/>
          <a:lstStyle>
            <a:lvl1pPr marL="685800" indent="-685800">
              <a:buFont typeface="Arial" panose="020B0604020202020204" pitchFamily="34" charset="0"/>
              <a:buChar char="•"/>
              <a:defRPr sz="4800">
                <a:latin typeface="+mn-ea"/>
                <a:ea typeface="+mn-ea"/>
              </a:defRPr>
            </a:lvl1pPr>
            <a:lvl2pPr marL="914400" indent="0">
              <a:buNone/>
              <a:defRPr sz="2800"/>
            </a:lvl2pPr>
            <a:lvl3pPr marL="1828800" indent="0">
              <a:buNone/>
              <a:defRPr sz="2400"/>
            </a:lvl3pPr>
            <a:lvl4pPr marL="2743200" indent="0">
              <a:buNone/>
              <a:defRPr sz="2000"/>
            </a:lvl4pPr>
            <a:lvl5pPr marL="3657600" indent="0">
              <a:buNone/>
              <a:defRPr sz="2000"/>
            </a:lvl5pPr>
            <a:lvl6pPr marL="4572000" indent="0">
              <a:buNone/>
              <a:defRPr sz="2000"/>
            </a:lvl6pPr>
            <a:lvl7pPr marL="5486400" indent="0">
              <a:buNone/>
              <a:defRPr sz="2000"/>
            </a:lvl7pPr>
            <a:lvl8pPr marL="6400800" indent="0">
              <a:buNone/>
              <a:defRPr sz="2000"/>
            </a:lvl8pPr>
            <a:lvl9pPr marL="7315200" indent="0">
              <a:buNone/>
              <a:defRPr sz="200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1828800" fontAlgn="auto">
              <a:spcBef>
                <a:spcPts val="0"/>
              </a:spcBef>
              <a:spcAft>
                <a:spcPts val="0"/>
              </a:spcAft>
            </a:pPr>
            <a:endParaRPr lang="zh-CN" altLang="en-US" dirty="0">
              <a:solidFill>
                <a:prstClr val="black">
                  <a:tint val="75000"/>
                </a:prstClr>
              </a:solidFill>
              <a:ea typeface="微软雅黑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1828800" fontAlgn="auto">
              <a:spcBef>
                <a:spcPts val="0"/>
              </a:spcBef>
              <a:spcAft>
                <a:spcPts val="0"/>
              </a:spcAft>
            </a:pPr>
            <a:fld id="{FABC47A4-756D-490B-A52F-7D9E2C9FC05F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1339850" y="11210291"/>
            <a:ext cx="21704300" cy="1116330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1339850" y="1282701"/>
            <a:ext cx="21704300" cy="9112250"/>
          </a:xfrm>
        </p:spPr>
        <p:txBody>
          <a:bodyPr vert="horz" lIns="101600" tIns="0" rIns="82550" bIns="0" rtlCol="0">
            <a:noAutofit/>
          </a:bodyPr>
          <a:lstStyle>
            <a:lvl1pPr marL="457200" marR="0" lvl="0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914400" marR="0" lvl="1" indent="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None/>
              <a:tabLst>
                <a:tab pos="1609725" algn="l"/>
              </a:tabLst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2286000" marR="0" lvl="2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3200400" marR="0" lvl="3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4114800" marR="0" lvl="4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1828800" fontAlgn="auto">
              <a:spcBef>
                <a:spcPts val="0"/>
              </a:spcBef>
              <a:spcAft>
                <a:spcPts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1828800" fontAlgn="auto">
              <a:spcBef>
                <a:spcPts val="0"/>
              </a:spcBef>
              <a:spcAft>
                <a:spcPts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1" y="0"/>
            <a:ext cx="24392890" cy="13736320"/>
          </a:xfrm>
        </p:spPr>
        <p:txBody>
          <a:bodyPr vert="horz" lIns="101600" tIns="0" rIns="82550" bIns="0" rtlCol="0">
            <a:noAutofit/>
          </a:bodyPr>
          <a:lstStyle>
            <a:lvl1pPr marL="457200" marR="0" lvl="0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914400" marR="0" lvl="1" indent="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None/>
              <a:tabLst>
                <a:tab pos="1609725" algn="l"/>
              </a:tabLst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2286000" marR="0" lvl="2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3200400" marR="0" lvl="3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4114800" marR="0" lvl="4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1828800" fontAlgn="auto">
              <a:spcBef>
                <a:spcPts val="0"/>
              </a:spcBef>
              <a:spcAft>
                <a:spcPts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1828800" fontAlgn="auto">
              <a:spcBef>
                <a:spcPts val="0"/>
              </a:spcBef>
              <a:spcAft>
                <a:spcPts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935990" y="1130300"/>
            <a:ext cx="10800080" cy="11455400"/>
          </a:xfrm>
        </p:spPr>
        <p:txBody>
          <a:bodyPr vert="horz" lIns="101600" tIns="0" rIns="82550" bIns="0" rtlCol="0">
            <a:noAutofit/>
          </a:bodyPr>
          <a:lstStyle>
            <a:lvl1pPr marL="457200" marR="0" lvl="0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1371600" marR="0" lvl="1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2286000" marR="0" lvl="2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3200400" marR="0" lvl="3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4114800" marR="0" lvl="4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12575540" y="1130300"/>
            <a:ext cx="10800080" cy="11455400"/>
          </a:xfrm>
        </p:spPr>
        <p:txBody>
          <a:bodyPr vert="horz" lIns="101600" tIns="0" rIns="82550" bIns="0" rtlCol="0">
            <a:noAutofit/>
          </a:bodyPr>
          <a:lstStyle>
            <a:lvl1pPr marL="457200" marR="0" lvl="0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1371600" marR="0" lvl="1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2286000" marR="0" lvl="2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3200400" marR="0" lvl="3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4114800" marR="0" lvl="4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</a:t>
            </a:r>
            <a:r>
              <a:rPr>
                <a:sym typeface="+mn-ea"/>
              </a:rPr>
              <a:t>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1828800" fontAlgn="auto">
              <a:spcBef>
                <a:spcPts val="0"/>
              </a:spcBef>
              <a:spcAft>
                <a:spcPts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1828800" fontAlgn="auto">
              <a:spcBef>
                <a:spcPts val="0"/>
              </a:spcBef>
              <a:spcAft>
                <a:spcPts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1339765" y="1247183"/>
            <a:ext cx="21704474" cy="1798334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0" i="0" u="none" strike="noStrike" kern="1200" cap="none" spc="600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11129647" y="13192235"/>
            <a:ext cx="1464946" cy="323166"/>
          </a:xfrm>
        </p:spPr>
        <p:txBody>
          <a:bodyPr wrap="square">
            <a:noAutofit/>
          </a:bodyPr>
          <a:lstStyle>
            <a:lvl1pPr algn="ctr">
              <a:defRPr sz="2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182880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zh-CN">
                <a:solidFill>
                  <a:prstClr val="white"/>
                </a:solidFill>
                <a:ea typeface="微软雅黑"/>
              </a:rPr>
              <a:t>-</a:t>
            </a:r>
            <a:fld id="{FAEDECE0-B3E3-4E93-9B91-9F10B30F5B07}" type="slidenum">
              <a:rPr lang="en-US" altLang="zh-CN" smtClean="0">
                <a:solidFill>
                  <a:prstClr val="white"/>
                </a:solidFill>
                <a:ea typeface="微软雅黑"/>
              </a:rPr>
              <a:t>‹#›</a:t>
            </a:fld>
            <a:r>
              <a:rPr lang="en-US" altLang="zh-CN">
                <a:solidFill>
                  <a:prstClr val="white"/>
                </a:solidFill>
                <a:ea typeface="微软雅黑"/>
              </a:rPr>
              <a:t>-</a:t>
            </a:r>
            <a:endParaRPr lang="zh-CN" altLang="en-US" dirty="0">
              <a:solidFill>
                <a:prstClr val="white"/>
              </a:solidFill>
              <a:ea typeface="微软雅黑"/>
            </a:endParaRPr>
          </a:p>
        </p:txBody>
      </p:sp>
      <p:sp>
        <p:nvSpPr>
          <p:cNvPr id="7" name="文本框 6"/>
          <p:cNvSpPr txBox="1"/>
          <p:nvPr userDrawn="1"/>
        </p:nvSpPr>
        <p:spPr>
          <a:xfrm>
            <a:off x="19842085" y="13153762"/>
            <a:ext cx="5068390" cy="40011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20" tIns="45720" rIns="45720" bIns="45720" numCol="1" spcCol="38100" rtlCol="0" anchor="t">
            <a:spAutoFit/>
          </a:bodyPr>
          <a:lstStyle/>
          <a:p>
            <a:pPr marL="0" marR="0" lvl="0" indent="0" algn="ctr" defTabSz="8255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1828800" fontAlgn="auto">
              <a:spcBef>
                <a:spcPts val="0"/>
              </a:spcBef>
              <a:spcAft>
                <a:spcPts val="0"/>
              </a:spcAft>
            </a:pPr>
            <a:endParaRPr lang="zh-CN" altLang="en-US" dirty="0">
              <a:solidFill>
                <a:prstClr val="black">
                  <a:tint val="75000"/>
                </a:prstClr>
              </a:solidFill>
              <a:ea typeface="微软雅黑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1828800" fontAlgn="auto">
              <a:spcBef>
                <a:spcPts val="0"/>
              </a:spcBef>
              <a:spcAft>
                <a:spcPts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/>
              </a:r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/>
            </a:endParaRPr>
          </a:p>
        </p:txBody>
      </p:sp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339764" y="4617762"/>
            <a:ext cx="21704474" cy="1798334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10800" b="0" spc="600">
                <a:effectLst/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339850" y="7131050"/>
            <a:ext cx="21704300" cy="1602740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4800" u="none" strike="noStrike" kern="1200" cap="none" spc="200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914400" indent="0" algn="ctr">
              <a:buNone/>
              <a:defRPr sz="4000"/>
            </a:lvl2pPr>
            <a:lvl3pPr marL="1828800" indent="0" algn="ctr">
              <a:buNone/>
              <a:defRPr sz="3600"/>
            </a:lvl3pPr>
            <a:lvl4pPr marL="2743200" indent="0" algn="ctr">
              <a:buNone/>
              <a:defRPr sz="3200"/>
            </a:lvl4pPr>
            <a:lvl5pPr marL="3657600" indent="0" algn="ctr">
              <a:buNone/>
              <a:defRPr sz="3200"/>
            </a:lvl5pPr>
            <a:lvl6pPr marL="4572000" indent="0" algn="ctr">
              <a:buNone/>
              <a:defRPr sz="3200"/>
            </a:lvl6pPr>
            <a:lvl7pPr marL="5486400" indent="0" algn="ctr">
              <a:buNone/>
              <a:defRPr sz="3200"/>
            </a:lvl7pPr>
            <a:lvl8pPr marL="6400800" indent="0" algn="ctr">
              <a:buNone/>
              <a:defRPr sz="3200"/>
            </a:lvl8pPr>
            <a:lvl9pPr marL="7315200" indent="0" algn="ctr">
              <a:buNone/>
              <a:defRPr sz="3200"/>
            </a:lvl9pPr>
          </a:lstStyle>
          <a:p>
            <a:r>
              <a:rPr lang="zh-CN" altLang="en-US" dirty="0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ct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49AE70B2-8BF9-45C0-BB95-33D1B9D3A854}" type="slidenum">
              <a:rPr kumimoji="0" lang="zh-CN" altLang="en-US" sz="24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cs typeface="+mn-cs"/>
                <a:sym typeface="Arial" panose="020B0604020202020204" pitchFamily="34" charset="0"/>
              </a:rPr>
              <a:t>‹#›</a:t>
            </a:fld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49AE70B2-8BF9-45C0-BB95-33D1B9D3A854}" type="slidenum">
              <a:rPr kumimoji="0" lang="zh-CN" altLang="en-US" sz="24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cs typeface="+mn-cs"/>
                <a:sym typeface="Arial" panose="020B0604020202020204" pitchFamily="34" charset="0"/>
              </a:rPr>
              <a:t>‹#›</a:t>
            </a:fld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1339764" y="1162450"/>
            <a:ext cx="21704474" cy="129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ct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49AE70B2-8BF9-45C0-BB95-33D1B9D3A854}" type="slidenum">
              <a:rPr kumimoji="0" lang="zh-CN" altLang="en-US" sz="24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cs typeface="+mn-cs"/>
                <a:sym typeface="Arial" panose="020B0604020202020204" pitchFamily="34" charset="0"/>
              </a:rPr>
              <a:t>‹#›</a:t>
            </a:fld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1339850" y="3016250"/>
            <a:ext cx="21704300" cy="9498330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ct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49AE70B2-8BF9-45C0-BB95-33D1B9D3A854}" type="slidenum">
              <a:rPr kumimoji="0" lang="zh-CN" altLang="en-US" sz="24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cs typeface="+mn-cs"/>
                <a:sym typeface="Arial" panose="020B0604020202020204" pitchFamily="34" charset="0"/>
              </a:rPr>
              <a:t>‹#›</a:t>
            </a:fld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1680210" y="1455420"/>
            <a:ext cx="7863840" cy="2230120"/>
          </a:xfrm>
        </p:spPr>
        <p:txBody>
          <a:bodyPr anchor="ctr" anchorCtr="0"/>
          <a:lstStyle>
            <a:lvl1pPr>
              <a:defRPr sz="6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10276840" y="1455420"/>
            <a:ext cx="12344400" cy="10806430"/>
          </a:xfrm>
        </p:spPr>
        <p:txBody>
          <a:bodyPr/>
          <a:lstStyle>
            <a:lvl1pPr>
              <a:defRPr sz="4800">
                <a:latin typeface="+mn-ea"/>
                <a:ea typeface="+mn-ea"/>
              </a:defRPr>
            </a:lvl1pPr>
            <a:lvl2pPr marL="914400" indent="0">
              <a:buNone/>
              <a:defRPr sz="4800">
                <a:latin typeface="+mn-ea"/>
                <a:ea typeface="+mn-ea"/>
              </a:defRPr>
            </a:lvl2pPr>
            <a:lvl3pPr>
              <a:defRPr sz="4800">
                <a:latin typeface="+mn-ea"/>
                <a:ea typeface="+mn-ea"/>
              </a:defRPr>
            </a:lvl3pPr>
            <a:lvl4pPr>
              <a:defRPr sz="4800">
                <a:latin typeface="+mn-ea"/>
                <a:ea typeface="+mn-ea"/>
              </a:defRPr>
            </a:lvl4pPr>
            <a:lvl5pPr>
              <a:defRPr sz="4800">
                <a:latin typeface="+mn-ea"/>
                <a:ea typeface="+mn-ea"/>
              </a:defRPr>
            </a:lvl5pPr>
            <a:lvl6pPr>
              <a:defRPr sz="4000"/>
            </a:lvl6pPr>
            <a:lvl7pPr>
              <a:defRPr sz="4000"/>
            </a:lvl7pPr>
            <a:lvl8pPr>
              <a:defRPr sz="4000"/>
            </a:lvl8pPr>
            <a:lvl9pPr>
              <a:defRPr sz="40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1680210" y="4479290"/>
            <a:ext cx="7863840" cy="7783830"/>
          </a:xfrm>
        </p:spPr>
        <p:txBody>
          <a:bodyPr/>
          <a:lstStyle>
            <a:lvl1pPr marL="685800" indent="-685800">
              <a:buFont typeface="Arial" panose="020B0604020202020204" pitchFamily="34" charset="0"/>
              <a:buChar char="•"/>
              <a:defRPr sz="4800">
                <a:latin typeface="+mn-ea"/>
                <a:ea typeface="+mn-ea"/>
              </a:defRPr>
            </a:lvl1pPr>
            <a:lvl2pPr marL="914400" indent="0">
              <a:buNone/>
              <a:defRPr sz="2800"/>
            </a:lvl2pPr>
            <a:lvl3pPr marL="1828800" indent="0">
              <a:buNone/>
              <a:defRPr sz="2400"/>
            </a:lvl3pPr>
            <a:lvl4pPr marL="2743200" indent="0">
              <a:buNone/>
              <a:defRPr sz="2000"/>
            </a:lvl4pPr>
            <a:lvl5pPr marL="3657600" indent="0">
              <a:buNone/>
              <a:defRPr sz="2000"/>
            </a:lvl5pPr>
            <a:lvl6pPr marL="4572000" indent="0">
              <a:buNone/>
              <a:defRPr sz="2000"/>
            </a:lvl6pPr>
            <a:lvl7pPr marL="5486400" indent="0">
              <a:buNone/>
              <a:defRPr sz="2000"/>
            </a:lvl7pPr>
            <a:lvl8pPr marL="6400800" indent="0">
              <a:buNone/>
              <a:defRPr sz="2000"/>
            </a:lvl8pPr>
            <a:lvl9pPr marL="7315200" indent="0">
              <a:buNone/>
              <a:defRPr sz="200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ct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FABC47A4-756D-490B-A52F-7D9E2C9FC05F}" type="slidenum">
              <a:rPr kumimoji="0" lang="zh-CN" altLang="en-US" sz="24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cs typeface="+mn-cs"/>
                <a:sym typeface="Arial" panose="020B0604020202020204" pitchFamily="34" charset="0"/>
              </a:rPr>
              <a:t>‹#›</a:t>
            </a:fld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1339850" y="11210290"/>
            <a:ext cx="21704300" cy="1116330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1339850" y="1282700"/>
            <a:ext cx="21704300" cy="9112250"/>
          </a:xfrm>
        </p:spPr>
        <p:txBody>
          <a:bodyPr vert="horz" lIns="101600" tIns="0" rIns="82550" bIns="0" rtlCol="0">
            <a:noAutofit/>
          </a:bodyPr>
          <a:lstStyle>
            <a:lvl1pPr marL="457200" marR="0" lvl="0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914400" marR="0" lvl="1" indent="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None/>
              <a:tabLst>
                <a:tab pos="1609725" algn="l"/>
              </a:tabLst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2286000" marR="0" lvl="2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3200400" marR="0" lvl="3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4114800" marR="0" lvl="4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ct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49AE70B2-8BF9-45C0-BB95-33D1B9D3A854}" type="slidenum">
              <a:rPr kumimoji="0" lang="zh-CN" altLang="en-US" sz="24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cs typeface="+mn-cs"/>
                <a:sym typeface="Arial" panose="020B0604020202020204" pitchFamily="34" charset="0"/>
              </a:rPr>
              <a:t>‹#›</a:t>
            </a:fld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24392890" cy="13736320"/>
          </a:xfrm>
        </p:spPr>
        <p:txBody>
          <a:bodyPr vert="horz" lIns="101600" tIns="0" rIns="82550" bIns="0" rtlCol="0">
            <a:noAutofit/>
          </a:bodyPr>
          <a:lstStyle>
            <a:lvl1pPr marL="457200" marR="0" lvl="0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914400" marR="0" lvl="1" indent="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None/>
              <a:tabLst>
                <a:tab pos="1609725" algn="l"/>
              </a:tabLst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2286000" marR="0" lvl="2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3200400" marR="0" lvl="3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4114800" marR="0" lvl="4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ct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49AE70B2-8BF9-45C0-BB95-33D1B9D3A854}" type="slidenum">
              <a:rPr kumimoji="0" lang="zh-CN" altLang="en-US" sz="24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cs typeface="+mn-cs"/>
                <a:sym typeface="Arial" panose="020B0604020202020204" pitchFamily="34" charset="0"/>
              </a:rPr>
              <a:t>‹#›</a:t>
            </a:fld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935990" y="1130300"/>
            <a:ext cx="10800080" cy="11455400"/>
          </a:xfrm>
        </p:spPr>
        <p:txBody>
          <a:bodyPr vert="horz" lIns="101600" tIns="0" rIns="82550" bIns="0" rtlCol="0">
            <a:noAutofit/>
          </a:bodyPr>
          <a:lstStyle>
            <a:lvl1pPr marL="457200" marR="0" lvl="0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1371600" marR="0" lvl="1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2286000" marR="0" lvl="2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3200400" marR="0" lvl="3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4114800" marR="0" lvl="4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12575540" y="1130300"/>
            <a:ext cx="10800080" cy="11455400"/>
          </a:xfrm>
        </p:spPr>
        <p:txBody>
          <a:bodyPr vert="horz" lIns="101600" tIns="0" rIns="82550" bIns="0" rtlCol="0">
            <a:noAutofit/>
          </a:bodyPr>
          <a:lstStyle>
            <a:lvl1pPr marL="457200" marR="0" lvl="0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1371600" marR="0" lvl="1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2286000" marR="0" lvl="2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3200400" marR="0" lvl="3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4114800" marR="0" lvl="4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</a:t>
            </a:r>
            <a:r>
              <a:rPr>
                <a:sym typeface="+mn-ea"/>
              </a:rPr>
              <a:t>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ct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49AE70B2-8BF9-45C0-BB95-33D1B9D3A854}" type="slidenum">
              <a:rPr kumimoji="0" lang="zh-CN" altLang="en-US" sz="24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cs typeface="+mn-cs"/>
                <a:sym typeface="Arial" panose="020B0604020202020204" pitchFamily="34" charset="0"/>
              </a:rPr>
              <a:t>‹#›</a:t>
            </a:fld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1339764" y="1247182"/>
            <a:ext cx="21704474" cy="1798334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0" i="0" u="none" strike="noStrike" kern="1200" cap="none" spc="600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11129645" y="13192234"/>
            <a:ext cx="1464945" cy="323165"/>
          </a:xfrm>
        </p:spPr>
        <p:txBody>
          <a:bodyPr wrap="square">
            <a:noAutofit/>
          </a:bodyPr>
          <a:lstStyle>
            <a:lvl1pPr algn="ctr">
              <a:defRPr sz="2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-</a:t>
            </a:r>
            <a:fld id="{FAEDECE0-B3E3-4E93-9B91-9F10B30F5B07}" type="slidenum">
              <a:rPr kumimoji="0" lang="en-US" altLang="zh-CN" sz="24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‹#›</a:t>
            </a:fld>
            <a:r>
              <a:rPr kumimoji="0" lang="en-US" altLang="zh-CN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-</a:t>
            </a: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7" name="文本框 6"/>
          <p:cNvSpPr txBox="1"/>
          <p:nvPr userDrawn="1"/>
        </p:nvSpPr>
        <p:spPr>
          <a:xfrm>
            <a:off x="19842084" y="13153762"/>
            <a:ext cx="5068389" cy="400108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lvl="0" indent="0" algn="ctr" defTabSz="8255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 userDrawn="1"/>
        </p:nvCxnSpPr>
        <p:spPr>
          <a:xfrm>
            <a:off x="6540062" y="1830047"/>
            <a:ext cx="17130242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ct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49AE70B2-8BF9-45C0-BB95-33D1B9D3A854}" type="slidenum">
              <a:rPr kumimoji="0" lang="zh-CN" altLang="en-US" sz="24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cs typeface="+mn-cs"/>
                <a:sym typeface="Arial" panose="020B0604020202020204" pitchFamily="34" charset="0"/>
              </a:rPr>
              <a:t>‹#›</a:t>
            </a:fld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 with phot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Линия"/>
          <p:cNvSpPr/>
          <p:nvPr/>
        </p:nvSpPr>
        <p:spPr>
          <a:xfrm flipV="1">
            <a:off x="6986905" y="1310004"/>
            <a:ext cx="17397095" cy="0"/>
          </a:xfrm>
          <a:prstGeom prst="line">
            <a:avLst/>
          </a:prstGeom>
          <a:ln w="57150" cap="flat" cmpd="sng">
            <a:solidFill>
              <a:srgbClr val="2F5A9E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6" name="矩形 5"/>
          <p:cNvSpPr/>
          <p:nvPr/>
        </p:nvSpPr>
        <p:spPr>
          <a:xfrm>
            <a:off x="0" y="12949238"/>
            <a:ext cx="24384000" cy="568325"/>
          </a:xfrm>
          <a:prstGeom prst="rect">
            <a:avLst/>
          </a:prstGeom>
          <a:solidFill>
            <a:srgbClr val="2F5A9E"/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38100" tIns="38100" rIns="38100" bIns="38100" numCol="1" spcCol="38100" rtlCol="0" anchor="ctr" forceAA="0">
            <a:spAutoFit/>
          </a:bodyPr>
          <a:lstStyle/>
          <a:p>
            <a:pPr marL="0" marR="0" lvl="0" indent="0" algn="ctr" defTabSz="8255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32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22721889" y="12949238"/>
            <a:ext cx="1662112" cy="56832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38100" tIns="38100" rIns="38100" bIns="38100" numCol="1" spcCol="38100" rtlCol="0" anchor="ctr" forceAA="0">
            <a:spAutoFit/>
          </a:bodyPr>
          <a:lstStyle/>
          <a:p>
            <a:pPr marL="0" marR="0" lvl="0" indent="0" algn="ctr" defTabSz="8255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32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pic>
        <p:nvPicPr>
          <p:cNvPr id="5" name="图片 4" descr="12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510" y="608330"/>
            <a:ext cx="5297805" cy="1052830"/>
          </a:xfrm>
          <a:prstGeom prst="rect">
            <a:avLst/>
          </a:prstGeom>
        </p:spPr>
      </p:pic>
    </p:spTree>
  </p:cSld>
  <p:clrMapOvr>
    <a:masterClrMapping/>
  </p:clrMapOvr>
  <p:transition spd="med"/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339764" y="4617762"/>
            <a:ext cx="21704474" cy="1798334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10800" b="0" spc="600">
                <a:effectLst/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339850" y="7131050"/>
            <a:ext cx="21704300" cy="1602740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4800" u="none" strike="noStrike" kern="1200" cap="none" spc="200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914400" indent="0" algn="ctr">
              <a:buNone/>
              <a:defRPr sz="4000"/>
            </a:lvl2pPr>
            <a:lvl3pPr marL="1828800" indent="0" algn="ctr">
              <a:buNone/>
              <a:defRPr sz="3600"/>
            </a:lvl3pPr>
            <a:lvl4pPr marL="2743200" indent="0" algn="ctr">
              <a:buNone/>
              <a:defRPr sz="3200"/>
            </a:lvl4pPr>
            <a:lvl5pPr marL="3657600" indent="0" algn="ctr">
              <a:buNone/>
              <a:defRPr sz="3200"/>
            </a:lvl5pPr>
            <a:lvl6pPr marL="4572000" indent="0" algn="ctr">
              <a:buNone/>
              <a:defRPr sz="3200"/>
            </a:lvl6pPr>
            <a:lvl7pPr marL="5486400" indent="0" algn="ctr">
              <a:buNone/>
              <a:defRPr sz="3200"/>
            </a:lvl7pPr>
            <a:lvl8pPr marL="6400800" indent="0" algn="ctr">
              <a:buNone/>
              <a:defRPr sz="3200"/>
            </a:lvl8pPr>
            <a:lvl9pPr marL="7315200" indent="0" algn="ctr">
              <a:buNone/>
              <a:defRPr sz="3200"/>
            </a:lvl9pPr>
          </a:lstStyle>
          <a:p>
            <a:r>
              <a:rPr lang="zh-CN" altLang="en-US" dirty="0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ct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49AE70B2-8BF9-45C0-BB95-33D1B9D3A854}" type="slidenum">
              <a:rPr kumimoji="0" lang="zh-CN" altLang="en-US" sz="24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cs typeface="+mn-cs"/>
                <a:sym typeface="Arial" panose="020B0604020202020204" pitchFamily="34" charset="0"/>
              </a:rPr>
              <a:t>‹#›</a:t>
            </a:fld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49AE70B2-8BF9-45C0-BB95-33D1B9D3A854}" type="slidenum">
              <a:rPr kumimoji="0" lang="zh-CN" altLang="en-US" sz="24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cs typeface="+mn-cs"/>
                <a:sym typeface="Arial" panose="020B0604020202020204" pitchFamily="34" charset="0"/>
              </a:rPr>
              <a:t>‹#›</a:t>
            </a:fld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1339764" y="1162450"/>
            <a:ext cx="21704474" cy="129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ct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49AE70B2-8BF9-45C0-BB95-33D1B9D3A854}" type="slidenum">
              <a:rPr kumimoji="0" lang="zh-CN" altLang="en-US" sz="24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cs typeface="+mn-cs"/>
                <a:sym typeface="Arial" panose="020B0604020202020204" pitchFamily="34" charset="0"/>
              </a:rPr>
              <a:t>‹#›</a:t>
            </a:fld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1339850" y="3016250"/>
            <a:ext cx="21704300" cy="9498330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ct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49AE70B2-8BF9-45C0-BB95-33D1B9D3A854}" type="slidenum">
              <a:rPr kumimoji="0" lang="zh-CN" altLang="en-US" sz="24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cs typeface="+mn-cs"/>
                <a:sym typeface="Arial" panose="020B0604020202020204" pitchFamily="34" charset="0"/>
              </a:rPr>
              <a:t>‹#›</a:t>
            </a:fld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1680210" y="1455420"/>
            <a:ext cx="7863840" cy="2230120"/>
          </a:xfrm>
        </p:spPr>
        <p:txBody>
          <a:bodyPr anchor="ctr" anchorCtr="0"/>
          <a:lstStyle>
            <a:lvl1pPr>
              <a:defRPr sz="6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10276840" y="1455420"/>
            <a:ext cx="12344400" cy="10806430"/>
          </a:xfrm>
        </p:spPr>
        <p:txBody>
          <a:bodyPr/>
          <a:lstStyle>
            <a:lvl1pPr>
              <a:defRPr sz="4800">
                <a:latin typeface="+mn-ea"/>
                <a:ea typeface="+mn-ea"/>
              </a:defRPr>
            </a:lvl1pPr>
            <a:lvl2pPr marL="914400" indent="0">
              <a:buNone/>
              <a:defRPr sz="4800">
                <a:latin typeface="+mn-ea"/>
                <a:ea typeface="+mn-ea"/>
              </a:defRPr>
            </a:lvl2pPr>
            <a:lvl3pPr>
              <a:defRPr sz="4800">
                <a:latin typeface="+mn-ea"/>
                <a:ea typeface="+mn-ea"/>
              </a:defRPr>
            </a:lvl3pPr>
            <a:lvl4pPr>
              <a:defRPr sz="4800">
                <a:latin typeface="+mn-ea"/>
                <a:ea typeface="+mn-ea"/>
              </a:defRPr>
            </a:lvl4pPr>
            <a:lvl5pPr>
              <a:defRPr sz="4800">
                <a:latin typeface="+mn-ea"/>
                <a:ea typeface="+mn-ea"/>
              </a:defRPr>
            </a:lvl5pPr>
            <a:lvl6pPr>
              <a:defRPr sz="4000"/>
            </a:lvl6pPr>
            <a:lvl7pPr>
              <a:defRPr sz="4000"/>
            </a:lvl7pPr>
            <a:lvl8pPr>
              <a:defRPr sz="4000"/>
            </a:lvl8pPr>
            <a:lvl9pPr>
              <a:defRPr sz="40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1680210" y="4479290"/>
            <a:ext cx="7863840" cy="7783830"/>
          </a:xfrm>
        </p:spPr>
        <p:txBody>
          <a:bodyPr/>
          <a:lstStyle>
            <a:lvl1pPr marL="685800" indent="-685800">
              <a:buFont typeface="Arial" panose="020B0604020202020204" pitchFamily="34" charset="0"/>
              <a:buChar char="•"/>
              <a:defRPr sz="4800">
                <a:latin typeface="+mn-ea"/>
                <a:ea typeface="+mn-ea"/>
              </a:defRPr>
            </a:lvl1pPr>
            <a:lvl2pPr marL="914400" indent="0">
              <a:buNone/>
              <a:defRPr sz="2800"/>
            </a:lvl2pPr>
            <a:lvl3pPr marL="1828800" indent="0">
              <a:buNone/>
              <a:defRPr sz="2400"/>
            </a:lvl3pPr>
            <a:lvl4pPr marL="2743200" indent="0">
              <a:buNone/>
              <a:defRPr sz="2000"/>
            </a:lvl4pPr>
            <a:lvl5pPr marL="3657600" indent="0">
              <a:buNone/>
              <a:defRPr sz="2000"/>
            </a:lvl5pPr>
            <a:lvl6pPr marL="4572000" indent="0">
              <a:buNone/>
              <a:defRPr sz="2000"/>
            </a:lvl6pPr>
            <a:lvl7pPr marL="5486400" indent="0">
              <a:buNone/>
              <a:defRPr sz="2000"/>
            </a:lvl7pPr>
            <a:lvl8pPr marL="6400800" indent="0">
              <a:buNone/>
              <a:defRPr sz="2000"/>
            </a:lvl8pPr>
            <a:lvl9pPr marL="7315200" indent="0">
              <a:buNone/>
              <a:defRPr sz="200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ct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FABC47A4-756D-490B-A52F-7D9E2C9FC05F}" type="slidenum">
              <a:rPr kumimoji="0" lang="zh-CN" altLang="en-US" sz="24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cs typeface="+mn-cs"/>
                <a:sym typeface="Arial" panose="020B0604020202020204" pitchFamily="34" charset="0"/>
              </a:rPr>
              <a:t>‹#›</a:t>
            </a:fld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1339850" y="11210290"/>
            <a:ext cx="21704300" cy="1116330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1339850" y="1282700"/>
            <a:ext cx="21704300" cy="9112250"/>
          </a:xfrm>
        </p:spPr>
        <p:txBody>
          <a:bodyPr vert="horz" lIns="101600" tIns="0" rIns="82550" bIns="0" rtlCol="0">
            <a:noAutofit/>
          </a:bodyPr>
          <a:lstStyle>
            <a:lvl1pPr marL="457200" marR="0" lvl="0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914400" marR="0" lvl="1" indent="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None/>
              <a:tabLst>
                <a:tab pos="1609725" algn="l"/>
              </a:tabLst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2286000" marR="0" lvl="2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3200400" marR="0" lvl="3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4114800" marR="0" lvl="4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ct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49AE70B2-8BF9-45C0-BB95-33D1B9D3A854}" type="slidenum">
              <a:rPr kumimoji="0" lang="zh-CN" altLang="en-US" sz="24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cs typeface="+mn-cs"/>
                <a:sym typeface="Arial" panose="020B0604020202020204" pitchFamily="34" charset="0"/>
              </a:rPr>
              <a:t>‹#›</a:t>
            </a:fld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24392890" cy="13736320"/>
          </a:xfrm>
        </p:spPr>
        <p:txBody>
          <a:bodyPr vert="horz" lIns="101600" tIns="0" rIns="82550" bIns="0" rtlCol="0">
            <a:noAutofit/>
          </a:bodyPr>
          <a:lstStyle>
            <a:lvl1pPr marL="457200" marR="0" lvl="0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914400" marR="0" lvl="1" indent="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None/>
              <a:tabLst>
                <a:tab pos="1609725" algn="l"/>
              </a:tabLst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2286000" marR="0" lvl="2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3200400" marR="0" lvl="3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4114800" marR="0" lvl="4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ct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49AE70B2-8BF9-45C0-BB95-33D1B9D3A854}" type="slidenum">
              <a:rPr kumimoji="0" lang="zh-CN" altLang="en-US" sz="24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cs typeface="+mn-cs"/>
                <a:sym typeface="Arial" panose="020B0604020202020204" pitchFamily="34" charset="0"/>
              </a:rPr>
              <a:t>‹#›</a:t>
            </a:fld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935990" y="1130300"/>
            <a:ext cx="10800080" cy="11455400"/>
          </a:xfrm>
        </p:spPr>
        <p:txBody>
          <a:bodyPr vert="horz" lIns="101600" tIns="0" rIns="82550" bIns="0" rtlCol="0">
            <a:noAutofit/>
          </a:bodyPr>
          <a:lstStyle>
            <a:lvl1pPr marL="457200" marR="0" lvl="0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1371600" marR="0" lvl="1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2286000" marR="0" lvl="2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3200400" marR="0" lvl="3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4114800" marR="0" lvl="4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12575540" y="1130300"/>
            <a:ext cx="10800080" cy="11455400"/>
          </a:xfrm>
        </p:spPr>
        <p:txBody>
          <a:bodyPr vert="horz" lIns="101600" tIns="0" rIns="82550" bIns="0" rtlCol="0">
            <a:noAutofit/>
          </a:bodyPr>
          <a:lstStyle>
            <a:lvl1pPr marL="457200" marR="0" lvl="0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1371600" marR="0" lvl="1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2286000" marR="0" lvl="2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3200400" marR="0" lvl="3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4114800" marR="0" lvl="4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</a:t>
            </a:r>
            <a:r>
              <a:rPr>
                <a:sym typeface="+mn-ea"/>
              </a:rPr>
              <a:t>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ct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49AE70B2-8BF9-45C0-BB95-33D1B9D3A854}" type="slidenum">
              <a:rPr kumimoji="0" lang="zh-CN" altLang="en-US" sz="24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cs typeface="+mn-cs"/>
                <a:sym typeface="Arial" panose="020B0604020202020204" pitchFamily="34" charset="0"/>
              </a:rPr>
              <a:t>‹#›</a:t>
            </a:fld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1339764" y="1247182"/>
            <a:ext cx="21704474" cy="1798334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0" i="0" u="none" strike="noStrike" kern="1200" cap="none" spc="600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11129645" y="13192234"/>
            <a:ext cx="1464945" cy="323165"/>
          </a:xfrm>
        </p:spPr>
        <p:txBody>
          <a:bodyPr wrap="square">
            <a:noAutofit/>
          </a:bodyPr>
          <a:lstStyle>
            <a:lvl1pPr algn="ctr">
              <a:defRPr sz="2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-</a:t>
            </a:r>
            <a:fld id="{FAEDECE0-B3E3-4E93-9B91-9F10B30F5B07}" type="slidenum">
              <a:rPr kumimoji="0" lang="en-US" altLang="zh-CN" sz="24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‹#›</a:t>
            </a:fld>
            <a:r>
              <a:rPr kumimoji="0" lang="en-US" altLang="zh-CN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-</a:t>
            </a: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7" name="文本框 6"/>
          <p:cNvSpPr txBox="1"/>
          <p:nvPr userDrawn="1"/>
        </p:nvSpPr>
        <p:spPr>
          <a:xfrm>
            <a:off x="19842084" y="13153762"/>
            <a:ext cx="5068389" cy="400108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lvl="0" indent="0" algn="ctr" defTabSz="8255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 userDrawn="1"/>
        </p:nvCxnSpPr>
        <p:spPr>
          <a:xfrm>
            <a:off x="6540062" y="1830047"/>
            <a:ext cx="17130242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ct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49AE70B2-8BF9-45C0-BB95-33D1B9D3A854}" type="slidenum">
              <a:rPr kumimoji="0" lang="zh-CN" altLang="en-US" sz="24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cs typeface="+mn-cs"/>
                <a:sym typeface="Arial" panose="020B0604020202020204" pitchFamily="34" charset="0"/>
              </a:rPr>
              <a:t>‹#›</a:t>
            </a:fld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 with phot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Линия"/>
          <p:cNvSpPr/>
          <p:nvPr/>
        </p:nvSpPr>
        <p:spPr>
          <a:xfrm flipV="1">
            <a:off x="6986905" y="1310004"/>
            <a:ext cx="17397095" cy="0"/>
          </a:xfrm>
          <a:prstGeom prst="line">
            <a:avLst/>
          </a:prstGeom>
          <a:ln w="57150" cap="flat" cmpd="sng">
            <a:solidFill>
              <a:srgbClr val="2F5A9E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6" name="矩形 5"/>
          <p:cNvSpPr/>
          <p:nvPr/>
        </p:nvSpPr>
        <p:spPr>
          <a:xfrm>
            <a:off x="0" y="12949238"/>
            <a:ext cx="24384000" cy="568325"/>
          </a:xfrm>
          <a:prstGeom prst="rect">
            <a:avLst/>
          </a:prstGeom>
          <a:solidFill>
            <a:srgbClr val="2F5A9E"/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38100" tIns="38100" rIns="38100" bIns="38100" numCol="1" spcCol="38100" rtlCol="0" anchor="ctr" forceAA="0">
            <a:spAutoFit/>
          </a:bodyPr>
          <a:lstStyle/>
          <a:p>
            <a:pPr marL="0" marR="0" lvl="0" indent="0" algn="ctr" defTabSz="8255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32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22721889" y="12949238"/>
            <a:ext cx="1662112" cy="56832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38100" tIns="38100" rIns="38100" bIns="38100" numCol="1" spcCol="38100" rtlCol="0" anchor="ctr" forceAA="0">
            <a:spAutoFit/>
          </a:bodyPr>
          <a:lstStyle/>
          <a:p>
            <a:pPr marL="0" marR="0" lvl="0" indent="0" algn="ctr" defTabSz="8255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32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pic>
        <p:nvPicPr>
          <p:cNvPr id="5" name="图片 4" descr="12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510" y="608330"/>
            <a:ext cx="5297805" cy="1052830"/>
          </a:xfrm>
          <a:prstGeom prst="rect">
            <a:avLst/>
          </a:prstGeom>
        </p:spPr>
      </p:pic>
    </p:spTree>
  </p:cSld>
  <p:clrMapOvr>
    <a:masterClrMapping/>
  </p:clrMapOvr>
  <p:transition spd="med"/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339764" y="4617762"/>
            <a:ext cx="21704474" cy="1798334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10800" b="0" spc="600">
                <a:effectLst/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339850" y="7131050"/>
            <a:ext cx="21704300" cy="1602740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4800" u="none" strike="noStrike" kern="1200" cap="none" spc="200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914400" indent="0" algn="ctr">
              <a:buNone/>
              <a:defRPr sz="4000"/>
            </a:lvl2pPr>
            <a:lvl3pPr marL="1828800" indent="0" algn="ctr">
              <a:buNone/>
              <a:defRPr sz="3600"/>
            </a:lvl3pPr>
            <a:lvl4pPr marL="2743200" indent="0" algn="ctr">
              <a:buNone/>
              <a:defRPr sz="3200"/>
            </a:lvl4pPr>
            <a:lvl5pPr marL="3657600" indent="0" algn="ctr">
              <a:buNone/>
              <a:defRPr sz="3200"/>
            </a:lvl5pPr>
            <a:lvl6pPr marL="4572000" indent="0" algn="ctr">
              <a:buNone/>
              <a:defRPr sz="3200"/>
            </a:lvl6pPr>
            <a:lvl7pPr marL="5486400" indent="0" algn="ctr">
              <a:buNone/>
              <a:defRPr sz="3200"/>
            </a:lvl7pPr>
            <a:lvl8pPr marL="6400800" indent="0" algn="ctr">
              <a:buNone/>
              <a:defRPr sz="3200"/>
            </a:lvl8pPr>
            <a:lvl9pPr marL="7315200" indent="0" algn="ctr">
              <a:buNone/>
              <a:defRPr sz="3200"/>
            </a:lvl9pPr>
          </a:lstStyle>
          <a:p>
            <a:r>
              <a:rPr lang="zh-CN" altLang="en-US" dirty="0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ct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49AE70B2-8BF9-45C0-BB95-33D1B9D3A854}" type="slidenum">
              <a:rPr kumimoji="0" lang="zh-CN" altLang="en-US" sz="24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cs typeface="+mn-cs"/>
                <a:sym typeface="Arial" panose="020B0604020202020204" pitchFamily="34" charset="0"/>
              </a:rPr>
              <a:t>‹#›</a:t>
            </a:fld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49AE70B2-8BF9-45C0-BB95-33D1B9D3A854}" type="slidenum">
              <a:rPr kumimoji="0" lang="zh-CN" altLang="en-US" sz="24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cs typeface="+mn-cs"/>
                <a:sym typeface="Arial" panose="020B0604020202020204" pitchFamily="34" charset="0"/>
              </a:rPr>
              <a:t>‹#›</a:t>
            </a:fld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1339764" y="1162450"/>
            <a:ext cx="21704474" cy="129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ct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49AE70B2-8BF9-45C0-BB95-33D1B9D3A854}" type="slidenum">
              <a:rPr kumimoji="0" lang="zh-CN" altLang="en-US" sz="24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cs typeface="+mn-cs"/>
                <a:sym typeface="Arial" panose="020B0604020202020204" pitchFamily="34" charset="0"/>
              </a:rPr>
              <a:t>‹#›</a:t>
            </a:fld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1339850" y="3016250"/>
            <a:ext cx="21704300" cy="9498330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ct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49AE70B2-8BF9-45C0-BB95-33D1B9D3A854}" type="slidenum">
              <a:rPr kumimoji="0" lang="zh-CN" altLang="en-US" sz="24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cs typeface="+mn-cs"/>
                <a:sym typeface="Arial" panose="020B0604020202020204" pitchFamily="34" charset="0"/>
              </a:rPr>
              <a:t>‹#›</a:t>
            </a:fld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1680210" y="1455420"/>
            <a:ext cx="7863840" cy="2230120"/>
          </a:xfrm>
        </p:spPr>
        <p:txBody>
          <a:bodyPr anchor="ctr" anchorCtr="0"/>
          <a:lstStyle>
            <a:lvl1pPr>
              <a:defRPr sz="6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10276840" y="1455420"/>
            <a:ext cx="12344400" cy="10806430"/>
          </a:xfrm>
        </p:spPr>
        <p:txBody>
          <a:bodyPr/>
          <a:lstStyle>
            <a:lvl1pPr>
              <a:defRPr sz="4800">
                <a:latin typeface="+mn-ea"/>
                <a:ea typeface="+mn-ea"/>
              </a:defRPr>
            </a:lvl1pPr>
            <a:lvl2pPr marL="914400" indent="0">
              <a:buNone/>
              <a:defRPr sz="4800">
                <a:latin typeface="+mn-ea"/>
                <a:ea typeface="+mn-ea"/>
              </a:defRPr>
            </a:lvl2pPr>
            <a:lvl3pPr>
              <a:defRPr sz="4800">
                <a:latin typeface="+mn-ea"/>
                <a:ea typeface="+mn-ea"/>
              </a:defRPr>
            </a:lvl3pPr>
            <a:lvl4pPr>
              <a:defRPr sz="4800">
                <a:latin typeface="+mn-ea"/>
                <a:ea typeface="+mn-ea"/>
              </a:defRPr>
            </a:lvl4pPr>
            <a:lvl5pPr>
              <a:defRPr sz="4800">
                <a:latin typeface="+mn-ea"/>
                <a:ea typeface="+mn-ea"/>
              </a:defRPr>
            </a:lvl5pPr>
            <a:lvl6pPr>
              <a:defRPr sz="4000"/>
            </a:lvl6pPr>
            <a:lvl7pPr>
              <a:defRPr sz="4000"/>
            </a:lvl7pPr>
            <a:lvl8pPr>
              <a:defRPr sz="4000"/>
            </a:lvl8pPr>
            <a:lvl9pPr>
              <a:defRPr sz="40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1680210" y="4479290"/>
            <a:ext cx="7863840" cy="7783830"/>
          </a:xfrm>
        </p:spPr>
        <p:txBody>
          <a:bodyPr/>
          <a:lstStyle>
            <a:lvl1pPr marL="685800" indent="-685800">
              <a:buFont typeface="Arial" panose="020B0604020202020204" pitchFamily="34" charset="0"/>
              <a:buChar char="•"/>
              <a:defRPr sz="4800">
                <a:latin typeface="+mn-ea"/>
                <a:ea typeface="+mn-ea"/>
              </a:defRPr>
            </a:lvl1pPr>
            <a:lvl2pPr marL="914400" indent="0">
              <a:buNone/>
              <a:defRPr sz="2800"/>
            </a:lvl2pPr>
            <a:lvl3pPr marL="1828800" indent="0">
              <a:buNone/>
              <a:defRPr sz="2400"/>
            </a:lvl3pPr>
            <a:lvl4pPr marL="2743200" indent="0">
              <a:buNone/>
              <a:defRPr sz="2000"/>
            </a:lvl4pPr>
            <a:lvl5pPr marL="3657600" indent="0">
              <a:buNone/>
              <a:defRPr sz="2000"/>
            </a:lvl5pPr>
            <a:lvl6pPr marL="4572000" indent="0">
              <a:buNone/>
              <a:defRPr sz="2000"/>
            </a:lvl6pPr>
            <a:lvl7pPr marL="5486400" indent="0">
              <a:buNone/>
              <a:defRPr sz="2000"/>
            </a:lvl7pPr>
            <a:lvl8pPr marL="6400800" indent="0">
              <a:buNone/>
              <a:defRPr sz="2000"/>
            </a:lvl8pPr>
            <a:lvl9pPr marL="7315200" indent="0">
              <a:buNone/>
              <a:defRPr sz="200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ct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FABC47A4-756D-490B-A52F-7D9E2C9FC05F}" type="slidenum">
              <a:rPr kumimoji="0" lang="zh-CN" altLang="en-US" sz="24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cs typeface="+mn-cs"/>
                <a:sym typeface="Arial" panose="020B0604020202020204" pitchFamily="34" charset="0"/>
              </a:rPr>
              <a:t>‹#›</a:t>
            </a:fld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1339850" y="11210290"/>
            <a:ext cx="21704300" cy="1116330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1339850" y="1282700"/>
            <a:ext cx="21704300" cy="9112250"/>
          </a:xfrm>
        </p:spPr>
        <p:txBody>
          <a:bodyPr vert="horz" lIns="101600" tIns="0" rIns="82550" bIns="0" rtlCol="0">
            <a:noAutofit/>
          </a:bodyPr>
          <a:lstStyle>
            <a:lvl1pPr marL="457200" marR="0" lvl="0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914400" marR="0" lvl="1" indent="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None/>
              <a:tabLst>
                <a:tab pos="1609725" algn="l"/>
              </a:tabLst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2286000" marR="0" lvl="2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3200400" marR="0" lvl="3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4114800" marR="0" lvl="4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ct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49AE70B2-8BF9-45C0-BB95-33D1B9D3A854}" type="slidenum">
              <a:rPr kumimoji="0" lang="zh-CN" altLang="en-US" sz="24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cs typeface="+mn-cs"/>
                <a:sym typeface="Arial" panose="020B0604020202020204" pitchFamily="34" charset="0"/>
              </a:rPr>
              <a:t>‹#›</a:t>
            </a:fld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24392890" cy="13736320"/>
          </a:xfrm>
        </p:spPr>
        <p:txBody>
          <a:bodyPr vert="horz" lIns="101600" tIns="0" rIns="82550" bIns="0" rtlCol="0">
            <a:noAutofit/>
          </a:bodyPr>
          <a:lstStyle>
            <a:lvl1pPr marL="457200" marR="0" lvl="0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914400" marR="0" lvl="1" indent="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None/>
              <a:tabLst>
                <a:tab pos="1609725" algn="l"/>
              </a:tabLst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2286000" marR="0" lvl="2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3200400" marR="0" lvl="3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4114800" marR="0" lvl="4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ct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49AE70B2-8BF9-45C0-BB95-33D1B9D3A854}" type="slidenum">
              <a:rPr kumimoji="0" lang="zh-CN" altLang="en-US" sz="24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cs typeface="+mn-cs"/>
                <a:sym typeface="Arial" panose="020B0604020202020204" pitchFamily="34" charset="0"/>
              </a:rPr>
              <a:t>‹#›</a:t>
            </a:fld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935990" y="1130300"/>
            <a:ext cx="10800080" cy="11455400"/>
          </a:xfrm>
        </p:spPr>
        <p:txBody>
          <a:bodyPr vert="horz" lIns="101600" tIns="0" rIns="82550" bIns="0" rtlCol="0">
            <a:noAutofit/>
          </a:bodyPr>
          <a:lstStyle>
            <a:lvl1pPr marL="457200" marR="0" lvl="0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1371600" marR="0" lvl="1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2286000" marR="0" lvl="2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3200400" marR="0" lvl="3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4114800" marR="0" lvl="4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12575540" y="1130300"/>
            <a:ext cx="10800080" cy="11455400"/>
          </a:xfrm>
        </p:spPr>
        <p:txBody>
          <a:bodyPr vert="horz" lIns="101600" tIns="0" rIns="82550" bIns="0" rtlCol="0">
            <a:noAutofit/>
          </a:bodyPr>
          <a:lstStyle>
            <a:lvl1pPr marL="457200" marR="0" lvl="0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1371600" marR="0" lvl="1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2286000" marR="0" lvl="2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3200400" marR="0" lvl="3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4114800" marR="0" lvl="4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</a:t>
            </a:r>
            <a:r>
              <a:rPr>
                <a:sym typeface="+mn-ea"/>
              </a:rPr>
              <a:t>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ct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49AE70B2-8BF9-45C0-BB95-33D1B9D3A854}" type="slidenum">
              <a:rPr kumimoji="0" lang="zh-CN" altLang="en-US" sz="24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cs typeface="+mn-cs"/>
                <a:sym typeface="Arial" panose="020B0604020202020204" pitchFamily="34" charset="0"/>
              </a:rPr>
              <a:t>‹#›</a:t>
            </a:fld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1339764" y="1247182"/>
            <a:ext cx="21704474" cy="1798334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0" i="0" u="none" strike="noStrike" kern="1200" cap="none" spc="600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11129645" y="13192234"/>
            <a:ext cx="1464945" cy="323165"/>
          </a:xfrm>
        </p:spPr>
        <p:txBody>
          <a:bodyPr wrap="square">
            <a:noAutofit/>
          </a:bodyPr>
          <a:lstStyle>
            <a:lvl1pPr algn="ctr">
              <a:defRPr sz="2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-</a:t>
            </a:r>
            <a:fld id="{FAEDECE0-B3E3-4E93-9B91-9F10B30F5B07}" type="slidenum">
              <a:rPr kumimoji="0" lang="en-US" altLang="zh-CN" sz="24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‹#›</a:t>
            </a:fld>
            <a:r>
              <a:rPr kumimoji="0" lang="en-US" altLang="zh-CN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-</a:t>
            </a: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7" name="文本框 6"/>
          <p:cNvSpPr txBox="1"/>
          <p:nvPr userDrawn="1"/>
        </p:nvSpPr>
        <p:spPr>
          <a:xfrm>
            <a:off x="19842084" y="13153762"/>
            <a:ext cx="5068389" cy="400108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lvl="0" indent="0" algn="ctr" defTabSz="8255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 userDrawn="1"/>
        </p:nvCxnSpPr>
        <p:spPr>
          <a:xfrm>
            <a:off x="6540062" y="1830047"/>
            <a:ext cx="17130242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ct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49AE70B2-8BF9-45C0-BB95-33D1B9D3A854}" type="slidenum">
              <a:rPr kumimoji="0" lang="zh-CN" altLang="en-US" sz="24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cs typeface="+mn-cs"/>
                <a:sym typeface="Arial" panose="020B0604020202020204" pitchFamily="34" charset="0"/>
              </a:rPr>
              <a:t>‹#›</a:t>
            </a:fld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 with phot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Линия"/>
          <p:cNvSpPr/>
          <p:nvPr/>
        </p:nvSpPr>
        <p:spPr>
          <a:xfrm flipV="1">
            <a:off x="6986905" y="1310004"/>
            <a:ext cx="17397095" cy="0"/>
          </a:xfrm>
          <a:prstGeom prst="line">
            <a:avLst/>
          </a:prstGeom>
          <a:ln w="57150" cap="flat" cmpd="sng">
            <a:solidFill>
              <a:srgbClr val="2F5A9E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6" name="矩形 5"/>
          <p:cNvSpPr/>
          <p:nvPr/>
        </p:nvSpPr>
        <p:spPr>
          <a:xfrm>
            <a:off x="0" y="12949238"/>
            <a:ext cx="24384000" cy="568325"/>
          </a:xfrm>
          <a:prstGeom prst="rect">
            <a:avLst/>
          </a:prstGeom>
          <a:solidFill>
            <a:srgbClr val="2F5A9E"/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38100" tIns="38100" rIns="38100" bIns="38100" numCol="1" spcCol="38100" rtlCol="0" anchor="ctr" forceAA="0">
            <a:spAutoFit/>
          </a:bodyPr>
          <a:lstStyle/>
          <a:p>
            <a:pPr marL="0" marR="0" lvl="0" indent="0" algn="ctr" defTabSz="8255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32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22721889" y="12949238"/>
            <a:ext cx="1662112" cy="56832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38100" tIns="38100" rIns="38100" bIns="38100" numCol="1" spcCol="38100" rtlCol="0" anchor="ctr" forceAA="0">
            <a:spAutoFit/>
          </a:bodyPr>
          <a:lstStyle/>
          <a:p>
            <a:pPr marL="0" marR="0" lvl="0" indent="0" algn="ctr" defTabSz="8255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32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pic>
        <p:nvPicPr>
          <p:cNvPr id="5" name="图片 4" descr="12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510" y="608330"/>
            <a:ext cx="5297805" cy="1052830"/>
          </a:xfrm>
          <a:prstGeom prst="rect">
            <a:avLst/>
          </a:prstGeom>
        </p:spPr>
      </p:pic>
    </p:spTree>
  </p:cSld>
  <p:clrMapOvr>
    <a:masterClrMapping/>
  </p:clrMapOvr>
  <p:transition spd="med"/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339764" y="4617762"/>
            <a:ext cx="21704474" cy="1798334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10800" b="0" spc="600">
                <a:effectLst/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339850" y="7131050"/>
            <a:ext cx="21704300" cy="1602740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4800" u="none" strike="noStrike" kern="1200" cap="none" spc="200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914400" indent="0" algn="ctr">
              <a:buNone/>
              <a:defRPr sz="4000"/>
            </a:lvl2pPr>
            <a:lvl3pPr marL="1828800" indent="0" algn="ctr">
              <a:buNone/>
              <a:defRPr sz="3600"/>
            </a:lvl3pPr>
            <a:lvl4pPr marL="2743200" indent="0" algn="ctr">
              <a:buNone/>
              <a:defRPr sz="3200"/>
            </a:lvl4pPr>
            <a:lvl5pPr marL="3657600" indent="0" algn="ctr">
              <a:buNone/>
              <a:defRPr sz="3200"/>
            </a:lvl5pPr>
            <a:lvl6pPr marL="4572000" indent="0" algn="ctr">
              <a:buNone/>
              <a:defRPr sz="3200"/>
            </a:lvl6pPr>
            <a:lvl7pPr marL="5486400" indent="0" algn="ctr">
              <a:buNone/>
              <a:defRPr sz="3200"/>
            </a:lvl7pPr>
            <a:lvl8pPr marL="6400800" indent="0" algn="ctr">
              <a:buNone/>
              <a:defRPr sz="3200"/>
            </a:lvl8pPr>
            <a:lvl9pPr marL="7315200" indent="0" algn="ctr">
              <a:buNone/>
              <a:defRPr sz="3200"/>
            </a:lvl9pPr>
          </a:lstStyle>
          <a:p>
            <a:r>
              <a:rPr lang="zh-CN" altLang="en-US" dirty="0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1339764" y="1162450"/>
            <a:ext cx="21704474" cy="129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1339850" y="3016250"/>
            <a:ext cx="21704300" cy="9498330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1680210" y="1455420"/>
            <a:ext cx="7863840" cy="2230120"/>
          </a:xfrm>
        </p:spPr>
        <p:txBody>
          <a:bodyPr anchor="ctr" anchorCtr="0"/>
          <a:lstStyle>
            <a:lvl1pPr>
              <a:defRPr sz="6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10276840" y="1455420"/>
            <a:ext cx="12344400" cy="10806430"/>
          </a:xfrm>
        </p:spPr>
        <p:txBody>
          <a:bodyPr/>
          <a:lstStyle>
            <a:lvl1pPr>
              <a:defRPr sz="4800">
                <a:latin typeface="+mn-ea"/>
                <a:ea typeface="+mn-ea"/>
              </a:defRPr>
            </a:lvl1pPr>
            <a:lvl2pPr marL="914400" indent="0">
              <a:buNone/>
              <a:defRPr sz="4800">
                <a:latin typeface="+mn-ea"/>
                <a:ea typeface="+mn-ea"/>
              </a:defRPr>
            </a:lvl2pPr>
            <a:lvl3pPr>
              <a:defRPr sz="4800">
                <a:latin typeface="+mn-ea"/>
                <a:ea typeface="+mn-ea"/>
              </a:defRPr>
            </a:lvl3pPr>
            <a:lvl4pPr>
              <a:defRPr sz="4800">
                <a:latin typeface="+mn-ea"/>
                <a:ea typeface="+mn-ea"/>
              </a:defRPr>
            </a:lvl4pPr>
            <a:lvl5pPr>
              <a:defRPr sz="4800">
                <a:latin typeface="+mn-ea"/>
                <a:ea typeface="+mn-ea"/>
              </a:defRPr>
            </a:lvl5pPr>
            <a:lvl6pPr>
              <a:defRPr sz="4000"/>
            </a:lvl6pPr>
            <a:lvl7pPr>
              <a:defRPr sz="4000"/>
            </a:lvl7pPr>
            <a:lvl8pPr>
              <a:defRPr sz="4000"/>
            </a:lvl8pPr>
            <a:lvl9pPr>
              <a:defRPr sz="40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1680210" y="4479290"/>
            <a:ext cx="7863840" cy="7783830"/>
          </a:xfrm>
        </p:spPr>
        <p:txBody>
          <a:bodyPr/>
          <a:lstStyle>
            <a:lvl1pPr marL="685800" indent="-685800">
              <a:buFont typeface="Arial" panose="020B0604020202020204" pitchFamily="34" charset="0"/>
              <a:buChar char="•"/>
              <a:defRPr sz="4800">
                <a:latin typeface="+mn-ea"/>
                <a:ea typeface="+mn-ea"/>
              </a:defRPr>
            </a:lvl1pPr>
            <a:lvl2pPr marL="914400" indent="0">
              <a:buNone/>
              <a:defRPr sz="2800"/>
            </a:lvl2pPr>
            <a:lvl3pPr marL="1828800" indent="0">
              <a:buNone/>
              <a:defRPr sz="2400"/>
            </a:lvl3pPr>
            <a:lvl4pPr marL="2743200" indent="0">
              <a:buNone/>
              <a:defRPr sz="2000"/>
            </a:lvl4pPr>
            <a:lvl5pPr marL="3657600" indent="0">
              <a:buNone/>
              <a:defRPr sz="2000"/>
            </a:lvl5pPr>
            <a:lvl6pPr marL="4572000" indent="0">
              <a:buNone/>
              <a:defRPr sz="2000"/>
            </a:lvl6pPr>
            <a:lvl7pPr marL="5486400" indent="0">
              <a:buNone/>
              <a:defRPr sz="2000"/>
            </a:lvl7pPr>
            <a:lvl8pPr marL="6400800" indent="0">
              <a:buNone/>
              <a:defRPr sz="2000"/>
            </a:lvl8pPr>
            <a:lvl9pPr marL="7315200" indent="0">
              <a:buNone/>
              <a:defRPr sz="200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1339850" y="11210290"/>
            <a:ext cx="21704300" cy="1116330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1339850" y="1282700"/>
            <a:ext cx="21704300" cy="9112250"/>
          </a:xfrm>
        </p:spPr>
        <p:txBody>
          <a:bodyPr vert="horz" lIns="101600" tIns="0" rIns="82550" bIns="0" rtlCol="0">
            <a:noAutofit/>
          </a:bodyPr>
          <a:lstStyle>
            <a:lvl1pPr marL="457200" marR="0" lvl="0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914400" marR="0" lvl="1" indent="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None/>
              <a:tabLst>
                <a:tab pos="1609725" algn="l"/>
              </a:tabLst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2286000" marR="0" lvl="2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3200400" marR="0" lvl="3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4114800" marR="0" lvl="4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24392890" cy="13736320"/>
          </a:xfrm>
        </p:spPr>
        <p:txBody>
          <a:bodyPr vert="horz" lIns="101600" tIns="0" rIns="82550" bIns="0" rtlCol="0">
            <a:noAutofit/>
          </a:bodyPr>
          <a:lstStyle>
            <a:lvl1pPr marL="457200" marR="0" lvl="0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914400" marR="0" lvl="1" indent="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None/>
              <a:tabLst>
                <a:tab pos="1609725" algn="l"/>
              </a:tabLst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2286000" marR="0" lvl="2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3200400" marR="0" lvl="3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4114800" marR="0" lvl="4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935990" y="1130300"/>
            <a:ext cx="10800080" cy="11455400"/>
          </a:xfrm>
        </p:spPr>
        <p:txBody>
          <a:bodyPr vert="horz" lIns="101600" tIns="0" rIns="82550" bIns="0" rtlCol="0">
            <a:noAutofit/>
          </a:bodyPr>
          <a:lstStyle>
            <a:lvl1pPr marL="457200" marR="0" lvl="0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1371600" marR="0" lvl="1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2286000" marR="0" lvl="2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3200400" marR="0" lvl="3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4114800" marR="0" lvl="4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12575540" y="1130300"/>
            <a:ext cx="10800080" cy="11455400"/>
          </a:xfrm>
        </p:spPr>
        <p:txBody>
          <a:bodyPr vert="horz" lIns="101600" tIns="0" rIns="82550" bIns="0" rtlCol="0">
            <a:noAutofit/>
          </a:bodyPr>
          <a:lstStyle>
            <a:lvl1pPr marL="457200" marR="0" lvl="0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1371600" marR="0" lvl="1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2286000" marR="0" lvl="2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3200400" marR="0" lvl="3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4114800" marR="0" lvl="4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</a:t>
            </a:r>
            <a:r>
              <a:rPr>
                <a:sym typeface="+mn-ea"/>
              </a:rPr>
              <a:t>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1339764" y="1247182"/>
            <a:ext cx="21704474" cy="1798334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0" i="0" u="none" strike="noStrike" kern="1200" cap="none" spc="600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</p:cSld>
  <p:clrMapOvr>
    <a:masterClrMapping/>
  </p:clrMapOvr>
</p:sldLayout>
</file>

<file path=ppt/slideLayouts/slideLayout1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11129645" y="13192234"/>
            <a:ext cx="1464945" cy="323165"/>
          </a:xfrm>
        </p:spPr>
        <p:txBody>
          <a:bodyPr wrap="square">
            <a:noAutofit/>
          </a:bodyPr>
          <a:lstStyle>
            <a:lvl1pPr algn="ctr">
              <a:defRPr sz="2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/>
              <a:t>-</a:t>
            </a:r>
            <a:fld id="{FAEDECE0-B3E3-4E93-9B91-9F10B30F5B07}" type="slidenum">
              <a:rPr lang="en-US" altLang="zh-CN" smtClean="0"/>
              <a:t>‹#›</a:t>
            </a:fld>
            <a:r>
              <a:rPr lang="en-US" altLang="zh-CN"/>
              <a:t>-</a:t>
            </a:r>
            <a:endParaRPr lang="zh-CN" altLang="en-US" dirty="0"/>
          </a:p>
        </p:txBody>
      </p:sp>
      <p:sp>
        <p:nvSpPr>
          <p:cNvPr id="7" name="文本框 6"/>
          <p:cNvSpPr txBox="1"/>
          <p:nvPr userDrawn="1"/>
        </p:nvSpPr>
        <p:spPr>
          <a:xfrm>
            <a:off x="19842084" y="13153762"/>
            <a:ext cx="5068389" cy="400108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200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200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</p:spTree>
  </p:cSld>
  <p:clrMapOvr>
    <a:masterClrMapping/>
  </p:clrMapOvr>
</p:sldLayout>
</file>

<file path=ppt/slideLayouts/slideLayout1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13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339765" y="4617763"/>
            <a:ext cx="21704474" cy="1798334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10800" b="0" spc="600">
                <a:effectLst/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339850" y="7131050"/>
            <a:ext cx="21704300" cy="1602740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4800" u="none" strike="noStrike" kern="1200" cap="none" spc="200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914400" indent="0" algn="ctr">
              <a:buNone/>
              <a:defRPr sz="4000"/>
            </a:lvl2pPr>
            <a:lvl3pPr marL="1828800" indent="0" algn="ctr">
              <a:buNone/>
              <a:defRPr sz="3600"/>
            </a:lvl3pPr>
            <a:lvl4pPr marL="2743200" indent="0" algn="ctr">
              <a:buNone/>
              <a:defRPr sz="3200"/>
            </a:lvl4pPr>
            <a:lvl5pPr marL="3657600" indent="0" algn="ctr">
              <a:buNone/>
              <a:defRPr sz="3200"/>
            </a:lvl5pPr>
            <a:lvl6pPr marL="4572000" indent="0" algn="ctr">
              <a:buNone/>
              <a:defRPr sz="3200"/>
            </a:lvl6pPr>
            <a:lvl7pPr marL="5486400" indent="0" algn="ctr">
              <a:buNone/>
              <a:defRPr sz="3200"/>
            </a:lvl7pPr>
            <a:lvl8pPr marL="6400800" indent="0" algn="ctr">
              <a:buNone/>
              <a:defRPr sz="3200"/>
            </a:lvl8pPr>
            <a:lvl9pPr marL="7315200" indent="0" algn="ctr">
              <a:buNone/>
              <a:defRPr sz="3200"/>
            </a:lvl9pPr>
          </a:lstStyle>
          <a:p>
            <a:r>
              <a:rPr lang="zh-CN" altLang="en-US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77339195"/>
      </p:ext>
    </p:extLst>
  </p:cSld>
  <p:clrMapOvr>
    <a:masterClrMapping/>
  </p:clrMapOvr>
</p:sldLayout>
</file>

<file path=ppt/slideLayouts/slideLayout1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89609149"/>
      </p:ext>
    </p:extLst>
  </p:cSld>
  <p:clrMapOvr>
    <a:masterClrMapping/>
  </p:clrMapOvr>
</p:sldLayout>
</file>

<file path=ppt/slideLayouts/slideLayout14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1339765" y="1162450"/>
            <a:ext cx="21704474" cy="129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1339850" y="3016251"/>
            <a:ext cx="21704300" cy="9498330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93546525"/>
      </p:ext>
    </p:extLst>
  </p:cSld>
  <p:clrMapOvr>
    <a:masterClrMapping/>
  </p:clrMapOvr>
</p:sldLayout>
</file>

<file path=ppt/slideLayouts/slideLayout1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1680210" y="1455420"/>
            <a:ext cx="7863840" cy="2230120"/>
          </a:xfrm>
        </p:spPr>
        <p:txBody>
          <a:bodyPr anchor="ctr" anchorCtr="0"/>
          <a:lstStyle>
            <a:lvl1pPr>
              <a:defRPr sz="6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10276840" y="1455421"/>
            <a:ext cx="12344400" cy="10806430"/>
          </a:xfrm>
        </p:spPr>
        <p:txBody>
          <a:bodyPr/>
          <a:lstStyle>
            <a:lvl1pPr>
              <a:defRPr sz="4800">
                <a:latin typeface="+mn-ea"/>
                <a:ea typeface="+mn-ea"/>
              </a:defRPr>
            </a:lvl1pPr>
            <a:lvl2pPr marL="914400" indent="0">
              <a:buNone/>
              <a:defRPr sz="4800">
                <a:latin typeface="+mn-ea"/>
                <a:ea typeface="+mn-ea"/>
              </a:defRPr>
            </a:lvl2pPr>
            <a:lvl3pPr>
              <a:defRPr sz="4800">
                <a:latin typeface="+mn-ea"/>
                <a:ea typeface="+mn-ea"/>
              </a:defRPr>
            </a:lvl3pPr>
            <a:lvl4pPr>
              <a:defRPr sz="4800">
                <a:latin typeface="+mn-ea"/>
                <a:ea typeface="+mn-ea"/>
              </a:defRPr>
            </a:lvl4pPr>
            <a:lvl5pPr>
              <a:defRPr sz="4800">
                <a:latin typeface="+mn-ea"/>
                <a:ea typeface="+mn-ea"/>
              </a:defRPr>
            </a:lvl5pPr>
            <a:lvl6pPr>
              <a:defRPr sz="4000"/>
            </a:lvl6pPr>
            <a:lvl7pPr>
              <a:defRPr sz="4000"/>
            </a:lvl7pPr>
            <a:lvl8pPr>
              <a:defRPr sz="4000"/>
            </a:lvl8pPr>
            <a:lvl9pPr>
              <a:defRPr sz="40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1680210" y="4479291"/>
            <a:ext cx="7863840" cy="7783830"/>
          </a:xfrm>
        </p:spPr>
        <p:txBody>
          <a:bodyPr/>
          <a:lstStyle>
            <a:lvl1pPr marL="685800" indent="-685800">
              <a:buFont typeface="Arial" panose="020B0604020202020204" pitchFamily="34" charset="0"/>
              <a:buChar char="•"/>
              <a:defRPr sz="4800">
                <a:latin typeface="+mn-ea"/>
                <a:ea typeface="+mn-ea"/>
              </a:defRPr>
            </a:lvl1pPr>
            <a:lvl2pPr marL="914400" indent="0">
              <a:buNone/>
              <a:defRPr sz="2800"/>
            </a:lvl2pPr>
            <a:lvl3pPr marL="1828800" indent="0">
              <a:buNone/>
              <a:defRPr sz="2400"/>
            </a:lvl3pPr>
            <a:lvl4pPr marL="2743200" indent="0">
              <a:buNone/>
              <a:defRPr sz="2000"/>
            </a:lvl4pPr>
            <a:lvl5pPr marL="3657600" indent="0">
              <a:buNone/>
              <a:defRPr sz="2000"/>
            </a:lvl5pPr>
            <a:lvl6pPr marL="4572000" indent="0">
              <a:buNone/>
              <a:defRPr sz="2000"/>
            </a:lvl6pPr>
            <a:lvl7pPr marL="5486400" indent="0">
              <a:buNone/>
              <a:defRPr sz="2000"/>
            </a:lvl7pPr>
            <a:lvl8pPr marL="6400800" indent="0">
              <a:buNone/>
              <a:defRPr sz="2000"/>
            </a:lvl8pPr>
            <a:lvl9pPr marL="7315200" indent="0">
              <a:buNone/>
              <a:defRPr sz="200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80988101"/>
      </p:ext>
    </p:extLst>
  </p:cSld>
  <p:clrMapOvr>
    <a:masterClrMapping/>
  </p:clrMapOvr>
</p:sldLayout>
</file>

<file path=ppt/slideLayouts/slideLayout1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1339850" y="11210291"/>
            <a:ext cx="21704300" cy="1116330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1339850" y="1282701"/>
            <a:ext cx="21704300" cy="9112250"/>
          </a:xfrm>
        </p:spPr>
        <p:txBody>
          <a:bodyPr vert="horz" lIns="101600" tIns="0" rIns="82550" bIns="0" rtlCol="0">
            <a:noAutofit/>
          </a:bodyPr>
          <a:lstStyle>
            <a:lvl1pPr marL="457200" marR="0" lvl="0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914400" marR="0" lvl="1" indent="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None/>
              <a:tabLst>
                <a:tab pos="1609090" algn="l"/>
              </a:tabLst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2286000" marR="0" lvl="2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3200400" marR="0" lvl="3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4114800" marR="0" lvl="4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70154123"/>
      </p:ext>
    </p:extLst>
  </p:cSld>
  <p:clrMapOvr>
    <a:masterClrMapping/>
  </p:clrMapOvr>
</p:sldLayout>
</file>

<file path=ppt/slideLayouts/slideLayout14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1" y="0"/>
            <a:ext cx="24392890" cy="13736320"/>
          </a:xfrm>
        </p:spPr>
        <p:txBody>
          <a:bodyPr vert="horz" lIns="101600" tIns="0" rIns="82550" bIns="0" rtlCol="0">
            <a:noAutofit/>
          </a:bodyPr>
          <a:lstStyle>
            <a:lvl1pPr marL="457200" marR="0" lvl="0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914400" marR="0" lvl="1" indent="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None/>
              <a:tabLst>
                <a:tab pos="1609090" algn="l"/>
              </a:tabLst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2286000" marR="0" lvl="2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3200400" marR="0" lvl="3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4114800" marR="0" lvl="4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3907521398"/>
      </p:ext>
    </p:extLst>
  </p:cSld>
  <p:clrMapOvr>
    <a:masterClrMapping/>
  </p:clrMapOvr>
</p:sldLayout>
</file>

<file path=ppt/slideLayouts/slideLayout1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935990" y="1130300"/>
            <a:ext cx="10800080" cy="11455400"/>
          </a:xfrm>
        </p:spPr>
        <p:txBody>
          <a:bodyPr vert="horz" lIns="101600" tIns="0" rIns="82550" bIns="0" rtlCol="0">
            <a:noAutofit/>
          </a:bodyPr>
          <a:lstStyle>
            <a:lvl1pPr marL="457200" marR="0" lvl="0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1371600" marR="0" lvl="1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090" algn="l"/>
              </a:tabLst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2286000" marR="0" lvl="2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3200400" marR="0" lvl="3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4114800" marR="0" lvl="4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12575540" y="1130300"/>
            <a:ext cx="10800080" cy="11455400"/>
          </a:xfrm>
        </p:spPr>
        <p:txBody>
          <a:bodyPr vert="horz" lIns="101600" tIns="0" rIns="82550" bIns="0" rtlCol="0">
            <a:noAutofit/>
          </a:bodyPr>
          <a:lstStyle>
            <a:lvl1pPr marL="457200" marR="0" lvl="0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1371600" marR="0" lvl="1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090" algn="l"/>
              </a:tabLst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2286000" marR="0" lvl="2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3200400" marR="0" lvl="3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4114800" marR="0" lvl="4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3470337024"/>
      </p:ext>
    </p:extLst>
  </p:cSld>
  <p:clrMapOvr>
    <a:masterClrMapping/>
  </p:clrMapOvr>
</p:sldLayout>
</file>

<file path=ppt/slideLayouts/slideLayout1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1339765" y="1247183"/>
            <a:ext cx="21704474" cy="1798334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0" i="0" u="none" strike="noStrike" kern="1200" cap="none" spc="600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  <p:extLst>
      <p:ext uri="{BB962C8B-B14F-4D97-AF65-F5344CB8AC3E}">
        <p14:creationId xmlns:p14="http://schemas.microsoft.com/office/powerpoint/2010/main" val="1514995262"/>
      </p:ext>
    </p:extLst>
  </p:cSld>
  <p:clrMapOvr>
    <a:masterClrMapping/>
  </p:clrMapOvr>
</p:sldLayout>
</file>

<file path=ppt/slideLayouts/slideLayout1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11129647" y="13192235"/>
            <a:ext cx="1464946" cy="323166"/>
          </a:xfrm>
        </p:spPr>
        <p:txBody>
          <a:bodyPr wrap="square">
            <a:noAutofit/>
          </a:bodyPr>
          <a:lstStyle>
            <a:lvl1pPr algn="ctr">
              <a:defRPr sz="2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/>
              <a:t>-</a:t>
            </a:r>
            <a:fld id="{FAEDECE0-B3E3-4E93-9B91-9F10B30F5B07}" type="slidenum">
              <a:rPr lang="en-US" altLang="zh-CN" smtClean="0"/>
              <a:t>‹#›</a:t>
            </a:fld>
            <a:r>
              <a:rPr lang="en-US" altLang="zh-CN"/>
              <a:t>-</a:t>
            </a:r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19842085" y="13153762"/>
            <a:ext cx="5068390" cy="40011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20" tIns="45720" rIns="45720" bIns="45720" numCol="1" spcCol="38100" rtlCol="0" anchor="t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2000" b="0" i="0" u="none" strike="noStrike" cap="none" spc="0" normalizeH="0" baseline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2000" b="0" i="0" u="none" strike="noStrike" cap="none" spc="0" normalizeH="0" baseline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sp>
        <p:nvSpPr>
          <p:cNvPr id="3" name="Линия">
            <a:extLst>
              <a:ext uri="{FF2B5EF4-FFF2-40B4-BE49-F238E27FC236}">
                <a16:creationId xmlns:a16="http://schemas.microsoft.com/office/drawing/2014/main" id="{549862F7-E668-78F8-8665-2291CCA64764}"/>
              </a:ext>
            </a:extLst>
          </p:cNvPr>
          <p:cNvSpPr/>
          <p:nvPr userDrawn="1"/>
        </p:nvSpPr>
        <p:spPr>
          <a:xfrm flipV="1">
            <a:off x="6822313" y="1309370"/>
            <a:ext cx="17549495" cy="635"/>
          </a:xfrm>
          <a:prstGeom prst="line">
            <a:avLst/>
          </a:prstGeom>
          <a:ln w="57150" cap="flat" cmpd="sng">
            <a:solidFill>
              <a:srgbClr val="2F5A9E"/>
            </a:solidFill>
            <a:prstDash val="solid"/>
            <a:miter/>
            <a:headEnd type="none" w="med" len="med"/>
            <a:tailEnd type="none" w="med" len="med"/>
          </a:ln>
        </p:spPr>
      </p:sp>
    </p:spTree>
    <p:extLst>
      <p:ext uri="{BB962C8B-B14F-4D97-AF65-F5344CB8AC3E}">
        <p14:creationId xmlns:p14="http://schemas.microsoft.com/office/powerpoint/2010/main" val="1410898014"/>
      </p:ext>
    </p:extLst>
  </p:cSld>
  <p:clrMapOvr>
    <a:masterClrMapping/>
  </p:clrMapOvr>
</p:sldLayout>
</file>

<file path=ppt/slideLayouts/slideLayout1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47830067"/>
      </p:ext>
    </p:extLst>
  </p:cSld>
  <p:clrMapOvr>
    <a:masterClrMapping/>
  </p:clrMapOvr>
</p:sldLayout>
</file>

<file path=ppt/slideLayouts/slideLayout14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 with phot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Линия"/>
          <p:cNvSpPr/>
          <p:nvPr userDrawn="1"/>
        </p:nvSpPr>
        <p:spPr>
          <a:xfrm flipV="1">
            <a:off x="6822313" y="1309370"/>
            <a:ext cx="17549495" cy="635"/>
          </a:xfrm>
          <a:prstGeom prst="line">
            <a:avLst/>
          </a:prstGeom>
          <a:ln w="57150" cap="flat" cmpd="sng">
            <a:solidFill>
              <a:srgbClr val="2F5A9E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6" name="矩形 5"/>
          <p:cNvSpPr/>
          <p:nvPr userDrawn="1"/>
        </p:nvSpPr>
        <p:spPr>
          <a:xfrm>
            <a:off x="-76200" y="12949238"/>
            <a:ext cx="24536400" cy="568325"/>
          </a:xfrm>
          <a:prstGeom prst="rect">
            <a:avLst/>
          </a:prstGeom>
          <a:solidFill>
            <a:srgbClr val="2F5A9E"/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38100" tIns="38100" rIns="38100" bIns="38100" numCol="1" spcCol="38100" rtlCol="0" anchor="ctr" forceAA="0">
            <a:spAutoFit/>
          </a:bodyPr>
          <a:lstStyle/>
          <a:p>
            <a:pPr marL="0" marR="0" lvl="0" indent="0" algn="ctr" defTabSz="8255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32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sp>
        <p:nvSpPr>
          <p:cNvPr id="11" name="矩形 10"/>
          <p:cNvSpPr/>
          <p:nvPr userDrawn="1"/>
        </p:nvSpPr>
        <p:spPr>
          <a:xfrm>
            <a:off x="22721888" y="12949238"/>
            <a:ext cx="1738313" cy="56832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38100" tIns="38100" rIns="38100" bIns="38100" numCol="1" spcCol="38100" rtlCol="0" anchor="ctr" forceAA="0">
            <a:spAutoFit/>
          </a:bodyPr>
          <a:lstStyle/>
          <a:p>
            <a:pPr marL="0" marR="0" lvl="0" indent="0" algn="ctr" defTabSz="8255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32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>
          <a:xfrm>
            <a:off x="22762277" y="13027152"/>
            <a:ext cx="754758" cy="384721"/>
          </a:xfrm>
          <a:prstGeom prst="rect">
            <a:avLst/>
          </a:prstGeom>
          <a:noFill/>
          <a:ln w="12700">
            <a:noFill/>
          </a:ln>
        </p:spPr>
        <p:txBody>
          <a:bodyPr wrap="none" lIns="38100" tIns="38100" rIns="38100" bIns="38100">
            <a:spAutoFit/>
          </a:bodyPr>
          <a:lstStyle>
            <a:lvl1pPr>
              <a:defRPr b="1">
                <a:solidFill>
                  <a:srgbClr val="FFFFFF"/>
                </a:solidFill>
              </a:defRPr>
            </a:lvl1pPr>
          </a:lstStyle>
          <a:p>
            <a:pPr marL="0" marR="0" lvl="0" indent="0" algn="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9A0DB2DC-4C9A-4742-B13C-FB6460FD3503}" type="slidenum">
              <a:rPr kumimoji="0" lang="zh-CN" altLang="en-US" sz="2400" b="1" i="0" u="none" strike="noStrike" kern="1200" cap="none" spc="0" normalizeH="0" baseline="0" noProof="1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cs typeface="Open Sans" panose="020B0606030504020204" pitchFamily="34" charset="0"/>
                <a:sym typeface="Open Sans" panose="020B0606030504020204" pitchFamily="34" charset="0"/>
              </a:rPr>
              <a:t>‹#›</a:t>
            </a:fld>
            <a:r>
              <a:rPr kumimoji="0" lang="zh-CN" altLang="en-US" sz="2400" b="1" i="0" u="none" strike="noStrike" kern="1200" cap="none" spc="0" normalizeH="0" baseline="0" noProof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cs typeface="Open Sans" panose="020B0606030504020204" pitchFamily="34" charset="0"/>
                <a:sym typeface="Open Sans" panose="020B0606030504020204" pitchFamily="34" charset="0"/>
              </a:rPr>
              <a:t> </a:t>
            </a:r>
            <a:r>
              <a:rPr kumimoji="0" lang="en-US" altLang="zh-CN" sz="2400" b="1" i="0" u="none" strike="noStrike" kern="1200" cap="none" spc="0" normalizeH="0" baseline="0" noProof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cs typeface="Open Sans" panose="020B0606030504020204" pitchFamily="34" charset="0"/>
                <a:sym typeface="Open Sans" panose="020B0606030504020204" pitchFamily="34" charset="0"/>
              </a:rPr>
              <a:t>/27</a:t>
            </a:r>
            <a:endParaRPr kumimoji="0" lang="zh-CN" altLang="en-US" sz="24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cs typeface="Open Sans" panose="020B0606030504020204" pitchFamily="34" charset="0"/>
              <a:sym typeface="Open Sans" panose="020B0606030504020204" pitchFamily="34" charset="0"/>
            </a:endParaRPr>
          </a:p>
        </p:txBody>
      </p:sp>
      <p:pic>
        <p:nvPicPr>
          <p:cNvPr id="5" name="图片 4" descr="12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2510" y="608330"/>
            <a:ext cx="5297805" cy="1052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1880868"/>
      </p:ext>
    </p:extLst>
  </p:cSld>
  <p:clrMapOvr>
    <a:masterClrMapping/>
  </p:clrMapOvr>
  <p:transition spd="med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8.xml"/><Relationship Id="rId9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0.xml"/><Relationship Id="rId11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slideLayout" Target="../slideLayouts/slideLayout22.xml"/><Relationship Id="rId3" Type="http://schemas.openxmlformats.org/officeDocument/2006/relationships/slideLayout" Target="../slideLayouts/slideLayout23.xml"/><Relationship Id="rId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25.xml"/><Relationship Id="rId6" Type="http://schemas.openxmlformats.org/officeDocument/2006/relationships/slideLayout" Target="../slideLayouts/slideLayout26.xml"/><Relationship Id="rId7" Type="http://schemas.openxmlformats.org/officeDocument/2006/relationships/slideLayout" Target="../slideLayouts/slideLayout27.xml"/><Relationship Id="rId8" Type="http://schemas.openxmlformats.org/officeDocument/2006/relationships/slideLayout" Target="../slideLayouts/slideLayout28.xml"/><Relationship Id="rId9" Type="http://schemas.openxmlformats.org/officeDocument/2006/relationships/slideLayout" Target="../slideLayouts/slideLayout29.xml"/><Relationship Id="rId10" Type="http://schemas.openxmlformats.org/officeDocument/2006/relationships/slideLayout" Target="../slideLayouts/slideLayout30.xml"/><Relationship Id="rId11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Relationship Id="rId2" Type="http://schemas.openxmlformats.org/officeDocument/2006/relationships/slideLayout" Target="../slideLayouts/slideLayout32.xml"/><Relationship Id="rId3" Type="http://schemas.openxmlformats.org/officeDocument/2006/relationships/slideLayout" Target="../slideLayouts/slideLayout33.xml"/><Relationship Id="rId4" Type="http://schemas.openxmlformats.org/officeDocument/2006/relationships/slideLayout" Target="../slideLayouts/slideLayout34.xml"/><Relationship Id="rId5" Type="http://schemas.openxmlformats.org/officeDocument/2006/relationships/slideLayout" Target="../slideLayouts/slideLayout35.xml"/><Relationship Id="rId6" Type="http://schemas.openxmlformats.org/officeDocument/2006/relationships/slideLayout" Target="../slideLayouts/slideLayout36.xml"/><Relationship Id="rId7" Type="http://schemas.openxmlformats.org/officeDocument/2006/relationships/slideLayout" Target="../slideLayouts/slideLayout37.xml"/><Relationship Id="rId8" Type="http://schemas.openxmlformats.org/officeDocument/2006/relationships/slideLayout" Target="../slideLayouts/slideLayout38.xml"/><Relationship Id="rId9" Type="http://schemas.openxmlformats.org/officeDocument/2006/relationships/slideLayout" Target="../slideLayouts/slideLayout39.xml"/><Relationship Id="rId10" Type="http://schemas.openxmlformats.org/officeDocument/2006/relationships/slideLayout" Target="../slideLayouts/slideLayout40.xml"/><Relationship Id="rId11" Type="http://schemas.openxmlformats.org/officeDocument/2006/relationships/slideLayout" Target="../slideLayouts/slideLayout41.xml"/><Relationship Id="rId12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slideLayout" Target="../slideLayouts/slideLayout43.xml"/><Relationship Id="rId3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5.xml"/><Relationship Id="rId5" Type="http://schemas.openxmlformats.org/officeDocument/2006/relationships/slideLayout" Target="../slideLayouts/slideLayout46.xml"/><Relationship Id="rId6" Type="http://schemas.openxmlformats.org/officeDocument/2006/relationships/slideLayout" Target="../slideLayouts/slideLayout47.xml"/><Relationship Id="rId7" Type="http://schemas.openxmlformats.org/officeDocument/2006/relationships/slideLayout" Target="../slideLayouts/slideLayout48.xml"/><Relationship Id="rId8" Type="http://schemas.openxmlformats.org/officeDocument/2006/relationships/slideLayout" Target="../slideLayouts/slideLayout49.xml"/><Relationship Id="rId9" Type="http://schemas.openxmlformats.org/officeDocument/2006/relationships/slideLayout" Target="../slideLayouts/slideLayout50.xml"/><Relationship Id="rId10" Type="http://schemas.openxmlformats.org/officeDocument/2006/relationships/slideLayout" Target="../slideLayouts/slideLayout51.xml"/><Relationship Id="rId11" Type="http://schemas.openxmlformats.org/officeDocument/2006/relationships/slideLayout" Target="../slideLayouts/slideLayout52.xml"/><Relationship Id="rId12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9" Type="http://schemas.openxmlformats.org/officeDocument/2006/relationships/slideLayout" Target="../slideLayouts/slideLayout61.xml"/><Relationship Id="rId10" Type="http://schemas.openxmlformats.org/officeDocument/2006/relationships/slideLayout" Target="../slideLayouts/slideLayout62.xml"/><Relationship Id="rId11" Type="http://schemas.openxmlformats.org/officeDocument/2006/relationships/slideLayout" Target="../slideLayouts/slideLayout63.xml"/><Relationship Id="rId12" Type="http://schemas.openxmlformats.org/officeDocument/2006/relationships/theme" Target="../theme/theme6.xml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4.xml"/><Relationship Id="rId2" Type="http://schemas.openxmlformats.org/officeDocument/2006/relationships/slideLayout" Target="../slideLayouts/slideLayout65.xml"/><Relationship Id="rId3" Type="http://schemas.openxmlformats.org/officeDocument/2006/relationships/slideLayout" Target="../slideLayouts/slideLayout66.xml"/><Relationship Id="rId4" Type="http://schemas.openxmlformats.org/officeDocument/2006/relationships/slideLayout" Target="../slideLayouts/slideLayout67.xml"/><Relationship Id="rId5" Type="http://schemas.openxmlformats.org/officeDocument/2006/relationships/slideLayout" Target="../slideLayouts/slideLayout68.xml"/><Relationship Id="rId6" Type="http://schemas.openxmlformats.org/officeDocument/2006/relationships/slideLayout" Target="../slideLayouts/slideLayout69.xml"/><Relationship Id="rId7" Type="http://schemas.openxmlformats.org/officeDocument/2006/relationships/slideLayout" Target="../slideLayouts/slideLayout70.xml"/><Relationship Id="rId8" Type="http://schemas.openxmlformats.org/officeDocument/2006/relationships/slideLayout" Target="../slideLayouts/slideLayout71.xml"/><Relationship Id="rId9" Type="http://schemas.openxmlformats.org/officeDocument/2006/relationships/slideLayout" Target="../slideLayouts/slideLayout72.xml"/><Relationship Id="rId10" Type="http://schemas.openxmlformats.org/officeDocument/2006/relationships/slideLayout" Target="../slideLayouts/slideLayout73.xml"/><Relationship Id="rId11" Type="http://schemas.openxmlformats.org/officeDocument/2006/relationships/slideLayout" Target="../slideLayouts/slideLayout74.xml"/><Relationship Id="rId12" Type="http://schemas.openxmlformats.org/officeDocument/2006/relationships/theme" Target="../theme/theme7.xml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5.xml"/><Relationship Id="rId2" Type="http://schemas.openxmlformats.org/officeDocument/2006/relationships/slideLayout" Target="../slideLayouts/slideLayout76.xml"/><Relationship Id="rId3" Type="http://schemas.openxmlformats.org/officeDocument/2006/relationships/slideLayout" Target="../slideLayouts/slideLayout77.xml"/><Relationship Id="rId4" Type="http://schemas.openxmlformats.org/officeDocument/2006/relationships/slideLayout" Target="../slideLayouts/slideLayout78.xml"/><Relationship Id="rId5" Type="http://schemas.openxmlformats.org/officeDocument/2006/relationships/slideLayout" Target="../slideLayouts/slideLayout79.xml"/><Relationship Id="rId6" Type="http://schemas.openxmlformats.org/officeDocument/2006/relationships/slideLayout" Target="../slideLayouts/slideLayout80.xml"/><Relationship Id="rId7" Type="http://schemas.openxmlformats.org/officeDocument/2006/relationships/slideLayout" Target="../slideLayouts/slideLayout81.xml"/><Relationship Id="rId8" Type="http://schemas.openxmlformats.org/officeDocument/2006/relationships/slideLayout" Target="../slideLayouts/slideLayout82.xml"/><Relationship Id="rId9" Type="http://schemas.openxmlformats.org/officeDocument/2006/relationships/slideLayout" Target="../slideLayouts/slideLayout83.xml"/><Relationship Id="rId10" Type="http://schemas.openxmlformats.org/officeDocument/2006/relationships/slideLayout" Target="../slideLayouts/slideLayout84.xml"/><Relationship Id="rId11" Type="http://schemas.openxmlformats.org/officeDocument/2006/relationships/theme" Target="../theme/theme8.xml"/></Relationships>
</file>

<file path=ppt/slideMasters/_rels/slideMaster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5.xml"/><Relationship Id="rId2" Type="http://schemas.openxmlformats.org/officeDocument/2006/relationships/slideLayout" Target="../slideLayouts/slideLayout86.xml"/><Relationship Id="rId3" Type="http://schemas.openxmlformats.org/officeDocument/2006/relationships/slideLayout" Target="../slideLayouts/slideLayout87.xml"/><Relationship Id="rId4" Type="http://schemas.openxmlformats.org/officeDocument/2006/relationships/slideLayout" Target="../slideLayouts/slideLayout88.xml"/><Relationship Id="rId5" Type="http://schemas.openxmlformats.org/officeDocument/2006/relationships/slideLayout" Target="../slideLayouts/slideLayout89.xml"/><Relationship Id="rId6" Type="http://schemas.openxmlformats.org/officeDocument/2006/relationships/slideLayout" Target="../slideLayouts/slideLayout90.xml"/><Relationship Id="rId7" Type="http://schemas.openxmlformats.org/officeDocument/2006/relationships/slideLayout" Target="../slideLayouts/slideLayout91.xml"/><Relationship Id="rId8" Type="http://schemas.openxmlformats.org/officeDocument/2006/relationships/slideLayout" Target="../slideLayouts/slideLayout92.xml"/><Relationship Id="rId9" Type="http://schemas.openxmlformats.org/officeDocument/2006/relationships/slideLayout" Target="../slideLayouts/slideLayout93.xml"/><Relationship Id="rId10" Type="http://schemas.openxmlformats.org/officeDocument/2006/relationships/slideLayout" Target="../slideLayouts/slideLayout94.xml"/><Relationship Id="rId11" Type="http://schemas.openxmlformats.org/officeDocument/2006/relationships/theme" Target="../theme/theme9.xml"/></Relationships>
</file>

<file path=ppt/slideMasters/_rels/slideMaster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5.xml"/><Relationship Id="rId2" Type="http://schemas.openxmlformats.org/officeDocument/2006/relationships/slideLayout" Target="../slideLayouts/slideLayout96.xml"/><Relationship Id="rId3" Type="http://schemas.openxmlformats.org/officeDocument/2006/relationships/slideLayout" Target="../slideLayouts/slideLayout97.xml"/><Relationship Id="rId4" Type="http://schemas.openxmlformats.org/officeDocument/2006/relationships/slideLayout" Target="../slideLayouts/slideLayout98.xml"/><Relationship Id="rId5" Type="http://schemas.openxmlformats.org/officeDocument/2006/relationships/slideLayout" Target="../slideLayouts/slideLayout99.xml"/><Relationship Id="rId6" Type="http://schemas.openxmlformats.org/officeDocument/2006/relationships/slideLayout" Target="../slideLayouts/slideLayout100.xml"/><Relationship Id="rId7" Type="http://schemas.openxmlformats.org/officeDocument/2006/relationships/slideLayout" Target="../slideLayouts/slideLayout101.xml"/><Relationship Id="rId8" Type="http://schemas.openxmlformats.org/officeDocument/2006/relationships/slideLayout" Target="../slideLayouts/slideLayout102.xml"/><Relationship Id="rId9" Type="http://schemas.openxmlformats.org/officeDocument/2006/relationships/slideLayout" Target="../slideLayouts/slideLayout103.xml"/><Relationship Id="rId10" Type="http://schemas.openxmlformats.org/officeDocument/2006/relationships/slideLayout" Target="../slideLayouts/slideLayout104.xml"/><Relationship Id="rId11" Type="http://schemas.openxmlformats.org/officeDocument/2006/relationships/slideLayout" Target="../slideLayouts/slideLayout105.xml"/><Relationship Id="rId12" Type="http://schemas.openxmlformats.org/officeDocument/2006/relationships/theme" Target="../theme/theme10.xml"/></Relationships>
</file>

<file path=ppt/slideMasters/_rels/slideMaster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6.xml"/><Relationship Id="rId2" Type="http://schemas.openxmlformats.org/officeDocument/2006/relationships/slideLayout" Target="../slideLayouts/slideLayout107.xml"/><Relationship Id="rId3" Type="http://schemas.openxmlformats.org/officeDocument/2006/relationships/slideLayout" Target="../slideLayouts/slideLayout108.xml"/><Relationship Id="rId4" Type="http://schemas.openxmlformats.org/officeDocument/2006/relationships/slideLayout" Target="../slideLayouts/slideLayout109.xml"/><Relationship Id="rId5" Type="http://schemas.openxmlformats.org/officeDocument/2006/relationships/slideLayout" Target="../slideLayouts/slideLayout110.xml"/><Relationship Id="rId6" Type="http://schemas.openxmlformats.org/officeDocument/2006/relationships/slideLayout" Target="../slideLayouts/slideLayout111.xml"/><Relationship Id="rId7" Type="http://schemas.openxmlformats.org/officeDocument/2006/relationships/slideLayout" Target="../slideLayouts/slideLayout112.xml"/><Relationship Id="rId8" Type="http://schemas.openxmlformats.org/officeDocument/2006/relationships/slideLayout" Target="../slideLayouts/slideLayout113.xml"/><Relationship Id="rId9" Type="http://schemas.openxmlformats.org/officeDocument/2006/relationships/slideLayout" Target="../slideLayouts/slideLayout114.xml"/><Relationship Id="rId10" Type="http://schemas.openxmlformats.org/officeDocument/2006/relationships/slideLayout" Target="../slideLayouts/slideLayout115.xml"/><Relationship Id="rId11" Type="http://schemas.openxmlformats.org/officeDocument/2006/relationships/slideLayout" Target="../slideLayouts/slideLayout116.xml"/><Relationship Id="rId12" Type="http://schemas.openxmlformats.org/officeDocument/2006/relationships/theme" Target="../theme/theme11.xml"/></Relationships>
</file>

<file path=ppt/slideMasters/_rels/slideMaster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7.xml"/><Relationship Id="rId2" Type="http://schemas.openxmlformats.org/officeDocument/2006/relationships/slideLayout" Target="../slideLayouts/slideLayout118.xml"/><Relationship Id="rId3" Type="http://schemas.openxmlformats.org/officeDocument/2006/relationships/slideLayout" Target="../slideLayouts/slideLayout119.xml"/><Relationship Id="rId4" Type="http://schemas.openxmlformats.org/officeDocument/2006/relationships/slideLayout" Target="../slideLayouts/slideLayout120.xml"/><Relationship Id="rId5" Type="http://schemas.openxmlformats.org/officeDocument/2006/relationships/slideLayout" Target="../slideLayouts/slideLayout121.xml"/><Relationship Id="rId6" Type="http://schemas.openxmlformats.org/officeDocument/2006/relationships/slideLayout" Target="../slideLayouts/slideLayout122.xml"/><Relationship Id="rId7" Type="http://schemas.openxmlformats.org/officeDocument/2006/relationships/slideLayout" Target="../slideLayouts/slideLayout123.xml"/><Relationship Id="rId8" Type="http://schemas.openxmlformats.org/officeDocument/2006/relationships/slideLayout" Target="../slideLayouts/slideLayout124.xml"/><Relationship Id="rId9" Type="http://schemas.openxmlformats.org/officeDocument/2006/relationships/slideLayout" Target="../slideLayouts/slideLayout125.xml"/><Relationship Id="rId10" Type="http://schemas.openxmlformats.org/officeDocument/2006/relationships/slideLayout" Target="../slideLayouts/slideLayout126.xml"/><Relationship Id="rId11" Type="http://schemas.openxmlformats.org/officeDocument/2006/relationships/slideLayout" Target="../slideLayouts/slideLayout127.xml"/><Relationship Id="rId12" Type="http://schemas.openxmlformats.org/officeDocument/2006/relationships/theme" Target="../theme/theme12.xml"/></Relationships>
</file>

<file path=ppt/slideMasters/_rels/slideMaster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8.xml"/><Relationship Id="rId2" Type="http://schemas.openxmlformats.org/officeDocument/2006/relationships/slideLayout" Target="../slideLayouts/slideLayout129.xml"/><Relationship Id="rId3" Type="http://schemas.openxmlformats.org/officeDocument/2006/relationships/slideLayout" Target="../slideLayouts/slideLayout130.xml"/><Relationship Id="rId4" Type="http://schemas.openxmlformats.org/officeDocument/2006/relationships/slideLayout" Target="../slideLayouts/slideLayout131.xml"/><Relationship Id="rId5" Type="http://schemas.openxmlformats.org/officeDocument/2006/relationships/slideLayout" Target="../slideLayouts/slideLayout132.xml"/><Relationship Id="rId6" Type="http://schemas.openxmlformats.org/officeDocument/2006/relationships/slideLayout" Target="../slideLayouts/slideLayout133.xml"/><Relationship Id="rId7" Type="http://schemas.openxmlformats.org/officeDocument/2006/relationships/slideLayout" Target="../slideLayouts/slideLayout134.xml"/><Relationship Id="rId8" Type="http://schemas.openxmlformats.org/officeDocument/2006/relationships/slideLayout" Target="../slideLayouts/slideLayout135.xml"/><Relationship Id="rId9" Type="http://schemas.openxmlformats.org/officeDocument/2006/relationships/slideLayout" Target="../slideLayouts/slideLayout136.xml"/><Relationship Id="rId10" Type="http://schemas.openxmlformats.org/officeDocument/2006/relationships/slideLayout" Target="../slideLayouts/slideLayout137.xml"/><Relationship Id="rId11" Type="http://schemas.openxmlformats.org/officeDocument/2006/relationships/theme" Target="../theme/theme13.xml"/></Relationships>
</file>

<file path=ppt/slideMasters/_rels/slideMaster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8.xml"/><Relationship Id="rId2" Type="http://schemas.openxmlformats.org/officeDocument/2006/relationships/slideLayout" Target="../slideLayouts/slideLayout139.xml"/><Relationship Id="rId3" Type="http://schemas.openxmlformats.org/officeDocument/2006/relationships/slideLayout" Target="../slideLayouts/slideLayout140.xml"/><Relationship Id="rId4" Type="http://schemas.openxmlformats.org/officeDocument/2006/relationships/slideLayout" Target="../slideLayouts/slideLayout141.xml"/><Relationship Id="rId5" Type="http://schemas.openxmlformats.org/officeDocument/2006/relationships/slideLayout" Target="../slideLayouts/slideLayout142.xml"/><Relationship Id="rId6" Type="http://schemas.openxmlformats.org/officeDocument/2006/relationships/slideLayout" Target="../slideLayouts/slideLayout143.xml"/><Relationship Id="rId7" Type="http://schemas.openxmlformats.org/officeDocument/2006/relationships/slideLayout" Target="../slideLayouts/slideLayout144.xml"/><Relationship Id="rId8" Type="http://schemas.openxmlformats.org/officeDocument/2006/relationships/slideLayout" Target="../slideLayouts/slideLayout145.xml"/><Relationship Id="rId9" Type="http://schemas.openxmlformats.org/officeDocument/2006/relationships/slideLayout" Target="../slideLayouts/slideLayout146.xml"/><Relationship Id="rId10" Type="http://schemas.openxmlformats.org/officeDocument/2006/relationships/slideLayout" Target="../slideLayouts/slideLayout147.xml"/><Relationship Id="rId11" Type="http://schemas.openxmlformats.org/officeDocument/2006/relationships/slideLayout" Target="../slideLayouts/slideLayout148.xml"/><Relationship Id="rId12" Type="http://schemas.openxmlformats.org/officeDocument/2006/relationships/theme" Target="../theme/theme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1759484" y="12699666"/>
            <a:ext cx="5400000" cy="633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24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8232000" y="12699666"/>
            <a:ext cx="7920000" cy="633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24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17221200" y="12699666"/>
            <a:ext cx="5400000" cy="633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24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4000"/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1339764" y="1162450"/>
            <a:ext cx="21704474" cy="129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1339850" y="3016250"/>
            <a:ext cx="21704300" cy="9498330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hdr="0" ftr="0" dt="0"/>
  <p:txStyles>
    <p:titleStyle>
      <a:lvl1pPr algn="l" defTabSz="1828800" rtl="0" eaLnBrk="1" fontAlgn="auto" latinLnBrk="0" hangingPunct="1">
        <a:lnSpc>
          <a:spcPct val="100000"/>
        </a:lnSpc>
        <a:spcBef>
          <a:spcPct val="0"/>
        </a:spcBef>
        <a:buNone/>
        <a:defRPr sz="5600" b="1" u="none" strike="noStrike" kern="1200" cap="none" spc="200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457200" indent="-457200" algn="l" defTabSz="1828800" rtl="0" eaLnBrk="1" fontAlgn="auto" latinLnBrk="0" hangingPunct="1">
        <a:lnSpc>
          <a:spcPct val="130000"/>
        </a:lnSpc>
        <a:spcBef>
          <a:spcPct val="1000"/>
        </a:spcBef>
        <a:spcAft>
          <a:spcPts val="1000"/>
        </a:spcAft>
        <a:buFont typeface="Arial" panose="020B0604020202020204" pitchFamily="34" charset="0"/>
        <a:buChar char="•"/>
        <a:defRPr sz="3200" u="none" strike="noStrike" kern="1200" cap="none" spc="150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1371600" indent="-457200" algn="l" defTabSz="1828800" rtl="0" eaLnBrk="1" fontAlgn="auto" latinLnBrk="0" hangingPunct="1">
        <a:lnSpc>
          <a:spcPct val="130000"/>
        </a:lnSpc>
        <a:spcBef>
          <a:spcPct val="1000"/>
        </a:spcBef>
        <a:spcAft>
          <a:spcPts val="1000"/>
        </a:spcAft>
        <a:buFont typeface="Arial" panose="020B0604020202020204" pitchFamily="34" charset="0"/>
        <a:buChar char="•"/>
        <a:tabLst>
          <a:tab pos="3219450" algn="l"/>
        </a:tabLst>
        <a:defRPr sz="3200" u="none" strike="noStrike" kern="1200" cap="none" spc="150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2286000" indent="-457200" algn="l" defTabSz="1828800" rtl="0" eaLnBrk="1" fontAlgn="auto" latinLnBrk="0" hangingPunct="1">
        <a:lnSpc>
          <a:spcPct val="130000"/>
        </a:lnSpc>
        <a:spcBef>
          <a:spcPct val="1000"/>
        </a:spcBef>
        <a:spcAft>
          <a:spcPts val="1000"/>
        </a:spcAft>
        <a:buFont typeface="Arial" panose="020B0604020202020204" pitchFamily="34" charset="0"/>
        <a:buChar char="•"/>
        <a:defRPr sz="3200" u="none" strike="noStrike" kern="1200" cap="none" spc="150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3200400" indent="-457200" algn="l" defTabSz="1828800" rtl="0" eaLnBrk="1" fontAlgn="auto" latinLnBrk="0" hangingPunct="1">
        <a:lnSpc>
          <a:spcPct val="130000"/>
        </a:lnSpc>
        <a:spcBef>
          <a:spcPct val="1000"/>
        </a:spcBef>
        <a:spcAft>
          <a:spcPts val="1000"/>
        </a:spcAft>
        <a:buFont typeface="Arial" panose="020B0604020202020204" pitchFamily="34" charset="0"/>
        <a:buChar char="•"/>
        <a:defRPr sz="3200" u="none" strike="noStrike" kern="1200" cap="none" spc="150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4114800" indent="-457200" algn="l" defTabSz="1828800" rtl="0" eaLnBrk="1" fontAlgn="auto" latinLnBrk="0" hangingPunct="1">
        <a:lnSpc>
          <a:spcPct val="130000"/>
        </a:lnSpc>
        <a:spcBef>
          <a:spcPct val="1000"/>
        </a:spcBef>
        <a:spcAft>
          <a:spcPts val="1000"/>
        </a:spcAft>
        <a:buFont typeface="Arial" panose="020B0604020202020204" pitchFamily="34" charset="0"/>
        <a:buChar char="•"/>
        <a:defRPr sz="3200" u="none" strike="noStrike" kern="1200" cap="none" spc="150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5029200" indent="-457200" algn="l" defTabSz="1828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600" indent="-457200" algn="l" defTabSz="1828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8000" indent="-457200" algn="l" defTabSz="1828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400" indent="-457200" algn="l" defTabSz="1828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6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20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5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1759484" y="12699666"/>
            <a:ext cx="5400000" cy="633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24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8232000" y="12699666"/>
            <a:ext cx="7920000" cy="633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24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17221200" y="12699666"/>
            <a:ext cx="5400000" cy="633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24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4000"/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1339764" y="1162450"/>
            <a:ext cx="21704474" cy="129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1339850" y="3016250"/>
            <a:ext cx="21704300" cy="9498330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</p:sldLayoutIdLst>
  <p:hf hdr="0" ftr="0" dt="0"/>
  <p:txStyles>
    <p:titleStyle>
      <a:lvl1pPr algn="l" defTabSz="1828800" rtl="0" eaLnBrk="1" fontAlgn="auto" latinLnBrk="0" hangingPunct="1">
        <a:lnSpc>
          <a:spcPct val="100000"/>
        </a:lnSpc>
        <a:spcBef>
          <a:spcPct val="0"/>
        </a:spcBef>
        <a:buNone/>
        <a:defRPr sz="5600" b="1" u="none" strike="noStrike" kern="1200" cap="none" spc="200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457200" indent="-457200" algn="l" defTabSz="1828800" rtl="0" eaLnBrk="1" fontAlgn="auto" latinLnBrk="0" hangingPunct="1">
        <a:lnSpc>
          <a:spcPct val="130000"/>
        </a:lnSpc>
        <a:spcBef>
          <a:spcPct val="1000"/>
        </a:spcBef>
        <a:spcAft>
          <a:spcPts val="1000"/>
        </a:spcAft>
        <a:buFont typeface="Arial" panose="020B0604020202020204" pitchFamily="34" charset="0"/>
        <a:buChar char="•"/>
        <a:defRPr sz="3200" u="none" strike="noStrike" kern="1200" cap="none" spc="150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1371600" indent="-457200" algn="l" defTabSz="1828800" rtl="0" eaLnBrk="1" fontAlgn="auto" latinLnBrk="0" hangingPunct="1">
        <a:lnSpc>
          <a:spcPct val="130000"/>
        </a:lnSpc>
        <a:spcBef>
          <a:spcPct val="1000"/>
        </a:spcBef>
        <a:spcAft>
          <a:spcPts val="1000"/>
        </a:spcAft>
        <a:buFont typeface="Arial" panose="020B0604020202020204" pitchFamily="34" charset="0"/>
        <a:buChar char="•"/>
        <a:tabLst>
          <a:tab pos="3219450" algn="l"/>
        </a:tabLst>
        <a:defRPr sz="3200" u="none" strike="noStrike" kern="1200" cap="none" spc="150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2286000" indent="-457200" algn="l" defTabSz="1828800" rtl="0" eaLnBrk="1" fontAlgn="auto" latinLnBrk="0" hangingPunct="1">
        <a:lnSpc>
          <a:spcPct val="130000"/>
        </a:lnSpc>
        <a:spcBef>
          <a:spcPct val="1000"/>
        </a:spcBef>
        <a:spcAft>
          <a:spcPts val="1000"/>
        </a:spcAft>
        <a:buFont typeface="Arial" panose="020B0604020202020204" pitchFamily="34" charset="0"/>
        <a:buChar char="•"/>
        <a:defRPr sz="3200" u="none" strike="noStrike" kern="1200" cap="none" spc="150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3200400" indent="-457200" algn="l" defTabSz="1828800" rtl="0" eaLnBrk="1" fontAlgn="auto" latinLnBrk="0" hangingPunct="1">
        <a:lnSpc>
          <a:spcPct val="130000"/>
        </a:lnSpc>
        <a:spcBef>
          <a:spcPct val="1000"/>
        </a:spcBef>
        <a:spcAft>
          <a:spcPts val="1000"/>
        </a:spcAft>
        <a:buFont typeface="Arial" panose="020B0604020202020204" pitchFamily="34" charset="0"/>
        <a:buChar char="•"/>
        <a:defRPr sz="3200" u="none" strike="noStrike" kern="1200" cap="none" spc="150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4114800" indent="-457200" algn="l" defTabSz="1828800" rtl="0" eaLnBrk="1" fontAlgn="auto" latinLnBrk="0" hangingPunct="1">
        <a:lnSpc>
          <a:spcPct val="130000"/>
        </a:lnSpc>
        <a:spcBef>
          <a:spcPct val="1000"/>
        </a:spcBef>
        <a:spcAft>
          <a:spcPts val="1000"/>
        </a:spcAft>
        <a:buFont typeface="Arial" panose="020B0604020202020204" pitchFamily="34" charset="0"/>
        <a:buChar char="•"/>
        <a:defRPr sz="3200" u="none" strike="noStrike" kern="1200" cap="none" spc="150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5029200" indent="-457200" algn="l" defTabSz="1828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600" indent="-457200" algn="l" defTabSz="1828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8000" indent="-457200" algn="l" defTabSz="1828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400" indent="-457200" algn="l" defTabSz="1828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6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20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5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1759484" y="12699666"/>
            <a:ext cx="5400000" cy="633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24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marL="0" marR="0" lvl="0" indent="0" algn="l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8232000" y="12699666"/>
            <a:ext cx="7920000" cy="633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24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marL="0" marR="0" lvl="0" indent="0" algn="ct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17221200" y="12699666"/>
            <a:ext cx="5400000" cy="633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24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marL="0" marR="0" lvl="0" indent="0" algn="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49AE70B2-8BF9-45C0-BB95-33D1B9D3A854}" type="slidenum">
              <a:rPr kumimoji="0" lang="zh-CN" altLang="en-US" sz="24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cs typeface="+mn-cs"/>
                <a:sym typeface="Arial" panose="020B0604020202020204" pitchFamily="34" charset="0"/>
              </a:rPr>
              <a:t>‹#›</a:t>
            </a:fld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4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1339764" y="1162450"/>
            <a:ext cx="21704474" cy="129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1339850" y="3016250"/>
            <a:ext cx="21704300" cy="9498330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2" r:id="rId2"/>
    <p:sldLayoutId id="2147483673" r:id="rId3"/>
    <p:sldLayoutId id="2147483674" r:id="rId4"/>
    <p:sldLayoutId id="2147483675" r:id="rId5"/>
    <p:sldLayoutId id="2147483676" r:id="rId6"/>
    <p:sldLayoutId id="2147483677" r:id="rId7"/>
    <p:sldLayoutId id="2147483678" r:id="rId8"/>
    <p:sldLayoutId id="2147483679" r:id="rId9"/>
    <p:sldLayoutId id="2147483680" r:id="rId10"/>
  </p:sldLayoutIdLst>
  <p:hf hdr="0" ftr="0" dt="0"/>
  <p:txStyles>
    <p:titleStyle>
      <a:lvl1pPr algn="l" defTabSz="1828800" rtl="0" eaLnBrk="1" fontAlgn="auto" latinLnBrk="0" hangingPunct="1">
        <a:lnSpc>
          <a:spcPct val="100000"/>
        </a:lnSpc>
        <a:spcBef>
          <a:spcPct val="0"/>
        </a:spcBef>
        <a:buNone/>
        <a:defRPr sz="5600" b="1" u="none" strike="noStrike" kern="1200" cap="none" spc="200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457200" indent="-457200" algn="l" defTabSz="1828800" rtl="0" eaLnBrk="1" fontAlgn="auto" latinLnBrk="0" hangingPunct="1">
        <a:lnSpc>
          <a:spcPct val="130000"/>
        </a:lnSpc>
        <a:spcBef>
          <a:spcPct val="1000"/>
        </a:spcBef>
        <a:spcAft>
          <a:spcPts val="1000"/>
        </a:spcAft>
        <a:buFont typeface="Arial" panose="020B0604020202020204" pitchFamily="34" charset="0"/>
        <a:buChar char="•"/>
        <a:defRPr sz="3200" u="none" strike="noStrike" kern="1200" cap="none" spc="150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1371600" indent="-457200" algn="l" defTabSz="1828800" rtl="0" eaLnBrk="1" fontAlgn="auto" latinLnBrk="0" hangingPunct="1">
        <a:lnSpc>
          <a:spcPct val="130000"/>
        </a:lnSpc>
        <a:spcBef>
          <a:spcPct val="1000"/>
        </a:spcBef>
        <a:spcAft>
          <a:spcPts val="1000"/>
        </a:spcAft>
        <a:buFont typeface="Arial" panose="020B0604020202020204" pitchFamily="34" charset="0"/>
        <a:buChar char="•"/>
        <a:tabLst>
          <a:tab pos="3219450" algn="l"/>
        </a:tabLst>
        <a:defRPr sz="3200" u="none" strike="noStrike" kern="1200" cap="none" spc="150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2286000" indent="-457200" algn="l" defTabSz="1828800" rtl="0" eaLnBrk="1" fontAlgn="auto" latinLnBrk="0" hangingPunct="1">
        <a:lnSpc>
          <a:spcPct val="130000"/>
        </a:lnSpc>
        <a:spcBef>
          <a:spcPct val="1000"/>
        </a:spcBef>
        <a:spcAft>
          <a:spcPts val="1000"/>
        </a:spcAft>
        <a:buFont typeface="Arial" panose="020B0604020202020204" pitchFamily="34" charset="0"/>
        <a:buChar char="•"/>
        <a:defRPr sz="3200" u="none" strike="noStrike" kern="1200" cap="none" spc="150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3200400" indent="-457200" algn="l" defTabSz="1828800" rtl="0" eaLnBrk="1" fontAlgn="auto" latinLnBrk="0" hangingPunct="1">
        <a:lnSpc>
          <a:spcPct val="130000"/>
        </a:lnSpc>
        <a:spcBef>
          <a:spcPct val="1000"/>
        </a:spcBef>
        <a:spcAft>
          <a:spcPts val="1000"/>
        </a:spcAft>
        <a:buFont typeface="Arial" panose="020B0604020202020204" pitchFamily="34" charset="0"/>
        <a:buChar char="•"/>
        <a:defRPr sz="3200" u="none" strike="noStrike" kern="1200" cap="none" spc="150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4114800" indent="-457200" algn="l" defTabSz="1828800" rtl="0" eaLnBrk="1" fontAlgn="auto" latinLnBrk="0" hangingPunct="1">
        <a:lnSpc>
          <a:spcPct val="130000"/>
        </a:lnSpc>
        <a:spcBef>
          <a:spcPct val="1000"/>
        </a:spcBef>
        <a:spcAft>
          <a:spcPts val="1000"/>
        </a:spcAft>
        <a:buFont typeface="Arial" panose="020B0604020202020204" pitchFamily="34" charset="0"/>
        <a:buChar char="•"/>
        <a:defRPr sz="3200" u="none" strike="noStrike" kern="1200" cap="none" spc="150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5029200" indent="-457200" algn="l" defTabSz="1828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600" indent="-457200" algn="l" defTabSz="1828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8000" indent="-457200" algn="l" defTabSz="1828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400" indent="-457200" algn="l" defTabSz="1828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6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20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5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1759484" y="12699666"/>
            <a:ext cx="5400000" cy="633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24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marL="0" marR="0" lvl="0" indent="0" algn="l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8232000" y="12699666"/>
            <a:ext cx="7920000" cy="633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24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marL="0" marR="0" lvl="0" indent="0" algn="ct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17221200" y="12699666"/>
            <a:ext cx="5400000" cy="633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24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marL="0" marR="0" lvl="0" indent="0" algn="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49AE70B2-8BF9-45C0-BB95-33D1B9D3A854}" type="slidenum">
              <a:rPr kumimoji="0" lang="zh-CN" altLang="en-US" sz="24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cs typeface="+mn-cs"/>
                <a:sym typeface="Arial" panose="020B0604020202020204" pitchFamily="34" charset="0"/>
              </a:rPr>
              <a:t>‹#›</a:t>
            </a:fld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4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1339764" y="1162450"/>
            <a:ext cx="21704474" cy="129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1339850" y="3016250"/>
            <a:ext cx="21704300" cy="9498330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3" r:id="rId1"/>
    <p:sldLayoutId id="2147483684" r:id="rId2"/>
    <p:sldLayoutId id="2147483685" r:id="rId3"/>
    <p:sldLayoutId id="2147483686" r:id="rId4"/>
    <p:sldLayoutId id="2147483687" r:id="rId5"/>
    <p:sldLayoutId id="2147483688" r:id="rId6"/>
    <p:sldLayoutId id="2147483689" r:id="rId7"/>
    <p:sldLayoutId id="2147483690" r:id="rId8"/>
    <p:sldLayoutId id="2147483691" r:id="rId9"/>
    <p:sldLayoutId id="2147483692" r:id="rId10"/>
    <p:sldLayoutId id="2147483693" r:id="rId11"/>
  </p:sldLayoutIdLst>
  <p:hf hdr="0" ftr="0" dt="0"/>
  <p:txStyles>
    <p:titleStyle>
      <a:lvl1pPr algn="l" defTabSz="1828800" rtl="0" eaLnBrk="1" fontAlgn="auto" latinLnBrk="0" hangingPunct="1">
        <a:lnSpc>
          <a:spcPct val="100000"/>
        </a:lnSpc>
        <a:spcBef>
          <a:spcPct val="0"/>
        </a:spcBef>
        <a:buNone/>
        <a:defRPr sz="5600" b="1" u="none" strike="noStrike" kern="1200" cap="none" spc="200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457200" indent="-457200" algn="l" defTabSz="1828800" rtl="0" eaLnBrk="1" fontAlgn="auto" latinLnBrk="0" hangingPunct="1">
        <a:lnSpc>
          <a:spcPct val="130000"/>
        </a:lnSpc>
        <a:spcBef>
          <a:spcPct val="1000"/>
        </a:spcBef>
        <a:spcAft>
          <a:spcPts val="1000"/>
        </a:spcAft>
        <a:buFont typeface="Arial" panose="020B0604020202020204" pitchFamily="34" charset="0"/>
        <a:buChar char="•"/>
        <a:defRPr sz="3200" u="none" strike="noStrike" kern="1200" cap="none" spc="150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1371600" indent="-457200" algn="l" defTabSz="1828800" rtl="0" eaLnBrk="1" fontAlgn="auto" latinLnBrk="0" hangingPunct="1">
        <a:lnSpc>
          <a:spcPct val="130000"/>
        </a:lnSpc>
        <a:spcBef>
          <a:spcPct val="1000"/>
        </a:spcBef>
        <a:spcAft>
          <a:spcPts val="1000"/>
        </a:spcAft>
        <a:buFont typeface="Arial" panose="020B0604020202020204" pitchFamily="34" charset="0"/>
        <a:buChar char="•"/>
        <a:tabLst>
          <a:tab pos="3219450" algn="l"/>
        </a:tabLst>
        <a:defRPr sz="3200" u="none" strike="noStrike" kern="1200" cap="none" spc="150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2286000" indent="-457200" algn="l" defTabSz="1828800" rtl="0" eaLnBrk="1" fontAlgn="auto" latinLnBrk="0" hangingPunct="1">
        <a:lnSpc>
          <a:spcPct val="130000"/>
        </a:lnSpc>
        <a:spcBef>
          <a:spcPct val="1000"/>
        </a:spcBef>
        <a:spcAft>
          <a:spcPts val="1000"/>
        </a:spcAft>
        <a:buFont typeface="Arial" panose="020B0604020202020204" pitchFamily="34" charset="0"/>
        <a:buChar char="•"/>
        <a:defRPr sz="3200" u="none" strike="noStrike" kern="1200" cap="none" spc="150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3200400" indent="-457200" algn="l" defTabSz="1828800" rtl="0" eaLnBrk="1" fontAlgn="auto" latinLnBrk="0" hangingPunct="1">
        <a:lnSpc>
          <a:spcPct val="130000"/>
        </a:lnSpc>
        <a:spcBef>
          <a:spcPct val="1000"/>
        </a:spcBef>
        <a:spcAft>
          <a:spcPts val="1000"/>
        </a:spcAft>
        <a:buFont typeface="Arial" panose="020B0604020202020204" pitchFamily="34" charset="0"/>
        <a:buChar char="•"/>
        <a:defRPr sz="3200" u="none" strike="noStrike" kern="1200" cap="none" spc="150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4114800" indent="-457200" algn="l" defTabSz="1828800" rtl="0" eaLnBrk="1" fontAlgn="auto" latinLnBrk="0" hangingPunct="1">
        <a:lnSpc>
          <a:spcPct val="130000"/>
        </a:lnSpc>
        <a:spcBef>
          <a:spcPct val="1000"/>
        </a:spcBef>
        <a:spcAft>
          <a:spcPts val="1000"/>
        </a:spcAft>
        <a:buFont typeface="Arial" panose="020B0604020202020204" pitchFamily="34" charset="0"/>
        <a:buChar char="•"/>
        <a:defRPr sz="3200" u="none" strike="noStrike" kern="1200" cap="none" spc="150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5029200" indent="-457200" algn="l" defTabSz="1828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600" indent="-457200" algn="l" defTabSz="1828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8000" indent="-457200" algn="l" defTabSz="1828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400" indent="-457200" algn="l" defTabSz="1828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6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20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5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1759484" y="12699666"/>
            <a:ext cx="5400000" cy="633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24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marL="0" marR="0" lvl="0" indent="0" algn="l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8232000" y="12699666"/>
            <a:ext cx="7920000" cy="633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24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marL="0" marR="0" lvl="0" indent="0" algn="ct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17221200" y="12699666"/>
            <a:ext cx="5400000" cy="633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24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marL="0" marR="0" lvl="0" indent="0" algn="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49AE70B2-8BF9-45C0-BB95-33D1B9D3A854}" type="slidenum">
              <a:rPr kumimoji="0" lang="zh-CN" altLang="en-US" sz="24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cs typeface="+mn-cs"/>
                <a:sym typeface="Arial" panose="020B0604020202020204" pitchFamily="34" charset="0"/>
              </a:rPr>
              <a:t>‹#›</a:t>
            </a:fld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4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1339764" y="1162450"/>
            <a:ext cx="21704474" cy="129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1339850" y="3016250"/>
            <a:ext cx="21704300" cy="9498330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6" r:id="rId2"/>
    <p:sldLayoutId id="2147483697" r:id="rId3"/>
    <p:sldLayoutId id="2147483698" r:id="rId4"/>
    <p:sldLayoutId id="2147483699" r:id="rId5"/>
    <p:sldLayoutId id="2147483700" r:id="rId6"/>
    <p:sldLayoutId id="2147483701" r:id="rId7"/>
    <p:sldLayoutId id="2147483702" r:id="rId8"/>
    <p:sldLayoutId id="2147483703" r:id="rId9"/>
    <p:sldLayoutId id="2147483704" r:id="rId10"/>
    <p:sldLayoutId id="2147483705" r:id="rId11"/>
  </p:sldLayoutIdLst>
  <p:hf hdr="0" ftr="0" dt="0"/>
  <p:txStyles>
    <p:titleStyle>
      <a:lvl1pPr algn="l" defTabSz="1828800" rtl="0" eaLnBrk="1" fontAlgn="auto" latinLnBrk="0" hangingPunct="1">
        <a:lnSpc>
          <a:spcPct val="100000"/>
        </a:lnSpc>
        <a:spcBef>
          <a:spcPct val="0"/>
        </a:spcBef>
        <a:buNone/>
        <a:defRPr sz="5600" b="1" u="none" strike="noStrike" kern="1200" cap="none" spc="200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457200" indent="-457200" algn="l" defTabSz="1828800" rtl="0" eaLnBrk="1" fontAlgn="auto" latinLnBrk="0" hangingPunct="1">
        <a:lnSpc>
          <a:spcPct val="130000"/>
        </a:lnSpc>
        <a:spcBef>
          <a:spcPct val="1000"/>
        </a:spcBef>
        <a:spcAft>
          <a:spcPts val="1000"/>
        </a:spcAft>
        <a:buFont typeface="Arial" panose="020B0604020202020204" pitchFamily="34" charset="0"/>
        <a:buChar char="•"/>
        <a:defRPr sz="3200" u="none" strike="noStrike" kern="1200" cap="none" spc="150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1371600" indent="-457200" algn="l" defTabSz="1828800" rtl="0" eaLnBrk="1" fontAlgn="auto" latinLnBrk="0" hangingPunct="1">
        <a:lnSpc>
          <a:spcPct val="130000"/>
        </a:lnSpc>
        <a:spcBef>
          <a:spcPct val="1000"/>
        </a:spcBef>
        <a:spcAft>
          <a:spcPts val="1000"/>
        </a:spcAft>
        <a:buFont typeface="Arial" panose="020B0604020202020204" pitchFamily="34" charset="0"/>
        <a:buChar char="•"/>
        <a:tabLst>
          <a:tab pos="3219450" algn="l"/>
        </a:tabLst>
        <a:defRPr sz="3200" u="none" strike="noStrike" kern="1200" cap="none" spc="150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2286000" indent="-457200" algn="l" defTabSz="1828800" rtl="0" eaLnBrk="1" fontAlgn="auto" latinLnBrk="0" hangingPunct="1">
        <a:lnSpc>
          <a:spcPct val="130000"/>
        </a:lnSpc>
        <a:spcBef>
          <a:spcPct val="1000"/>
        </a:spcBef>
        <a:spcAft>
          <a:spcPts val="1000"/>
        </a:spcAft>
        <a:buFont typeface="Arial" panose="020B0604020202020204" pitchFamily="34" charset="0"/>
        <a:buChar char="•"/>
        <a:defRPr sz="3200" u="none" strike="noStrike" kern="1200" cap="none" spc="150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3200400" indent="-457200" algn="l" defTabSz="1828800" rtl="0" eaLnBrk="1" fontAlgn="auto" latinLnBrk="0" hangingPunct="1">
        <a:lnSpc>
          <a:spcPct val="130000"/>
        </a:lnSpc>
        <a:spcBef>
          <a:spcPct val="1000"/>
        </a:spcBef>
        <a:spcAft>
          <a:spcPts val="1000"/>
        </a:spcAft>
        <a:buFont typeface="Arial" panose="020B0604020202020204" pitchFamily="34" charset="0"/>
        <a:buChar char="•"/>
        <a:defRPr sz="3200" u="none" strike="noStrike" kern="1200" cap="none" spc="150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4114800" indent="-457200" algn="l" defTabSz="1828800" rtl="0" eaLnBrk="1" fontAlgn="auto" latinLnBrk="0" hangingPunct="1">
        <a:lnSpc>
          <a:spcPct val="130000"/>
        </a:lnSpc>
        <a:spcBef>
          <a:spcPct val="1000"/>
        </a:spcBef>
        <a:spcAft>
          <a:spcPts val="1000"/>
        </a:spcAft>
        <a:buFont typeface="Arial" panose="020B0604020202020204" pitchFamily="34" charset="0"/>
        <a:buChar char="•"/>
        <a:defRPr sz="3200" u="none" strike="noStrike" kern="1200" cap="none" spc="150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5029200" indent="-457200" algn="l" defTabSz="1828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600" indent="-457200" algn="l" defTabSz="1828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8000" indent="-457200" algn="l" defTabSz="1828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400" indent="-457200" algn="l" defTabSz="1828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6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20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5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1759484" y="12699666"/>
            <a:ext cx="5400000" cy="633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24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marL="0" marR="0" lvl="0" indent="0" algn="l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8232000" y="12699666"/>
            <a:ext cx="7920000" cy="633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24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marL="0" marR="0" lvl="0" indent="0" algn="ct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17221200" y="12699666"/>
            <a:ext cx="5400000" cy="633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24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marL="0" marR="0" lvl="0" indent="0" algn="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49AE70B2-8BF9-45C0-BB95-33D1B9D3A854}" type="slidenum">
              <a:rPr kumimoji="0" lang="zh-CN" altLang="en-US" sz="24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cs typeface="+mn-cs"/>
                <a:sym typeface="Arial" panose="020B0604020202020204" pitchFamily="34" charset="0"/>
              </a:rPr>
              <a:t>‹#›</a:t>
            </a:fld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4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1339764" y="1162450"/>
            <a:ext cx="21704474" cy="129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1339850" y="3016250"/>
            <a:ext cx="21704300" cy="9498330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7" r:id="rId1"/>
    <p:sldLayoutId id="2147483708" r:id="rId2"/>
    <p:sldLayoutId id="2147483709" r:id="rId3"/>
    <p:sldLayoutId id="2147483710" r:id="rId4"/>
    <p:sldLayoutId id="2147483711" r:id="rId5"/>
    <p:sldLayoutId id="2147483712" r:id="rId6"/>
    <p:sldLayoutId id="2147483713" r:id="rId7"/>
    <p:sldLayoutId id="2147483714" r:id="rId8"/>
    <p:sldLayoutId id="2147483715" r:id="rId9"/>
    <p:sldLayoutId id="2147483716" r:id="rId10"/>
    <p:sldLayoutId id="2147483717" r:id="rId11"/>
  </p:sldLayoutIdLst>
  <p:hf hdr="0" ftr="0" dt="0"/>
  <p:txStyles>
    <p:titleStyle>
      <a:lvl1pPr algn="l" defTabSz="1828800" rtl="0" eaLnBrk="1" fontAlgn="auto" latinLnBrk="0" hangingPunct="1">
        <a:lnSpc>
          <a:spcPct val="100000"/>
        </a:lnSpc>
        <a:spcBef>
          <a:spcPct val="0"/>
        </a:spcBef>
        <a:buNone/>
        <a:defRPr sz="5600" b="1" u="none" strike="noStrike" kern="1200" cap="none" spc="200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457200" indent="-457200" algn="l" defTabSz="1828800" rtl="0" eaLnBrk="1" fontAlgn="auto" latinLnBrk="0" hangingPunct="1">
        <a:lnSpc>
          <a:spcPct val="130000"/>
        </a:lnSpc>
        <a:spcBef>
          <a:spcPct val="1000"/>
        </a:spcBef>
        <a:spcAft>
          <a:spcPts val="1000"/>
        </a:spcAft>
        <a:buFont typeface="Arial" panose="020B0604020202020204" pitchFamily="34" charset="0"/>
        <a:buChar char="•"/>
        <a:defRPr sz="3200" u="none" strike="noStrike" kern="1200" cap="none" spc="150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1371600" indent="-457200" algn="l" defTabSz="1828800" rtl="0" eaLnBrk="1" fontAlgn="auto" latinLnBrk="0" hangingPunct="1">
        <a:lnSpc>
          <a:spcPct val="130000"/>
        </a:lnSpc>
        <a:spcBef>
          <a:spcPct val="1000"/>
        </a:spcBef>
        <a:spcAft>
          <a:spcPts val="1000"/>
        </a:spcAft>
        <a:buFont typeface="Arial" panose="020B0604020202020204" pitchFamily="34" charset="0"/>
        <a:buChar char="•"/>
        <a:tabLst>
          <a:tab pos="3219450" algn="l"/>
        </a:tabLst>
        <a:defRPr sz="3200" u="none" strike="noStrike" kern="1200" cap="none" spc="150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2286000" indent="-457200" algn="l" defTabSz="1828800" rtl="0" eaLnBrk="1" fontAlgn="auto" latinLnBrk="0" hangingPunct="1">
        <a:lnSpc>
          <a:spcPct val="130000"/>
        </a:lnSpc>
        <a:spcBef>
          <a:spcPct val="1000"/>
        </a:spcBef>
        <a:spcAft>
          <a:spcPts val="1000"/>
        </a:spcAft>
        <a:buFont typeface="Arial" panose="020B0604020202020204" pitchFamily="34" charset="0"/>
        <a:buChar char="•"/>
        <a:defRPr sz="3200" u="none" strike="noStrike" kern="1200" cap="none" spc="150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3200400" indent="-457200" algn="l" defTabSz="1828800" rtl="0" eaLnBrk="1" fontAlgn="auto" latinLnBrk="0" hangingPunct="1">
        <a:lnSpc>
          <a:spcPct val="130000"/>
        </a:lnSpc>
        <a:spcBef>
          <a:spcPct val="1000"/>
        </a:spcBef>
        <a:spcAft>
          <a:spcPts val="1000"/>
        </a:spcAft>
        <a:buFont typeface="Arial" panose="020B0604020202020204" pitchFamily="34" charset="0"/>
        <a:buChar char="•"/>
        <a:defRPr sz="3200" u="none" strike="noStrike" kern="1200" cap="none" spc="150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4114800" indent="-457200" algn="l" defTabSz="1828800" rtl="0" eaLnBrk="1" fontAlgn="auto" latinLnBrk="0" hangingPunct="1">
        <a:lnSpc>
          <a:spcPct val="130000"/>
        </a:lnSpc>
        <a:spcBef>
          <a:spcPct val="1000"/>
        </a:spcBef>
        <a:spcAft>
          <a:spcPts val="1000"/>
        </a:spcAft>
        <a:buFont typeface="Arial" panose="020B0604020202020204" pitchFamily="34" charset="0"/>
        <a:buChar char="•"/>
        <a:defRPr sz="3200" u="none" strike="noStrike" kern="1200" cap="none" spc="150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5029200" indent="-457200" algn="l" defTabSz="1828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600" indent="-457200" algn="l" defTabSz="1828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8000" indent="-457200" algn="l" defTabSz="1828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400" indent="-457200" algn="l" defTabSz="1828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6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20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5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1759484" y="12699666"/>
            <a:ext cx="5400000" cy="633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24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marL="0" marR="0" lvl="0" indent="0" algn="l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8232000" y="12699666"/>
            <a:ext cx="7920000" cy="633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24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marL="0" marR="0" lvl="0" indent="0" algn="ct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17221200" y="12699666"/>
            <a:ext cx="5400000" cy="633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24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marL="0" marR="0" lvl="0" indent="0" algn="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49AE70B2-8BF9-45C0-BB95-33D1B9D3A854}" type="slidenum">
              <a:rPr kumimoji="0" lang="zh-CN" altLang="en-US" sz="24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cs typeface="+mn-cs"/>
                <a:sym typeface="Arial" panose="020B0604020202020204" pitchFamily="34" charset="0"/>
              </a:rPr>
              <a:t>‹#›</a:t>
            </a:fld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4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1339764" y="1162450"/>
            <a:ext cx="21704474" cy="129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1339850" y="3016250"/>
            <a:ext cx="21704300" cy="9498330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  <p:sldLayoutId id="2147483722" r:id="rId4"/>
    <p:sldLayoutId id="2147483723" r:id="rId5"/>
    <p:sldLayoutId id="2147483724" r:id="rId6"/>
    <p:sldLayoutId id="2147483725" r:id="rId7"/>
    <p:sldLayoutId id="2147483726" r:id="rId8"/>
    <p:sldLayoutId id="2147483727" r:id="rId9"/>
    <p:sldLayoutId id="2147483728" r:id="rId10"/>
    <p:sldLayoutId id="2147483729" r:id="rId11"/>
  </p:sldLayoutIdLst>
  <p:hf hdr="0" ftr="0" dt="0"/>
  <p:txStyles>
    <p:titleStyle>
      <a:lvl1pPr algn="l" defTabSz="1828800" rtl="0" eaLnBrk="1" fontAlgn="auto" latinLnBrk="0" hangingPunct="1">
        <a:lnSpc>
          <a:spcPct val="100000"/>
        </a:lnSpc>
        <a:spcBef>
          <a:spcPct val="0"/>
        </a:spcBef>
        <a:buNone/>
        <a:defRPr sz="5600" b="1" u="none" strike="noStrike" kern="1200" cap="none" spc="200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457200" indent="-457200" algn="l" defTabSz="1828800" rtl="0" eaLnBrk="1" fontAlgn="auto" latinLnBrk="0" hangingPunct="1">
        <a:lnSpc>
          <a:spcPct val="130000"/>
        </a:lnSpc>
        <a:spcBef>
          <a:spcPct val="1000"/>
        </a:spcBef>
        <a:spcAft>
          <a:spcPts val="1000"/>
        </a:spcAft>
        <a:buFont typeface="Arial" panose="020B0604020202020204" pitchFamily="34" charset="0"/>
        <a:buChar char="•"/>
        <a:defRPr sz="3200" u="none" strike="noStrike" kern="1200" cap="none" spc="150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1371600" indent="-457200" algn="l" defTabSz="1828800" rtl="0" eaLnBrk="1" fontAlgn="auto" latinLnBrk="0" hangingPunct="1">
        <a:lnSpc>
          <a:spcPct val="130000"/>
        </a:lnSpc>
        <a:spcBef>
          <a:spcPct val="1000"/>
        </a:spcBef>
        <a:spcAft>
          <a:spcPts val="1000"/>
        </a:spcAft>
        <a:buFont typeface="Arial" panose="020B0604020202020204" pitchFamily="34" charset="0"/>
        <a:buChar char="•"/>
        <a:tabLst>
          <a:tab pos="3219450" algn="l"/>
        </a:tabLst>
        <a:defRPr sz="3200" u="none" strike="noStrike" kern="1200" cap="none" spc="150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2286000" indent="-457200" algn="l" defTabSz="1828800" rtl="0" eaLnBrk="1" fontAlgn="auto" latinLnBrk="0" hangingPunct="1">
        <a:lnSpc>
          <a:spcPct val="130000"/>
        </a:lnSpc>
        <a:spcBef>
          <a:spcPct val="1000"/>
        </a:spcBef>
        <a:spcAft>
          <a:spcPts val="1000"/>
        </a:spcAft>
        <a:buFont typeface="Arial" panose="020B0604020202020204" pitchFamily="34" charset="0"/>
        <a:buChar char="•"/>
        <a:defRPr sz="3200" u="none" strike="noStrike" kern="1200" cap="none" spc="150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3200400" indent="-457200" algn="l" defTabSz="1828800" rtl="0" eaLnBrk="1" fontAlgn="auto" latinLnBrk="0" hangingPunct="1">
        <a:lnSpc>
          <a:spcPct val="130000"/>
        </a:lnSpc>
        <a:spcBef>
          <a:spcPct val="1000"/>
        </a:spcBef>
        <a:spcAft>
          <a:spcPts val="1000"/>
        </a:spcAft>
        <a:buFont typeface="Arial" panose="020B0604020202020204" pitchFamily="34" charset="0"/>
        <a:buChar char="•"/>
        <a:defRPr sz="3200" u="none" strike="noStrike" kern="1200" cap="none" spc="150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4114800" indent="-457200" algn="l" defTabSz="1828800" rtl="0" eaLnBrk="1" fontAlgn="auto" latinLnBrk="0" hangingPunct="1">
        <a:lnSpc>
          <a:spcPct val="130000"/>
        </a:lnSpc>
        <a:spcBef>
          <a:spcPct val="1000"/>
        </a:spcBef>
        <a:spcAft>
          <a:spcPts val="1000"/>
        </a:spcAft>
        <a:buFont typeface="Arial" panose="020B0604020202020204" pitchFamily="34" charset="0"/>
        <a:buChar char="•"/>
        <a:defRPr sz="3200" u="none" strike="noStrike" kern="1200" cap="none" spc="150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5029200" indent="-457200" algn="l" defTabSz="1828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600" indent="-457200" algn="l" defTabSz="1828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8000" indent="-457200" algn="l" defTabSz="1828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400" indent="-457200" algn="l" defTabSz="1828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6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20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5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1759484" y="12699666"/>
            <a:ext cx="5400000" cy="633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24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defTabSz="1828800" fontAlgn="auto">
              <a:spcBef>
                <a:spcPts val="0"/>
              </a:spcBef>
              <a:spcAft>
                <a:spcPts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8232000" y="12699666"/>
            <a:ext cx="7920000" cy="633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24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defTabSz="1828800" fontAlgn="auto">
              <a:spcBef>
                <a:spcPts val="0"/>
              </a:spcBef>
              <a:spcAft>
                <a:spcPts val="0"/>
              </a:spcAft>
            </a:pPr>
            <a:endParaRPr lang="zh-CN" altLang="en-US" dirty="0">
              <a:solidFill>
                <a:prstClr val="black">
                  <a:tint val="75000"/>
                </a:prstClr>
              </a:solidFill>
              <a:ea typeface="微软雅黑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17221200" y="12699666"/>
            <a:ext cx="5400000" cy="633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24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defTabSz="1828800" fontAlgn="auto">
              <a:spcBef>
                <a:spcPts val="0"/>
              </a:spcBef>
              <a:spcAft>
                <a:spcPts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/>
              </a:r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/>
            </a:endParaRPr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828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4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/>
              <a:cs typeface="+mn-cs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1339765" y="1162450"/>
            <a:ext cx="21704474" cy="129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1339850" y="3016251"/>
            <a:ext cx="21704300" cy="9498330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31" r:id="rId1"/>
    <p:sldLayoutId id="2147483732" r:id="rId2"/>
    <p:sldLayoutId id="2147483733" r:id="rId3"/>
    <p:sldLayoutId id="2147483734" r:id="rId4"/>
    <p:sldLayoutId id="2147483735" r:id="rId5"/>
    <p:sldLayoutId id="2147483736" r:id="rId6"/>
    <p:sldLayoutId id="2147483737" r:id="rId7"/>
    <p:sldLayoutId id="2147483738" r:id="rId8"/>
    <p:sldLayoutId id="2147483739" r:id="rId9"/>
    <p:sldLayoutId id="2147483740" r:id="rId10"/>
  </p:sldLayoutIdLst>
  <p:hf hdr="0" ftr="0" dt="0"/>
  <p:txStyles>
    <p:titleStyle>
      <a:lvl1pPr algn="l" defTabSz="1828800" rtl="0" eaLnBrk="1" fontAlgn="auto" latinLnBrk="0" hangingPunct="1">
        <a:lnSpc>
          <a:spcPct val="100000"/>
        </a:lnSpc>
        <a:spcBef>
          <a:spcPct val="0"/>
        </a:spcBef>
        <a:buNone/>
        <a:defRPr sz="5600" b="1" u="none" strike="noStrike" kern="1200" cap="none" spc="200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457200" indent="-457200" algn="l" defTabSz="1828800" rtl="0" eaLnBrk="1" fontAlgn="auto" latinLnBrk="0" hangingPunct="1">
        <a:lnSpc>
          <a:spcPct val="130000"/>
        </a:lnSpc>
        <a:spcBef>
          <a:spcPct val="1000"/>
        </a:spcBef>
        <a:spcAft>
          <a:spcPts val="1000"/>
        </a:spcAft>
        <a:buFont typeface="Arial" panose="020B0604020202020204" pitchFamily="34" charset="0"/>
        <a:buChar char="•"/>
        <a:defRPr sz="3200" u="none" strike="noStrike" kern="1200" cap="none" spc="150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1371600" indent="-457200" algn="l" defTabSz="1828800" rtl="0" eaLnBrk="1" fontAlgn="auto" latinLnBrk="0" hangingPunct="1">
        <a:lnSpc>
          <a:spcPct val="130000"/>
        </a:lnSpc>
        <a:spcBef>
          <a:spcPct val="1000"/>
        </a:spcBef>
        <a:spcAft>
          <a:spcPts val="1000"/>
        </a:spcAft>
        <a:buFont typeface="Arial" panose="020B0604020202020204" pitchFamily="34" charset="0"/>
        <a:buChar char="•"/>
        <a:tabLst>
          <a:tab pos="3219450" algn="l"/>
        </a:tabLst>
        <a:defRPr sz="3200" u="none" strike="noStrike" kern="1200" cap="none" spc="150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2286000" indent="-457200" algn="l" defTabSz="1828800" rtl="0" eaLnBrk="1" fontAlgn="auto" latinLnBrk="0" hangingPunct="1">
        <a:lnSpc>
          <a:spcPct val="130000"/>
        </a:lnSpc>
        <a:spcBef>
          <a:spcPct val="1000"/>
        </a:spcBef>
        <a:spcAft>
          <a:spcPts val="1000"/>
        </a:spcAft>
        <a:buFont typeface="Arial" panose="020B0604020202020204" pitchFamily="34" charset="0"/>
        <a:buChar char="•"/>
        <a:defRPr sz="3200" u="none" strike="noStrike" kern="1200" cap="none" spc="150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3200400" indent="-457200" algn="l" defTabSz="1828800" rtl="0" eaLnBrk="1" fontAlgn="auto" latinLnBrk="0" hangingPunct="1">
        <a:lnSpc>
          <a:spcPct val="130000"/>
        </a:lnSpc>
        <a:spcBef>
          <a:spcPct val="1000"/>
        </a:spcBef>
        <a:spcAft>
          <a:spcPts val="1000"/>
        </a:spcAft>
        <a:buFont typeface="Arial" panose="020B0604020202020204" pitchFamily="34" charset="0"/>
        <a:buChar char="•"/>
        <a:defRPr sz="3200" u="none" strike="noStrike" kern="1200" cap="none" spc="150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4114800" indent="-457200" algn="l" defTabSz="1828800" rtl="0" eaLnBrk="1" fontAlgn="auto" latinLnBrk="0" hangingPunct="1">
        <a:lnSpc>
          <a:spcPct val="130000"/>
        </a:lnSpc>
        <a:spcBef>
          <a:spcPct val="1000"/>
        </a:spcBef>
        <a:spcAft>
          <a:spcPts val="1000"/>
        </a:spcAft>
        <a:buFont typeface="Arial" panose="020B0604020202020204" pitchFamily="34" charset="0"/>
        <a:buChar char="•"/>
        <a:defRPr sz="3200" u="none" strike="noStrike" kern="1200" cap="none" spc="150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5029200" indent="-457200" algn="l" defTabSz="1828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600" indent="-457200" algn="l" defTabSz="1828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8000" indent="-457200" algn="l" defTabSz="1828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400" indent="-457200" algn="l" defTabSz="1828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6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20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5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1759484" y="12699666"/>
            <a:ext cx="5400000" cy="633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24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defTabSz="1828800" fontAlgn="auto">
              <a:spcBef>
                <a:spcPts val="0"/>
              </a:spcBef>
              <a:spcAft>
                <a:spcPts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8232000" y="12699666"/>
            <a:ext cx="7920000" cy="633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24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defTabSz="1828800" fontAlgn="auto">
              <a:spcBef>
                <a:spcPts val="0"/>
              </a:spcBef>
              <a:spcAft>
                <a:spcPts val="0"/>
              </a:spcAft>
            </a:pPr>
            <a:endParaRPr lang="zh-CN" altLang="en-US" dirty="0">
              <a:solidFill>
                <a:prstClr val="black">
                  <a:tint val="75000"/>
                </a:prstClr>
              </a:solidFill>
              <a:ea typeface="微软雅黑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17221200" y="12699666"/>
            <a:ext cx="5400000" cy="633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24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defTabSz="1828800" fontAlgn="auto">
              <a:spcBef>
                <a:spcPts val="0"/>
              </a:spcBef>
              <a:spcAft>
                <a:spcPts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/>
              </a:r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/>
            </a:endParaRPr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828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4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/>
              <a:cs typeface="+mn-cs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1339765" y="1162450"/>
            <a:ext cx="21704474" cy="129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1339850" y="3016251"/>
            <a:ext cx="21704300" cy="9498330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42" r:id="rId1"/>
    <p:sldLayoutId id="2147483743" r:id="rId2"/>
    <p:sldLayoutId id="2147483744" r:id="rId3"/>
    <p:sldLayoutId id="2147483745" r:id="rId4"/>
    <p:sldLayoutId id="2147483746" r:id="rId5"/>
    <p:sldLayoutId id="2147483747" r:id="rId6"/>
    <p:sldLayoutId id="2147483748" r:id="rId7"/>
    <p:sldLayoutId id="2147483749" r:id="rId8"/>
    <p:sldLayoutId id="2147483750" r:id="rId9"/>
    <p:sldLayoutId id="2147483751" r:id="rId10"/>
  </p:sldLayoutIdLst>
  <p:hf hdr="0" ftr="0" dt="0"/>
  <p:txStyles>
    <p:titleStyle>
      <a:lvl1pPr algn="l" defTabSz="1828800" rtl="0" eaLnBrk="1" fontAlgn="auto" latinLnBrk="0" hangingPunct="1">
        <a:lnSpc>
          <a:spcPct val="100000"/>
        </a:lnSpc>
        <a:spcBef>
          <a:spcPct val="0"/>
        </a:spcBef>
        <a:buNone/>
        <a:defRPr sz="5600" b="1" u="none" strike="noStrike" kern="1200" cap="none" spc="200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457200" indent="-457200" algn="l" defTabSz="1828800" rtl="0" eaLnBrk="1" fontAlgn="auto" latinLnBrk="0" hangingPunct="1">
        <a:lnSpc>
          <a:spcPct val="130000"/>
        </a:lnSpc>
        <a:spcBef>
          <a:spcPct val="1000"/>
        </a:spcBef>
        <a:spcAft>
          <a:spcPts val="1000"/>
        </a:spcAft>
        <a:buFont typeface="Arial" panose="020B0604020202020204" pitchFamily="34" charset="0"/>
        <a:buChar char="•"/>
        <a:defRPr sz="3200" u="none" strike="noStrike" kern="1200" cap="none" spc="150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1371600" indent="-457200" algn="l" defTabSz="1828800" rtl="0" eaLnBrk="1" fontAlgn="auto" latinLnBrk="0" hangingPunct="1">
        <a:lnSpc>
          <a:spcPct val="130000"/>
        </a:lnSpc>
        <a:spcBef>
          <a:spcPct val="1000"/>
        </a:spcBef>
        <a:spcAft>
          <a:spcPts val="1000"/>
        </a:spcAft>
        <a:buFont typeface="Arial" panose="020B0604020202020204" pitchFamily="34" charset="0"/>
        <a:buChar char="•"/>
        <a:tabLst>
          <a:tab pos="3219450" algn="l"/>
        </a:tabLst>
        <a:defRPr sz="3200" u="none" strike="noStrike" kern="1200" cap="none" spc="150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2286000" indent="-457200" algn="l" defTabSz="1828800" rtl="0" eaLnBrk="1" fontAlgn="auto" latinLnBrk="0" hangingPunct="1">
        <a:lnSpc>
          <a:spcPct val="130000"/>
        </a:lnSpc>
        <a:spcBef>
          <a:spcPct val="1000"/>
        </a:spcBef>
        <a:spcAft>
          <a:spcPts val="1000"/>
        </a:spcAft>
        <a:buFont typeface="Arial" panose="020B0604020202020204" pitchFamily="34" charset="0"/>
        <a:buChar char="•"/>
        <a:defRPr sz="3200" u="none" strike="noStrike" kern="1200" cap="none" spc="150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3200400" indent="-457200" algn="l" defTabSz="1828800" rtl="0" eaLnBrk="1" fontAlgn="auto" latinLnBrk="0" hangingPunct="1">
        <a:lnSpc>
          <a:spcPct val="130000"/>
        </a:lnSpc>
        <a:spcBef>
          <a:spcPct val="1000"/>
        </a:spcBef>
        <a:spcAft>
          <a:spcPts val="1000"/>
        </a:spcAft>
        <a:buFont typeface="Arial" panose="020B0604020202020204" pitchFamily="34" charset="0"/>
        <a:buChar char="•"/>
        <a:defRPr sz="3200" u="none" strike="noStrike" kern="1200" cap="none" spc="150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4114800" indent="-457200" algn="l" defTabSz="1828800" rtl="0" eaLnBrk="1" fontAlgn="auto" latinLnBrk="0" hangingPunct="1">
        <a:lnSpc>
          <a:spcPct val="130000"/>
        </a:lnSpc>
        <a:spcBef>
          <a:spcPct val="1000"/>
        </a:spcBef>
        <a:spcAft>
          <a:spcPts val="1000"/>
        </a:spcAft>
        <a:buFont typeface="Arial" panose="020B0604020202020204" pitchFamily="34" charset="0"/>
        <a:buChar char="•"/>
        <a:defRPr sz="3200" u="none" strike="noStrike" kern="1200" cap="none" spc="150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5029200" indent="-457200" algn="l" defTabSz="1828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600" indent="-457200" algn="l" defTabSz="1828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8000" indent="-457200" algn="l" defTabSz="1828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400" indent="-457200" algn="l" defTabSz="1828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6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20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5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1759484" y="12699666"/>
            <a:ext cx="5400000" cy="633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24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marL="0" marR="0" lvl="0" indent="0" algn="l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8232000" y="12699666"/>
            <a:ext cx="7920000" cy="633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24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marL="0" marR="0" lvl="0" indent="0" algn="ct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17221200" y="12699666"/>
            <a:ext cx="5400000" cy="633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24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marL="0" marR="0" lvl="0" indent="0" algn="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49AE70B2-8BF9-45C0-BB95-33D1B9D3A854}" type="slidenum">
              <a:rPr kumimoji="0" lang="zh-CN" altLang="en-US" sz="24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cs typeface="+mn-cs"/>
                <a:sym typeface="Arial" panose="020B0604020202020204" pitchFamily="34" charset="0"/>
              </a:rPr>
              <a:t>‹#›</a:t>
            </a:fld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4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1339764" y="1162450"/>
            <a:ext cx="21704474" cy="129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1339850" y="3016250"/>
            <a:ext cx="21704300" cy="9498330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53" r:id="rId1"/>
    <p:sldLayoutId id="2147483754" r:id="rId2"/>
    <p:sldLayoutId id="2147483755" r:id="rId3"/>
    <p:sldLayoutId id="2147483756" r:id="rId4"/>
    <p:sldLayoutId id="2147483757" r:id="rId5"/>
    <p:sldLayoutId id="2147483758" r:id="rId6"/>
    <p:sldLayoutId id="2147483759" r:id="rId7"/>
    <p:sldLayoutId id="2147483760" r:id="rId8"/>
    <p:sldLayoutId id="2147483761" r:id="rId9"/>
    <p:sldLayoutId id="2147483762" r:id="rId10"/>
    <p:sldLayoutId id="2147483763" r:id="rId11"/>
  </p:sldLayoutIdLst>
  <p:hf hdr="0" ftr="0" dt="0"/>
  <p:txStyles>
    <p:titleStyle>
      <a:lvl1pPr algn="l" defTabSz="1828800" rtl="0" eaLnBrk="1" fontAlgn="auto" latinLnBrk="0" hangingPunct="1">
        <a:lnSpc>
          <a:spcPct val="100000"/>
        </a:lnSpc>
        <a:spcBef>
          <a:spcPct val="0"/>
        </a:spcBef>
        <a:buNone/>
        <a:defRPr sz="5600" b="1" u="none" strike="noStrike" kern="1200" cap="none" spc="200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457200" indent="-457200" algn="l" defTabSz="1828800" rtl="0" eaLnBrk="1" fontAlgn="auto" latinLnBrk="0" hangingPunct="1">
        <a:lnSpc>
          <a:spcPct val="130000"/>
        </a:lnSpc>
        <a:spcBef>
          <a:spcPct val="1000"/>
        </a:spcBef>
        <a:spcAft>
          <a:spcPts val="1000"/>
        </a:spcAft>
        <a:buFont typeface="Arial" panose="020B0604020202020204" pitchFamily="34" charset="0"/>
        <a:buChar char="•"/>
        <a:defRPr sz="3200" u="none" strike="noStrike" kern="1200" cap="none" spc="150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1371600" indent="-457200" algn="l" defTabSz="1828800" rtl="0" eaLnBrk="1" fontAlgn="auto" latinLnBrk="0" hangingPunct="1">
        <a:lnSpc>
          <a:spcPct val="130000"/>
        </a:lnSpc>
        <a:spcBef>
          <a:spcPct val="1000"/>
        </a:spcBef>
        <a:spcAft>
          <a:spcPts val="1000"/>
        </a:spcAft>
        <a:buFont typeface="Arial" panose="020B0604020202020204" pitchFamily="34" charset="0"/>
        <a:buChar char="•"/>
        <a:tabLst>
          <a:tab pos="3219450" algn="l"/>
        </a:tabLst>
        <a:defRPr sz="3200" u="none" strike="noStrike" kern="1200" cap="none" spc="150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2286000" indent="-457200" algn="l" defTabSz="1828800" rtl="0" eaLnBrk="1" fontAlgn="auto" latinLnBrk="0" hangingPunct="1">
        <a:lnSpc>
          <a:spcPct val="130000"/>
        </a:lnSpc>
        <a:spcBef>
          <a:spcPct val="1000"/>
        </a:spcBef>
        <a:spcAft>
          <a:spcPts val="1000"/>
        </a:spcAft>
        <a:buFont typeface="Arial" panose="020B0604020202020204" pitchFamily="34" charset="0"/>
        <a:buChar char="•"/>
        <a:defRPr sz="3200" u="none" strike="noStrike" kern="1200" cap="none" spc="150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3200400" indent="-457200" algn="l" defTabSz="1828800" rtl="0" eaLnBrk="1" fontAlgn="auto" latinLnBrk="0" hangingPunct="1">
        <a:lnSpc>
          <a:spcPct val="130000"/>
        </a:lnSpc>
        <a:spcBef>
          <a:spcPct val="1000"/>
        </a:spcBef>
        <a:spcAft>
          <a:spcPts val="1000"/>
        </a:spcAft>
        <a:buFont typeface="Arial" panose="020B0604020202020204" pitchFamily="34" charset="0"/>
        <a:buChar char="•"/>
        <a:defRPr sz="3200" u="none" strike="noStrike" kern="1200" cap="none" spc="150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4114800" indent="-457200" algn="l" defTabSz="1828800" rtl="0" eaLnBrk="1" fontAlgn="auto" latinLnBrk="0" hangingPunct="1">
        <a:lnSpc>
          <a:spcPct val="130000"/>
        </a:lnSpc>
        <a:spcBef>
          <a:spcPct val="1000"/>
        </a:spcBef>
        <a:spcAft>
          <a:spcPts val="1000"/>
        </a:spcAft>
        <a:buFont typeface="Arial" panose="020B0604020202020204" pitchFamily="34" charset="0"/>
        <a:buChar char="•"/>
        <a:defRPr sz="3200" u="none" strike="noStrike" kern="1200" cap="none" spc="150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5029200" indent="-457200" algn="l" defTabSz="1828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600" indent="-457200" algn="l" defTabSz="1828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8000" indent="-457200" algn="l" defTabSz="1828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400" indent="-457200" algn="l" defTabSz="1828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6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20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5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1759484" y="12699666"/>
            <a:ext cx="5400000" cy="633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24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marL="0" marR="0" lvl="0" indent="0" algn="l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8232000" y="12699666"/>
            <a:ext cx="7920000" cy="633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24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marL="0" marR="0" lvl="0" indent="0" algn="ct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17221200" y="12699666"/>
            <a:ext cx="5400000" cy="633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24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marL="0" marR="0" lvl="0" indent="0" algn="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49AE70B2-8BF9-45C0-BB95-33D1B9D3A854}" type="slidenum">
              <a:rPr kumimoji="0" lang="zh-CN" altLang="en-US" sz="24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cs typeface="+mn-cs"/>
                <a:sym typeface="Arial" panose="020B0604020202020204" pitchFamily="34" charset="0"/>
              </a:rPr>
              <a:t>‹#›</a:t>
            </a:fld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4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1339764" y="1162450"/>
            <a:ext cx="21704474" cy="129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1339850" y="3016250"/>
            <a:ext cx="21704300" cy="9498330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65" r:id="rId1"/>
    <p:sldLayoutId id="2147483766" r:id="rId2"/>
    <p:sldLayoutId id="2147483767" r:id="rId3"/>
    <p:sldLayoutId id="2147483768" r:id="rId4"/>
    <p:sldLayoutId id="2147483769" r:id="rId5"/>
    <p:sldLayoutId id="2147483770" r:id="rId6"/>
    <p:sldLayoutId id="2147483771" r:id="rId7"/>
    <p:sldLayoutId id="2147483772" r:id="rId8"/>
    <p:sldLayoutId id="2147483773" r:id="rId9"/>
    <p:sldLayoutId id="2147483774" r:id="rId10"/>
    <p:sldLayoutId id="2147483775" r:id="rId11"/>
  </p:sldLayoutIdLst>
  <p:hf hdr="0" ftr="0" dt="0"/>
  <p:txStyles>
    <p:titleStyle>
      <a:lvl1pPr algn="l" defTabSz="1828800" rtl="0" eaLnBrk="1" fontAlgn="auto" latinLnBrk="0" hangingPunct="1">
        <a:lnSpc>
          <a:spcPct val="100000"/>
        </a:lnSpc>
        <a:spcBef>
          <a:spcPct val="0"/>
        </a:spcBef>
        <a:buNone/>
        <a:defRPr sz="5600" b="1" u="none" strike="noStrike" kern="1200" cap="none" spc="200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457200" indent="-457200" algn="l" defTabSz="1828800" rtl="0" eaLnBrk="1" fontAlgn="auto" latinLnBrk="0" hangingPunct="1">
        <a:lnSpc>
          <a:spcPct val="130000"/>
        </a:lnSpc>
        <a:spcBef>
          <a:spcPct val="1000"/>
        </a:spcBef>
        <a:spcAft>
          <a:spcPts val="1000"/>
        </a:spcAft>
        <a:buFont typeface="Arial" panose="020B0604020202020204" pitchFamily="34" charset="0"/>
        <a:buChar char="•"/>
        <a:defRPr sz="3200" u="none" strike="noStrike" kern="1200" cap="none" spc="150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1371600" indent="-457200" algn="l" defTabSz="1828800" rtl="0" eaLnBrk="1" fontAlgn="auto" latinLnBrk="0" hangingPunct="1">
        <a:lnSpc>
          <a:spcPct val="130000"/>
        </a:lnSpc>
        <a:spcBef>
          <a:spcPct val="1000"/>
        </a:spcBef>
        <a:spcAft>
          <a:spcPts val="1000"/>
        </a:spcAft>
        <a:buFont typeface="Arial" panose="020B0604020202020204" pitchFamily="34" charset="0"/>
        <a:buChar char="•"/>
        <a:tabLst>
          <a:tab pos="3219450" algn="l"/>
        </a:tabLst>
        <a:defRPr sz="3200" u="none" strike="noStrike" kern="1200" cap="none" spc="150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2286000" indent="-457200" algn="l" defTabSz="1828800" rtl="0" eaLnBrk="1" fontAlgn="auto" latinLnBrk="0" hangingPunct="1">
        <a:lnSpc>
          <a:spcPct val="130000"/>
        </a:lnSpc>
        <a:spcBef>
          <a:spcPct val="1000"/>
        </a:spcBef>
        <a:spcAft>
          <a:spcPts val="1000"/>
        </a:spcAft>
        <a:buFont typeface="Arial" panose="020B0604020202020204" pitchFamily="34" charset="0"/>
        <a:buChar char="•"/>
        <a:defRPr sz="3200" u="none" strike="noStrike" kern="1200" cap="none" spc="150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3200400" indent="-457200" algn="l" defTabSz="1828800" rtl="0" eaLnBrk="1" fontAlgn="auto" latinLnBrk="0" hangingPunct="1">
        <a:lnSpc>
          <a:spcPct val="130000"/>
        </a:lnSpc>
        <a:spcBef>
          <a:spcPct val="1000"/>
        </a:spcBef>
        <a:spcAft>
          <a:spcPts val="1000"/>
        </a:spcAft>
        <a:buFont typeface="Arial" panose="020B0604020202020204" pitchFamily="34" charset="0"/>
        <a:buChar char="•"/>
        <a:defRPr sz="3200" u="none" strike="noStrike" kern="1200" cap="none" spc="150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4114800" indent="-457200" algn="l" defTabSz="1828800" rtl="0" eaLnBrk="1" fontAlgn="auto" latinLnBrk="0" hangingPunct="1">
        <a:lnSpc>
          <a:spcPct val="130000"/>
        </a:lnSpc>
        <a:spcBef>
          <a:spcPct val="1000"/>
        </a:spcBef>
        <a:spcAft>
          <a:spcPts val="1000"/>
        </a:spcAft>
        <a:buFont typeface="Arial" panose="020B0604020202020204" pitchFamily="34" charset="0"/>
        <a:buChar char="•"/>
        <a:defRPr sz="3200" u="none" strike="noStrike" kern="1200" cap="none" spc="150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5029200" indent="-457200" algn="l" defTabSz="1828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600" indent="-457200" algn="l" defTabSz="1828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8000" indent="-457200" algn="l" defTabSz="1828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400" indent="-457200" algn="l" defTabSz="1828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6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20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5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1759484" y="12699666"/>
            <a:ext cx="5400000" cy="633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24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marL="0" marR="0" lvl="0" indent="0" algn="l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8232000" y="12699666"/>
            <a:ext cx="7920000" cy="633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24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marL="0" marR="0" lvl="0" indent="0" algn="ct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17221200" y="12699666"/>
            <a:ext cx="5400000" cy="633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24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marL="0" marR="0" lvl="0" indent="0" algn="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49AE70B2-8BF9-45C0-BB95-33D1B9D3A854}" type="slidenum">
              <a:rPr kumimoji="0" lang="zh-CN" altLang="en-US" sz="24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cs typeface="+mn-cs"/>
                <a:sym typeface="Arial" panose="020B0604020202020204" pitchFamily="34" charset="0"/>
              </a:rPr>
              <a:t>‹#›</a:t>
            </a:fld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255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4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1339764" y="1162450"/>
            <a:ext cx="21704474" cy="129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1339850" y="3016250"/>
            <a:ext cx="21704300" cy="9498330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77" r:id="rId1"/>
    <p:sldLayoutId id="2147483778" r:id="rId2"/>
    <p:sldLayoutId id="2147483779" r:id="rId3"/>
    <p:sldLayoutId id="2147483780" r:id="rId4"/>
    <p:sldLayoutId id="2147483781" r:id="rId5"/>
    <p:sldLayoutId id="2147483782" r:id="rId6"/>
    <p:sldLayoutId id="2147483783" r:id="rId7"/>
    <p:sldLayoutId id="2147483784" r:id="rId8"/>
    <p:sldLayoutId id="2147483785" r:id="rId9"/>
    <p:sldLayoutId id="2147483786" r:id="rId10"/>
    <p:sldLayoutId id="2147483787" r:id="rId11"/>
  </p:sldLayoutIdLst>
  <p:hf hdr="0" ftr="0" dt="0"/>
  <p:txStyles>
    <p:titleStyle>
      <a:lvl1pPr algn="l" defTabSz="1828800" rtl="0" eaLnBrk="1" fontAlgn="auto" latinLnBrk="0" hangingPunct="1">
        <a:lnSpc>
          <a:spcPct val="100000"/>
        </a:lnSpc>
        <a:spcBef>
          <a:spcPct val="0"/>
        </a:spcBef>
        <a:buNone/>
        <a:defRPr sz="5600" b="1" u="none" strike="noStrike" kern="1200" cap="none" spc="200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457200" indent="-457200" algn="l" defTabSz="1828800" rtl="0" eaLnBrk="1" fontAlgn="auto" latinLnBrk="0" hangingPunct="1">
        <a:lnSpc>
          <a:spcPct val="130000"/>
        </a:lnSpc>
        <a:spcBef>
          <a:spcPct val="1000"/>
        </a:spcBef>
        <a:spcAft>
          <a:spcPts val="1000"/>
        </a:spcAft>
        <a:buFont typeface="Arial" panose="020B0604020202020204" pitchFamily="34" charset="0"/>
        <a:buChar char="•"/>
        <a:defRPr sz="3200" u="none" strike="noStrike" kern="1200" cap="none" spc="150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1371600" indent="-457200" algn="l" defTabSz="1828800" rtl="0" eaLnBrk="1" fontAlgn="auto" latinLnBrk="0" hangingPunct="1">
        <a:lnSpc>
          <a:spcPct val="130000"/>
        </a:lnSpc>
        <a:spcBef>
          <a:spcPct val="1000"/>
        </a:spcBef>
        <a:spcAft>
          <a:spcPts val="1000"/>
        </a:spcAft>
        <a:buFont typeface="Arial" panose="020B0604020202020204" pitchFamily="34" charset="0"/>
        <a:buChar char="•"/>
        <a:tabLst>
          <a:tab pos="3219450" algn="l"/>
        </a:tabLst>
        <a:defRPr sz="3200" u="none" strike="noStrike" kern="1200" cap="none" spc="150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2286000" indent="-457200" algn="l" defTabSz="1828800" rtl="0" eaLnBrk="1" fontAlgn="auto" latinLnBrk="0" hangingPunct="1">
        <a:lnSpc>
          <a:spcPct val="130000"/>
        </a:lnSpc>
        <a:spcBef>
          <a:spcPct val="1000"/>
        </a:spcBef>
        <a:spcAft>
          <a:spcPts val="1000"/>
        </a:spcAft>
        <a:buFont typeface="Arial" panose="020B0604020202020204" pitchFamily="34" charset="0"/>
        <a:buChar char="•"/>
        <a:defRPr sz="3200" u="none" strike="noStrike" kern="1200" cap="none" spc="150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3200400" indent="-457200" algn="l" defTabSz="1828800" rtl="0" eaLnBrk="1" fontAlgn="auto" latinLnBrk="0" hangingPunct="1">
        <a:lnSpc>
          <a:spcPct val="130000"/>
        </a:lnSpc>
        <a:spcBef>
          <a:spcPct val="1000"/>
        </a:spcBef>
        <a:spcAft>
          <a:spcPts val="1000"/>
        </a:spcAft>
        <a:buFont typeface="Arial" panose="020B0604020202020204" pitchFamily="34" charset="0"/>
        <a:buChar char="•"/>
        <a:defRPr sz="3200" u="none" strike="noStrike" kern="1200" cap="none" spc="150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4114800" indent="-457200" algn="l" defTabSz="1828800" rtl="0" eaLnBrk="1" fontAlgn="auto" latinLnBrk="0" hangingPunct="1">
        <a:lnSpc>
          <a:spcPct val="130000"/>
        </a:lnSpc>
        <a:spcBef>
          <a:spcPct val="1000"/>
        </a:spcBef>
        <a:spcAft>
          <a:spcPts val="1000"/>
        </a:spcAft>
        <a:buFont typeface="Arial" panose="020B0604020202020204" pitchFamily="34" charset="0"/>
        <a:buChar char="•"/>
        <a:defRPr sz="3200" u="none" strike="noStrike" kern="1200" cap="none" spc="150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5029200" indent="-457200" algn="l" defTabSz="1828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600" indent="-457200" algn="l" defTabSz="1828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8000" indent="-457200" algn="l" defTabSz="1828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400" indent="-457200" algn="l" defTabSz="1828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6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20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5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1759484" y="12699666"/>
            <a:ext cx="5400000" cy="633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24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8232000" y="12699666"/>
            <a:ext cx="7920000" cy="633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24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17221200" y="12699666"/>
            <a:ext cx="5400000" cy="633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24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4000"/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1339764" y="1162450"/>
            <a:ext cx="21704474" cy="129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1339850" y="3016250"/>
            <a:ext cx="21704300" cy="9498330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89" r:id="rId1"/>
    <p:sldLayoutId id="2147483790" r:id="rId2"/>
    <p:sldLayoutId id="2147483791" r:id="rId3"/>
    <p:sldLayoutId id="2147483792" r:id="rId4"/>
    <p:sldLayoutId id="2147483793" r:id="rId5"/>
    <p:sldLayoutId id="2147483794" r:id="rId6"/>
    <p:sldLayoutId id="2147483795" r:id="rId7"/>
    <p:sldLayoutId id="2147483796" r:id="rId8"/>
    <p:sldLayoutId id="2147483797" r:id="rId9"/>
    <p:sldLayoutId id="2147483798" r:id="rId10"/>
  </p:sldLayoutIdLst>
  <p:hf hdr="0" ftr="0" dt="0"/>
  <p:txStyles>
    <p:titleStyle>
      <a:lvl1pPr algn="l" defTabSz="1828800" rtl="0" eaLnBrk="1" fontAlgn="auto" latinLnBrk="0" hangingPunct="1">
        <a:lnSpc>
          <a:spcPct val="100000"/>
        </a:lnSpc>
        <a:spcBef>
          <a:spcPct val="0"/>
        </a:spcBef>
        <a:buNone/>
        <a:defRPr sz="5600" b="1" u="none" strike="noStrike" kern="1200" cap="none" spc="200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457200" indent="-457200" algn="l" defTabSz="1828800" rtl="0" eaLnBrk="1" fontAlgn="auto" latinLnBrk="0" hangingPunct="1">
        <a:lnSpc>
          <a:spcPct val="130000"/>
        </a:lnSpc>
        <a:spcBef>
          <a:spcPct val="1000"/>
        </a:spcBef>
        <a:spcAft>
          <a:spcPts val="1000"/>
        </a:spcAft>
        <a:buFont typeface="Arial" panose="020B0604020202020204" pitchFamily="34" charset="0"/>
        <a:buChar char="•"/>
        <a:defRPr sz="3200" u="none" strike="noStrike" kern="1200" cap="none" spc="150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1371600" indent="-457200" algn="l" defTabSz="1828800" rtl="0" eaLnBrk="1" fontAlgn="auto" latinLnBrk="0" hangingPunct="1">
        <a:lnSpc>
          <a:spcPct val="130000"/>
        </a:lnSpc>
        <a:spcBef>
          <a:spcPct val="1000"/>
        </a:spcBef>
        <a:spcAft>
          <a:spcPts val="1000"/>
        </a:spcAft>
        <a:buFont typeface="Arial" panose="020B0604020202020204" pitchFamily="34" charset="0"/>
        <a:buChar char="•"/>
        <a:tabLst>
          <a:tab pos="3219450" algn="l"/>
        </a:tabLst>
        <a:defRPr sz="3200" u="none" strike="noStrike" kern="1200" cap="none" spc="150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2286000" indent="-457200" algn="l" defTabSz="1828800" rtl="0" eaLnBrk="1" fontAlgn="auto" latinLnBrk="0" hangingPunct="1">
        <a:lnSpc>
          <a:spcPct val="130000"/>
        </a:lnSpc>
        <a:spcBef>
          <a:spcPct val="1000"/>
        </a:spcBef>
        <a:spcAft>
          <a:spcPts val="1000"/>
        </a:spcAft>
        <a:buFont typeface="Arial" panose="020B0604020202020204" pitchFamily="34" charset="0"/>
        <a:buChar char="•"/>
        <a:defRPr sz="3200" u="none" strike="noStrike" kern="1200" cap="none" spc="150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3200400" indent="-457200" algn="l" defTabSz="1828800" rtl="0" eaLnBrk="1" fontAlgn="auto" latinLnBrk="0" hangingPunct="1">
        <a:lnSpc>
          <a:spcPct val="130000"/>
        </a:lnSpc>
        <a:spcBef>
          <a:spcPct val="1000"/>
        </a:spcBef>
        <a:spcAft>
          <a:spcPts val="1000"/>
        </a:spcAft>
        <a:buFont typeface="Arial" panose="020B0604020202020204" pitchFamily="34" charset="0"/>
        <a:buChar char="•"/>
        <a:defRPr sz="3200" u="none" strike="noStrike" kern="1200" cap="none" spc="150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4114800" indent="-457200" algn="l" defTabSz="1828800" rtl="0" eaLnBrk="1" fontAlgn="auto" latinLnBrk="0" hangingPunct="1">
        <a:lnSpc>
          <a:spcPct val="130000"/>
        </a:lnSpc>
        <a:spcBef>
          <a:spcPct val="1000"/>
        </a:spcBef>
        <a:spcAft>
          <a:spcPts val="1000"/>
        </a:spcAft>
        <a:buFont typeface="Arial" panose="020B0604020202020204" pitchFamily="34" charset="0"/>
        <a:buChar char="•"/>
        <a:defRPr sz="3200" u="none" strike="noStrike" kern="1200" cap="none" spc="150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5029200" indent="-457200" algn="l" defTabSz="1828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600" indent="-457200" algn="l" defTabSz="1828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8000" indent="-457200" algn="l" defTabSz="1828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400" indent="-457200" algn="l" defTabSz="1828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6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20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5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1759484" y="12699666"/>
            <a:ext cx="5400000" cy="633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24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8232000" y="12699666"/>
            <a:ext cx="7920000" cy="633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24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17221200" y="12699666"/>
            <a:ext cx="5400000" cy="633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24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KSO_TEMPLATE" hidden="1"/>
          <p:cNvSpPr/>
          <p:nvPr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4000"/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1339765" y="1162450"/>
            <a:ext cx="21704474" cy="129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1339850" y="3016251"/>
            <a:ext cx="21704300" cy="9498330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633649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5" r:id="rId1"/>
    <p:sldLayoutId id="2147483816" r:id="rId2"/>
    <p:sldLayoutId id="2147483817" r:id="rId3"/>
    <p:sldLayoutId id="2147483818" r:id="rId4"/>
    <p:sldLayoutId id="2147483819" r:id="rId5"/>
    <p:sldLayoutId id="2147483820" r:id="rId6"/>
    <p:sldLayoutId id="2147483821" r:id="rId7"/>
    <p:sldLayoutId id="2147483822" r:id="rId8"/>
    <p:sldLayoutId id="2147483823" r:id="rId9"/>
    <p:sldLayoutId id="2147483824" r:id="rId10"/>
    <p:sldLayoutId id="2147483831" r:id="rId11"/>
  </p:sldLayoutIdLst>
  <p:hf hdr="0" ftr="0" dt="0"/>
  <p:txStyles>
    <p:titleStyle>
      <a:lvl1pPr algn="l" defTabSz="1828800" rtl="0" eaLnBrk="1" fontAlgn="auto" latinLnBrk="0" hangingPunct="1">
        <a:lnSpc>
          <a:spcPct val="100000"/>
        </a:lnSpc>
        <a:spcBef>
          <a:spcPct val="0"/>
        </a:spcBef>
        <a:buNone/>
        <a:defRPr sz="5600" b="1" u="none" strike="noStrike" kern="1200" cap="none" spc="200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457200" indent="-457200" algn="l" defTabSz="1828800" rtl="0" eaLnBrk="1" fontAlgn="auto" latinLnBrk="0" hangingPunct="1">
        <a:lnSpc>
          <a:spcPct val="130000"/>
        </a:lnSpc>
        <a:spcBef>
          <a:spcPct val="1000"/>
        </a:spcBef>
        <a:spcAft>
          <a:spcPts val="1000"/>
        </a:spcAft>
        <a:buFont typeface="Arial" panose="020B0604020202020204" pitchFamily="34" charset="0"/>
        <a:buChar char="•"/>
        <a:defRPr sz="3200" u="none" strike="noStrike" kern="1200" cap="none" spc="150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1371600" indent="-457200" algn="l" defTabSz="1828800" rtl="0" eaLnBrk="1" fontAlgn="auto" latinLnBrk="0" hangingPunct="1">
        <a:lnSpc>
          <a:spcPct val="130000"/>
        </a:lnSpc>
        <a:spcBef>
          <a:spcPct val="1000"/>
        </a:spcBef>
        <a:spcAft>
          <a:spcPts val="1000"/>
        </a:spcAft>
        <a:buFont typeface="Arial" panose="020B0604020202020204" pitchFamily="34" charset="0"/>
        <a:buChar char="•"/>
        <a:tabLst>
          <a:tab pos="3219450" algn="l"/>
        </a:tabLst>
        <a:defRPr sz="3200" u="none" strike="noStrike" kern="1200" cap="none" spc="150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2286000" indent="-457200" algn="l" defTabSz="1828800" rtl="0" eaLnBrk="1" fontAlgn="auto" latinLnBrk="0" hangingPunct="1">
        <a:lnSpc>
          <a:spcPct val="130000"/>
        </a:lnSpc>
        <a:spcBef>
          <a:spcPct val="1000"/>
        </a:spcBef>
        <a:spcAft>
          <a:spcPts val="1000"/>
        </a:spcAft>
        <a:buFont typeface="Arial" panose="020B0604020202020204" pitchFamily="34" charset="0"/>
        <a:buChar char="•"/>
        <a:defRPr sz="3200" u="none" strike="noStrike" kern="1200" cap="none" spc="150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3200400" indent="-457200" algn="l" defTabSz="1828800" rtl="0" eaLnBrk="1" fontAlgn="auto" latinLnBrk="0" hangingPunct="1">
        <a:lnSpc>
          <a:spcPct val="130000"/>
        </a:lnSpc>
        <a:spcBef>
          <a:spcPct val="1000"/>
        </a:spcBef>
        <a:spcAft>
          <a:spcPts val="1000"/>
        </a:spcAft>
        <a:buFont typeface="Arial" panose="020B0604020202020204" pitchFamily="34" charset="0"/>
        <a:buChar char="•"/>
        <a:defRPr sz="3200" u="none" strike="noStrike" kern="1200" cap="none" spc="150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4114800" indent="-457200" algn="l" defTabSz="1828800" rtl="0" eaLnBrk="1" fontAlgn="auto" latinLnBrk="0" hangingPunct="1">
        <a:lnSpc>
          <a:spcPct val="130000"/>
        </a:lnSpc>
        <a:spcBef>
          <a:spcPct val="1000"/>
        </a:spcBef>
        <a:spcAft>
          <a:spcPts val="1000"/>
        </a:spcAft>
        <a:buFont typeface="Arial" panose="020B0604020202020204" pitchFamily="34" charset="0"/>
        <a:buChar char="•"/>
        <a:defRPr sz="3200" u="none" strike="noStrike" kern="1200" cap="none" spc="150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5029200" indent="-457200" algn="l" defTabSz="1828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600" indent="-457200" algn="l" defTabSz="1828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8000" indent="-457200" algn="l" defTabSz="1828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400" indent="-457200" algn="l" defTabSz="1828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6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20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5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jpeg"/><Relationship Id="rId4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6.jpg"/><Relationship Id="rId2" Type="http://schemas.openxmlformats.org/officeDocument/2006/relationships/slideLayout" Target="../slideLayouts/slideLayout148.xml"/><Relationship Id="rId3" Type="http://schemas.openxmlformats.org/officeDocument/2006/relationships/image" Target="../media/image7.jpg"/><Relationship Id="rId4" Type="http://schemas.openxmlformats.org/officeDocument/2006/relationships/image" Target="../media/image8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9.jpg"/><Relationship Id="rId2" Type="http://schemas.openxmlformats.org/officeDocument/2006/relationships/slideLayout" Target="../slideLayouts/slideLayout148.xml"/><Relationship Id="rId3" Type="http://schemas.openxmlformats.org/officeDocument/2006/relationships/image" Target="../media/image10.jpg"/><Relationship Id="rId4" Type="http://schemas.openxmlformats.org/officeDocument/2006/relationships/image" Target="../media/image11.jpg"/><Relationship Id="rId5" Type="http://schemas.openxmlformats.org/officeDocument/2006/relationships/image" Target="../media/image1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13.jpg"/><Relationship Id="rId2" Type="http://schemas.openxmlformats.org/officeDocument/2006/relationships/slideLayout" Target="../slideLayouts/slideLayout148.xml"/><Relationship Id="rId3" Type="http://schemas.openxmlformats.org/officeDocument/2006/relationships/image" Target="../media/image14.jpg"/><Relationship Id="rId4" Type="http://schemas.openxmlformats.org/officeDocument/2006/relationships/image" Target="../media/image15.jpg"/><Relationship Id="rId5" Type="http://schemas.openxmlformats.org/officeDocument/2006/relationships/image" Target="../media/image17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jpeg"/><Relationship Id="rId4" Type="http://schemas.openxmlformats.org/officeDocument/2006/relationships/image" Target="../media/image16.png"/><Relationship Id="rId5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 bwMode="auto"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7" name="Text Box 3"/>
          <p:cNvSpPr txBox="1">
            <a:spLocks noChangeArrowheads="1"/>
          </p:cNvSpPr>
          <p:nvPr/>
        </p:nvSpPr>
        <p:spPr bwMode="auto">
          <a:xfrm>
            <a:off x="2621949" y="4625230"/>
            <a:ext cx="18652994" cy="155427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38100" tIns="38100" rIns="38100" bIns="38100">
            <a:spAutoFit/>
          </a:bodyPr>
          <a:lstStyle>
            <a:lvl1pPr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1pPr>
            <a:lvl2pPr marL="742950" indent="-285750"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2pPr>
            <a:lvl3pPr marL="1143000" indent="-228600"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3pPr>
            <a:lvl4pPr marL="1600200" indent="-228600"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4pPr>
            <a:lvl5pPr marL="2057400" indent="-228600"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5pPr>
            <a:lvl6pPr marL="2514600" indent="-228600" defTabSz="8255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6pPr>
            <a:lvl7pPr marL="2971800" indent="-228600" defTabSz="8255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7pPr>
            <a:lvl8pPr marL="3429000" indent="-228600" defTabSz="8255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8pPr>
            <a:lvl9pPr marL="3886200" indent="-228600" defTabSz="8255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9pPr>
          </a:lstStyle>
          <a:p>
            <a:pPr lvl="0" algn="ctr" hangingPunct="0"/>
            <a:r>
              <a:rPr lang="en-US" sz="8100" b="1">
                <a:solidFill>
                  <a:srgbClr val="386DB4"/>
                </a:solidFill>
                <a:latin typeface="Times New Roman"/>
                <a:ea typeface="Times New Roman"/>
                <a:cs typeface="Times New Roman"/>
                <a:sym typeface="Impact" panose="020B0806030902050204" pitchFamily="34" charset="0"/>
              </a:rPr>
              <a:t>Project 9788 Weld Inspection Summary</a:t>
            </a:r>
            <a:endParaRPr lang="en-US" sz="8100" b="1">
              <a:solidFill>
                <a:srgbClr val="386DB4"/>
              </a:solidFill>
              <a:latin typeface="Times New Roman"/>
              <a:ea typeface="Times New Roman"/>
              <a:cs typeface="Times New Roman"/>
              <a:sym typeface="Impact" panose="020B0806030902050204" pitchFamily="34" charset="0"/>
            </a:endParaRPr>
          </a:p>
        </p:txBody>
      </p:sp>
      <p:sp>
        <p:nvSpPr>
          <p:cNvPr id="7" name="Rectangle 111"/>
          <p:cNvSpPr txBox="1"/>
          <p:nvPr/>
        </p:nvSpPr>
        <p:spPr>
          <a:xfrm>
            <a:off x="1227668" y="12408243"/>
            <a:ext cx="12036572" cy="820609"/>
          </a:xfrm>
          <a:prstGeom prst="rect">
            <a:avLst/>
          </a:prstGeom>
          <a:noFill/>
          <a:ln w="12700">
            <a:noFill/>
          </a:ln>
        </p:spPr>
        <p:txBody>
          <a:bodyPr wrap="square" lIns="45719" rIns="45719" anchor="t">
            <a:spAutoFit/>
          </a:bodyPr>
          <a:lstStyle/>
          <a:p>
            <a:pPr lvl="0" algn="ctr" eaLnBrk="0" hangingPunct="0">
              <a:lnSpc>
                <a:spcPct val="150000"/>
              </a:lnSpc>
              <a:defRPr/>
            </a:pPr>
            <a:r>
              <a:rPr kumimoji="0" lang="en-US" altLang="zh-CN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sym typeface="Arial" panose="020B0604020202020204"/>
              </a:rPr>
              <a:t>www.asymchem.com     </a:t>
            </a:r>
            <a:r>
              <a:rPr lang="en-US" altLang="zh-CN" sz="3600" dirty="0">
                <a:solidFill>
                  <a:prstClr val="white"/>
                </a:solidFill>
                <a:latin typeface="Arial" panose="020B0604020202020204"/>
                <a:ea typeface="Arial" panose="020B0604020202020204"/>
                <a:sym typeface="Arial" panose="020B0604020202020204"/>
              </a:rPr>
              <a:t>Stock Code: 002821.SZ / 6821.HK</a:t>
            </a: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227668" y="762446"/>
            <a:ext cx="10360072" cy="1798765"/>
          </a:xfrm>
          <a:prstGeom prst="rect">
            <a:avLst/>
          </a:prstGeom>
        </p:spPr>
      </p:pic>
      <p:sp>
        <p:nvSpPr>
          <p:cNvPr id="8" name="Rectangle 111"/>
          <p:cNvSpPr txBox="1"/>
          <p:nvPr/>
        </p:nvSpPr>
        <p:spPr>
          <a:xfrm>
            <a:off x="18037608" y="12518380"/>
            <a:ext cx="5680220" cy="664797"/>
          </a:xfrm>
          <a:prstGeom prst="rect">
            <a:avLst/>
          </a:prstGeom>
          <a:noFill/>
          <a:ln w="12700">
            <a:noFill/>
          </a:ln>
        </p:spPr>
        <p:txBody>
          <a:bodyPr wrap="square" lIns="45719" rIns="45719" anchor="t">
            <a:spAutoFit/>
          </a:bodyPr>
          <a:lstStyle/>
          <a:p>
            <a:pPr marL="0" marR="0" lvl="0" indent="0" algn="ctr" defTabSz="8255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alpha val="50000"/>
                  </a:prstClr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sym typeface="Arial" panose="020B0604020202020204"/>
              </a:rPr>
              <a:t>Conﬁdential | </a:t>
            </a: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alpha val="50000"/>
                  </a:prstClr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sym typeface="Arial" panose="020B0604020202020204"/>
              </a:rPr>
              <a:t>保密文件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CC662F-4423-8DFF-971B-E8B570989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文本框 12">
            <a:extLst>
              <a:ext uri="{FF2B5EF4-FFF2-40B4-BE49-F238E27FC236}">
                <a16:creationId xmlns:a16="http://schemas.microsoft.com/office/drawing/2014/main" id="{5B17F8C1-CFD8-1314-B9D2-44E259DAA423}"/>
              </a:ext>
            </a:extLst>
          </p:cNvPr>
          <p:cNvSpPr txBox="1"/>
          <p:nvPr/>
        </p:nvSpPr>
        <p:spPr>
          <a:xfrm>
            <a:off x="17508939" y="294769"/>
            <a:ext cx="6153549" cy="769439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algn="r" fontAlgn="auto" hangingPunct="0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4400" b="1">
                <a:solidFill>
                  <a:srgbClr val="366092"/>
                </a:solidFill>
                <a:latin typeface="Times New Roman"/>
                <a:ea typeface="Times New Roman"/>
                <a:cs typeface="Times New Roman"/>
                <a:sym typeface="Arial" panose="020B0604020202020204"/>
              </a:rPr>
              <a:t>Overall Execution Plan</a:t>
            </a:r>
            <a:endParaRPr lang="en-US" sz="4400" b="1">
              <a:solidFill>
                <a:srgbClr val="366092"/>
              </a:solidFill>
              <a:latin typeface="Times New Roman"/>
              <a:ea typeface="Times New Roman"/>
              <a:cs typeface="Times New Roman"/>
              <a:sym typeface="Arial" panose="020B0604020202020204"/>
            </a:endParaRPr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8220275"/>
              </p:ext>
            </p:extLst>
          </p:nvPr>
        </p:nvGraphicFramePr>
        <p:xfrm>
          <a:off x="1668380" y="1941091"/>
          <a:ext cx="21175578" cy="10826763"/>
        </p:xfrm>
        <a:graphic>
          <a:graphicData uri="http://schemas.openxmlformats.org/drawingml/2006/table">
            <a:tbl>
              <a:tblPr/>
              <a:tblGrid>
                <a:gridCol w="1375201">
                  <a:extLst>
                    <a:ext uri="{9D8B030D-6E8A-4147-A177-3AD203B41FA5}">
                      <a16:colId xmlns:a16="http://schemas.microsoft.com/office/drawing/2014/main" val="301660947"/>
                    </a:ext>
                  </a:extLst>
                </a:gridCol>
                <a:gridCol w="3067756">
                  <a:extLst>
                    <a:ext uri="{9D8B030D-6E8A-4147-A177-3AD203B41FA5}">
                      <a16:colId xmlns:a16="http://schemas.microsoft.com/office/drawing/2014/main" val="1670246615"/>
                    </a:ext>
                  </a:extLst>
                </a:gridCol>
                <a:gridCol w="5422582">
                  <a:extLst>
                    <a:ext uri="{9D8B030D-6E8A-4147-A177-3AD203B41FA5}">
                      <a16:colId xmlns:a16="http://schemas.microsoft.com/office/drawing/2014/main" val="4117994617"/>
                    </a:ext>
                  </a:extLst>
                </a:gridCol>
                <a:gridCol w="4955709">
                  <a:extLst>
                    <a:ext uri="{9D8B030D-6E8A-4147-A177-3AD203B41FA5}">
                      <a16:colId xmlns:a16="http://schemas.microsoft.com/office/drawing/2014/main" val="959778149"/>
                    </a:ext>
                  </a:extLst>
                </a:gridCol>
                <a:gridCol w="3754436">
                  <a:extLst>
                    <a:ext uri="{9D8B030D-6E8A-4147-A177-3AD203B41FA5}">
                      <a16:colId xmlns:a16="http://schemas.microsoft.com/office/drawing/2014/main" val="3588922444"/>
                    </a:ext>
                  </a:extLst>
                </a:gridCol>
                <a:gridCol w="2599894">
                  <a:extLst>
                    <a:ext uri="{9D8B030D-6E8A-4147-A177-3AD203B41FA5}">
                      <a16:colId xmlns:a16="http://schemas.microsoft.com/office/drawing/2014/main" val="1151153160"/>
                    </a:ext>
                  </a:extLst>
                </a:gridCol>
              </a:tblGrid>
              <a:tr h="769923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Step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BC2E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Equipment No.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BC2E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Material / Size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BC2E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Line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BC2E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Current Status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BC2E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Planned Completion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BC2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6472223"/>
                  </a:ext>
                </a:extLst>
              </a:tr>
              <a:tr h="358413">
                <a:tc rowSpan="17">
                  <a:txBody>
                    <a:bodyPr/>
                    <a:lstStyle/>
                    <a:p>
                      <a:pPr algn="ctr" fontAlgn="ctr"/>
                      <a:r>
                        <a:rPr 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Step 1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TJ4S-1213-AT08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Glass-lined agitated tank, 500 L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Toluene line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In progress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Oct 10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8703146"/>
                  </a:ext>
                </a:extLst>
              </a:tr>
              <a:tr h="351775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TJ4S-1213-R23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Glass-lined reactor, 2000 L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DMF line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In progress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Oct 10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60531561"/>
                  </a:ext>
                </a:extLst>
              </a:tr>
              <a:tr h="285403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rowSpan="10"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TJ4S-1213-Sy12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10"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Hastelloy solid-phase peptide synthesizer, 2000 L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Deprotection solution line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In progress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Oct 10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33573618"/>
                  </a:ext>
                </a:extLst>
              </a:tr>
              <a:tr h="285403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Toluene line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In progress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Oct 10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23058495"/>
                  </a:ext>
                </a:extLst>
              </a:tr>
              <a:tr h="285403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1213-AT08 line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PTFE-lined, not applicable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N/A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27172741"/>
                  </a:ext>
                </a:extLst>
              </a:tr>
              <a:tr h="285403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MTBE line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In progress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Oct 10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53830667"/>
                  </a:ext>
                </a:extLst>
              </a:tr>
              <a:tr h="285403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DMF line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In progress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Oct 10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87588032"/>
                  </a:ext>
                </a:extLst>
              </a:tr>
              <a:tr h="285403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IPAC line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In progress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Oct 10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65424518"/>
                  </a:ext>
                </a:extLst>
              </a:tr>
              <a:tr h="285403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1213-R23 reactor line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In progress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Oct 10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21616831"/>
                  </a:ext>
                </a:extLst>
              </a:tr>
              <a:tr h="285403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Activation tank to synthesizer transfer line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Completed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N/A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17437207"/>
                  </a:ext>
                </a:extLst>
              </a:tr>
              <a:tr h="285403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Non-dedicated solvent pump line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Completed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Completed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73945170"/>
                  </a:ext>
                </a:extLst>
              </a:tr>
              <a:tr h="285403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Head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In progress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Oct 7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16938148"/>
                  </a:ext>
                </a:extLst>
              </a:tr>
              <a:tr h="318588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rowSpan="5"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TJ4S-1213-Sy12-R01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5"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316L activation reactor, 1000 L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MTBE line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In progress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Oct 10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1774938"/>
                  </a:ext>
                </a:extLst>
              </a:tr>
              <a:tr h="318588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DMF line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In progress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Oct 10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54995173"/>
                  </a:ext>
                </a:extLst>
              </a:tr>
              <a:tr h="318588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IPAC line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In progress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Oct 10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31042683"/>
                  </a:ext>
                </a:extLst>
              </a:tr>
              <a:tr h="318588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Recirculation cleaning line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Completed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N/A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31822124"/>
                  </a:ext>
                </a:extLst>
              </a:tr>
              <a:tr h="318588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Head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In progress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Oct 8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62253165"/>
                  </a:ext>
                </a:extLst>
              </a:tr>
              <a:tr h="384962">
                <a:tc rowSpan="12">
                  <a:txBody>
                    <a:bodyPr/>
                    <a:lstStyle/>
                    <a:p>
                      <a:pPr algn="ctr" fontAlgn="ctr"/>
                      <a:r>
                        <a:rPr 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Step 2</a:t>
                      </a:r>
                    </a:p>
                  </a:txBody>
                  <a:tcPr marL="5962" marR="5962" marT="5962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TJ4S-1213-R10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Glass-lined reactor, 2000 L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N/A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Glass-lined / PTFE-lined piping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N/A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3458019"/>
                  </a:ext>
                </a:extLst>
              </a:tr>
              <a:tr h="384962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TJ4S-1213-R09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Glass-lined reactor, 2000 L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TJ4S-1213-R10 transfer line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PTFE-lined, not applicable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N/A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7842606"/>
                  </a:ext>
                </a:extLst>
              </a:tr>
              <a:tr h="384962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TJ4S-1200-F04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Hastelloy pressure filter, DN900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TJ4S-1213-R09 transfer line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PTFE-lined, not applicable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N/A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88382160"/>
                  </a:ext>
                </a:extLst>
              </a:tr>
              <a:tr h="384962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Head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In progress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Oct 8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68521370"/>
                  </a:ext>
                </a:extLst>
              </a:tr>
              <a:tr h="384962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rowSpan="3"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TJ4S-1213-AT06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3"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Stainless steel agitated tank, 3000 L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MTBE line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In progress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Oct 10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0068782"/>
                  </a:ext>
                </a:extLst>
              </a:tr>
              <a:tr h="384962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Self-recirculation line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In progress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Oct 12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75506419"/>
                  </a:ext>
                </a:extLst>
              </a:tr>
              <a:tr h="384962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Head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In progress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Oct 9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5020243"/>
                  </a:ext>
                </a:extLst>
              </a:tr>
              <a:tr h="384962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rowSpan="3"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TJ4S-1213-R15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3"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Hastelloy reactor, 8000 L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TJ4S-1213-AT06 transfer line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In progress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Oct 10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1387169"/>
                  </a:ext>
                </a:extLst>
              </a:tr>
              <a:tr h="384962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TJ4S-1200-F04 transfer line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PTFE-lined, not applicable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N/A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1216246"/>
                  </a:ext>
                </a:extLst>
              </a:tr>
              <a:tr h="384962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Head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In progress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Oct 9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3532499"/>
                  </a:ext>
                </a:extLst>
              </a:tr>
              <a:tr h="384962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TJ4S-1212-FD06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Hastelloy agitated filter dryer (AFD), DN1600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TJ4S-1213-R15 transfer line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N/A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N/A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83589340"/>
                  </a:ext>
                </a:extLst>
              </a:tr>
              <a:tr h="411510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Head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In progress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Oct 9</a:t>
                      </a:r>
                    </a:p>
                  </a:txBody>
                  <a:tcPr marL="5962" marR="5962" marT="5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924284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80172586"/>
      </p:ext>
    </p:extLst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0A5020-91A9-8370-ECF8-B13CDD637D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文本框 12">
            <a:extLst>
              <a:ext uri="{FF2B5EF4-FFF2-40B4-BE49-F238E27FC236}">
                <a16:creationId xmlns:a16="http://schemas.microsoft.com/office/drawing/2014/main" id="{E7251490-9354-4198-50DA-E50EBCF6764E}"/>
              </a:ext>
            </a:extLst>
          </p:cNvPr>
          <p:cNvSpPr txBox="1"/>
          <p:nvPr/>
        </p:nvSpPr>
        <p:spPr>
          <a:xfrm>
            <a:off x="15195143" y="294769"/>
            <a:ext cx="8686050" cy="769439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algn="r" fontAlgn="auto" hangingPunct="0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4400" b="1">
                <a:solidFill>
                  <a:srgbClr val="366092"/>
                </a:solidFill>
                <a:latin typeface="Times New Roman"/>
                <a:ea typeface="Times New Roman"/>
                <a:cs typeface="Times New Roman"/>
                <a:sym typeface="Arial" panose="020B0604020202020204"/>
              </a:rPr>
              <a:t>Weld Inspection Photo Summary</a:t>
            </a:r>
            <a:endParaRPr lang="en-US" sz="4400" b="1">
              <a:solidFill>
                <a:srgbClr val="366092"/>
              </a:solidFill>
              <a:latin typeface="Times New Roman"/>
              <a:ea typeface="Times New Roman"/>
              <a:cs typeface="Times New Roman"/>
              <a:sym typeface="Arial" panose="020B0604020202020204"/>
            </a:endParaRPr>
          </a:p>
        </p:txBody>
      </p:sp>
      <p:graphicFrame>
        <p:nvGraphicFramePr>
          <p:cNvPr id="14" name="Weld photo table"/>
          <p:cNvGraphicFramePr>
            <a:graphicFrameLocks noGrp="1"/>
          </p:cNvGraphicFramePr>
          <p:nvPr/>
        </p:nvGraphicFramePr>
        <p:xfrm>
          <a:off x="900000" y="1870000"/>
          <a:ext cx="22600000" cy="108800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900000"/>
                <a:gridCol w="2650000"/>
                <a:gridCol w="1900000"/>
                <a:gridCol w="2700000"/>
                <a:gridCol w="3350000"/>
                <a:gridCol w="3700000"/>
                <a:gridCol w="3700000"/>
                <a:gridCol w="3700000"/>
              </a:tblGrid>
              <a:tr h="900000">
                <a:tc gridSpan="8">
                  <a:txBody>
                    <a:bodyPr wrap="square"/>
                    <a:lstStyle/>
                    <a:p>
                      <a:pPr algn="ctr"/>
                      <a:r>
                        <a:rPr sz="2400" b="1" lang="en-US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Weld Inspection Photos of Equipment and Facilities: Details and Rationale</a:t>
                      </a:r>
                    </a:p>
                  </a:txBody>
                  <a:tcPr anchor="ctr" marL="70000" marR="70000" marT="40000" marB="40000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9BC2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900000">
                <a:tc>
                  <a:txBody>
                    <a:bodyPr wrap="square"/>
                    <a:lstStyle/>
                    <a:p>
                      <a:pPr algn="ctr"/>
                      <a:r>
                        <a:rPr sz="2000" b="1" lang="en-US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No.</a:t>
                      </a:r>
                    </a:p>
                  </a:txBody>
                  <a:tcPr anchor="ctr" marL="70000" marR="70000" marT="40000" marB="40000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1" lang="en-US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Piping / Fitting Category</a:t>
                      </a:r>
                    </a:p>
                  </a:txBody>
                  <a:tcPr anchor="ctr" marL="70000" marR="70000" marT="40000" marB="40000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1" lang="en-US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Weld Type</a:t>
                      </a:r>
                    </a:p>
                  </a:txBody>
                  <a:tcPr anchor="ctr" marL="70000" marR="70000" marT="40000" marB="40000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1" lang="en-US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Inspection Approach</a:t>
                      </a:r>
                    </a:p>
                  </a:txBody>
                  <a:tcPr anchor="ctr" marL="70000" marR="70000" marT="40000" marB="40000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1" lang="en-US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Assessment</a:t>
                      </a:r>
                    </a:p>
                  </a:txBody>
                  <a:tcPr anchor="ctr" marL="70000" marR="70000" marT="40000" marB="40000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1" lang="en-US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External Surface Photo</a:t>
                      </a:r>
                    </a:p>
                  </a:txBody>
                  <a:tcPr anchor="ctr" marL="70000" marR="70000" marT="40000" marB="40000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1" lang="en-US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Borescope Photo</a:t>
                      </a:r>
                    </a:p>
                  </a:txBody>
                  <a:tcPr anchor="ctr" marL="70000" marR="70000" marT="40000" marB="40000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1" lang="en-US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Acceptance Record</a:t>
                      </a:r>
                    </a:p>
                  </a:txBody>
                  <a:tcPr anchor="ctr" marL="70000" marR="70000" marT="40000" marB="40000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BDD7EE"/>
                    </a:solidFill>
                  </a:tcPr>
                </a:tc>
              </a:tr>
              <a:tr h="4540000">
                <a:tc>
                  <a:txBody>
                    <a:bodyPr wrap="square"/>
                    <a:lstStyle/>
                    <a:p>
                      <a:pPr algn="ctr"/>
                      <a:r>
                        <a:rPr sz="2200" b="1" lang="en-US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</a:t>
                      </a:r>
                    </a:p>
                  </a:txBody>
                  <a:tcPr anchor="ctr" marL="70000" marR="70000" marT="40000" marB="40000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lang="en-US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Standard piping</a:t>
                      </a:r>
                    </a:p>
                    <a:p>
                      <a:pPr algn="ctr"/>
                      <a:r>
                        <a:rPr sz="2200" b="0" lang="en-US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(spools assembled per process requirements)</a:t>
                      </a:r>
                    </a:p>
                  </a:txBody>
                  <a:tcPr anchor="ctr" marL="70000" marR="70000" marT="40000" marB="40000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lang="en-US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Manual weld</a:t>
                      </a:r>
                    </a:p>
                  </a:txBody>
                  <a:tcPr anchor="ctr" marL="70000" marR="70000" marT="40000" marB="40000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lang="en-US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Not inspected</a:t>
                      </a:r>
                    </a:p>
                  </a:txBody>
                  <a:tcPr anchor="ctr" marL="70000" marR="70000" marT="40000" marB="40000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2200" b="0" lang="en-US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Standard piping is cleaned, accepted and released by QA before installation. Because it is inspected and released before every installation, it is not included in this inspection.</a:t>
                      </a:r>
                    </a:p>
                  </a:txBody>
                  <a:tcPr anchor="ctr" marL="70000" marR="70000" marT="40000" marB="40000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lang="en-US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N/A</a:t>
                      </a:r>
                    </a:p>
                  </a:txBody>
                  <a:tcPr anchor="ctr" marL="70000" marR="70000" marT="40000" marB="40000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lang="en-US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N/A</a:t>
                      </a:r>
                    </a:p>
                  </a:txBody>
                  <a:tcPr anchor="ctr" marL="70000" marR="70000" marT="40000" marB="40000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lang="en-US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/>
                      </a:r>
                    </a:p>
                  </a:txBody>
                  <a:tcPr anchor="ctr" marL="70000" marR="70000" marT="40000" marB="40000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40000">
                <a:tc>
                  <a:txBody>
                    <a:bodyPr wrap="square"/>
                    <a:lstStyle/>
                    <a:p>
                      <a:pPr algn="ctr"/>
                      <a:r>
                        <a:rPr sz="2200" b="1" lang="en-US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</a:t>
                      </a:r>
                    </a:p>
                  </a:txBody>
                  <a:tcPr anchor="ctr" marL="70000" marR="70000" marT="40000" marB="40000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lang="en-US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Fixed inter-equipment transfer piping</a:t>
                      </a:r>
                    </a:p>
                    <a:p>
                      <a:pPr algn="ctr"/>
                      <a:r>
                        <a:rPr sz="2200" b="0" lang="en-US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(installed together with the equipment)</a:t>
                      </a:r>
                    </a:p>
                  </a:txBody>
                  <a:tcPr anchor="ctr" marL="70000" marR="70000" marT="40000" marB="40000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lang="en-US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Manual weld</a:t>
                      </a:r>
                    </a:p>
                  </a:txBody>
                  <a:tcPr anchor="ctr" marL="70000" marR="70000" marT="40000" marB="40000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lang="en-US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All dismantled for weld inspection</a:t>
                      </a:r>
                    </a:p>
                  </a:txBody>
                  <a:tcPr anchor="ctr" marL="70000" marR="70000" marT="40000" marB="40000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lang="en-US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N/A</a:t>
                      </a:r>
                    </a:p>
                  </a:txBody>
                  <a:tcPr anchor="ctr" marL="70000" marR="70000" marT="40000" marB="40000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lang="en-US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/>
                      </a:r>
                    </a:p>
                  </a:txBody>
                  <a:tcPr anchor="ctr" marL="70000" marR="70000" marT="40000" marB="40000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lang="en-US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/>
                      </a:r>
                    </a:p>
                  </a:txBody>
                  <a:tcPr anchor="ctr" marL="70000" marR="70000" marT="40000" marB="40000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lang="en-US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N/A</a:t>
                      </a:r>
                    </a:p>
                  </a:txBody>
                  <a:tcPr anchor="ctr" marL="70000" marR="70000" marT="40000" marB="40000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15" name="Picture 14" descr="image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16200000">
            <a:off x="20238667" y="4200000"/>
            <a:ext cx="2822666" cy="3480000"/>
          </a:xfrm>
          <a:prstGeom prst="rect">
            <a:avLst/>
          </a:prstGeom>
        </p:spPr>
      </p:pic>
      <p:pic>
        <p:nvPicPr>
          <p:cNvPr id="16" name="Picture 15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10000" y="8997906"/>
            <a:ext cx="3480000" cy="2964189"/>
          </a:xfrm>
          <a:prstGeom prst="rect">
            <a:avLst/>
          </a:prstGeom>
        </p:spPr>
      </p:pic>
      <p:pic>
        <p:nvPicPr>
          <p:cNvPr id="17" name="Picture 16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10000" y="9046478"/>
            <a:ext cx="3480000" cy="2867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6378434"/>
      </p:ext>
    </p:extLst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0A5020-91A9-8370-ECF8-B13CDD637D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文本框 12">
            <a:extLst>
              <a:ext uri="{FF2B5EF4-FFF2-40B4-BE49-F238E27FC236}">
                <a16:creationId xmlns:a16="http://schemas.microsoft.com/office/drawing/2014/main" id="{E7251490-9354-4198-50DA-E50EBCF6764E}"/>
              </a:ext>
            </a:extLst>
          </p:cNvPr>
          <p:cNvSpPr txBox="1"/>
          <p:nvPr/>
        </p:nvSpPr>
        <p:spPr>
          <a:xfrm>
            <a:off x="15195143" y="294769"/>
            <a:ext cx="8686050" cy="769439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algn="r" fontAlgn="auto" hangingPunct="0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4400" b="1">
                <a:solidFill>
                  <a:srgbClr val="366092"/>
                </a:solidFill>
                <a:latin typeface="Times New Roman"/>
                <a:ea typeface="Times New Roman"/>
                <a:cs typeface="Times New Roman"/>
                <a:sym typeface="Arial" panose="020B0604020202020204"/>
              </a:rPr>
              <a:t>Weld Inspection Photo Summary</a:t>
            </a:r>
            <a:endParaRPr lang="en-US" sz="4400" b="1">
              <a:solidFill>
                <a:srgbClr val="366092"/>
              </a:solidFill>
              <a:latin typeface="Times New Roman"/>
              <a:ea typeface="Times New Roman"/>
              <a:cs typeface="Times New Roman"/>
              <a:sym typeface="Arial" panose="020B0604020202020204"/>
            </a:endParaRPr>
          </a:p>
        </p:txBody>
      </p:sp>
      <p:graphicFrame>
        <p:nvGraphicFramePr>
          <p:cNvPr id="14" name="Weld photo table"/>
          <p:cNvGraphicFramePr>
            <a:graphicFrameLocks noGrp="1"/>
          </p:cNvGraphicFramePr>
          <p:nvPr/>
        </p:nvGraphicFramePr>
        <p:xfrm>
          <a:off x="900000" y="1870000"/>
          <a:ext cx="22600000" cy="99800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900000"/>
                <a:gridCol w="2650000"/>
                <a:gridCol w="1900000"/>
                <a:gridCol w="2700000"/>
                <a:gridCol w="3350000"/>
                <a:gridCol w="3700000"/>
                <a:gridCol w="3700000"/>
                <a:gridCol w="3700000"/>
              </a:tblGrid>
              <a:tr h="900000">
                <a:tc>
                  <a:txBody>
                    <a:bodyPr wrap="square"/>
                    <a:lstStyle/>
                    <a:p>
                      <a:pPr algn="ctr"/>
                      <a:r>
                        <a:rPr sz="2000" b="1" lang="en-US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No.</a:t>
                      </a:r>
                    </a:p>
                  </a:txBody>
                  <a:tcPr anchor="ctr" marL="70000" marR="70000" marT="40000" marB="40000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1" lang="en-US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Piping / Fitting Category</a:t>
                      </a:r>
                    </a:p>
                  </a:txBody>
                  <a:tcPr anchor="ctr" marL="70000" marR="70000" marT="40000" marB="40000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1" lang="en-US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Weld Type</a:t>
                      </a:r>
                    </a:p>
                  </a:txBody>
                  <a:tcPr anchor="ctr" marL="70000" marR="70000" marT="40000" marB="40000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1" lang="en-US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Inspection Approach</a:t>
                      </a:r>
                    </a:p>
                  </a:txBody>
                  <a:tcPr anchor="ctr" marL="70000" marR="70000" marT="40000" marB="40000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1" lang="en-US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Assessment</a:t>
                      </a:r>
                    </a:p>
                  </a:txBody>
                  <a:tcPr anchor="ctr" marL="70000" marR="70000" marT="40000" marB="40000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1" lang="en-US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External Surface Photo</a:t>
                      </a:r>
                    </a:p>
                  </a:txBody>
                  <a:tcPr anchor="ctr" marL="70000" marR="70000" marT="40000" marB="40000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1" lang="en-US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Borescope Photo</a:t>
                      </a:r>
                    </a:p>
                  </a:txBody>
                  <a:tcPr anchor="ctr" marL="70000" marR="70000" marT="40000" marB="40000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1" lang="en-US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Acceptance Record</a:t>
                      </a:r>
                    </a:p>
                  </a:txBody>
                  <a:tcPr anchor="ctr" marL="70000" marR="70000" marT="40000" marB="40000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BDD7EE"/>
                    </a:solidFill>
                  </a:tcPr>
                </a:tc>
              </a:tr>
              <a:tr h="4540000">
                <a:tc>
                  <a:txBody>
                    <a:bodyPr wrap="square"/>
                    <a:lstStyle/>
                    <a:p>
                      <a:pPr algn="ctr"/>
                      <a:r>
                        <a:rPr sz="2200" b="1" lang="en-US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</a:t>
                      </a:r>
                    </a:p>
                  </a:txBody>
                  <a:tcPr anchor="ctr" marL="70000" marR="70000" marT="40000" marB="40000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 rowSpan="2">
                  <a:txBody>
                    <a:bodyPr wrap="square"/>
                    <a:lstStyle/>
                    <a:p>
                      <a:pPr algn="ctr"/>
                      <a:r>
                        <a:rPr sz="2200" b="0" lang="en-US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Standard fittings</a:t>
                      </a:r>
                    </a:p>
                    <a:p>
                      <a:pPr algn="ctr"/>
                      <a:r>
                        <a:rPr sz="2200" b="0" lang="en-US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(incl. in-house fabricated)</a:t>
                      </a:r>
                    </a:p>
                  </a:txBody>
                  <a:tcPr anchor="ctr" marL="70000" marR="70000" marT="40000" marB="40000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lang="en-US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Automatic weld</a:t>
                      </a:r>
                    </a:p>
                  </a:txBody>
                  <a:tcPr anchor="ctr" marL="70000" marR="70000" marT="40000" marB="40000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lang="en-US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20% sampling inspection</a:t>
                      </a:r>
                    </a:p>
                  </a:txBody>
                  <a:tcPr anchor="ctr" marL="70000" marR="70000" marT="40000" marB="40000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2200" b="0" lang="en-US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Standard fittings are automatically welded and polished.</a:t>
                      </a:r>
                    </a:p>
                  </a:txBody>
                  <a:tcPr anchor="ctr" marL="70000" marR="70000" marT="40000" marB="40000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lang="en-US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/>
                      </a:r>
                    </a:p>
                  </a:txBody>
                  <a:tcPr anchor="ctr" marL="70000" marR="70000" marT="40000" marB="40000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lang="en-US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/>
                      </a:r>
                    </a:p>
                  </a:txBody>
                  <a:tcPr anchor="ctr" marL="70000" marR="70000" marT="40000" marB="40000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lang="en-US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N/A</a:t>
                      </a:r>
                    </a:p>
                  </a:txBody>
                  <a:tcPr anchor="ctr" marL="70000" marR="70000" marT="40000" marB="40000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40000">
                <a:tc>
                  <a:txBody>
                    <a:bodyPr wrap="square"/>
                    <a:lstStyle/>
                    <a:p>
                      <a:pPr algn="ctr"/>
                      <a:r>
                        <a:rPr sz="2200" b="1" lang="en-US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4</a:t>
                      </a:r>
                    </a:p>
                  </a:txBody>
                  <a:tcPr anchor="ctr" marL="70000" marR="70000" marT="40000" marB="40000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lang="en-US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Manual weld</a:t>
                      </a:r>
                    </a:p>
                  </a:txBody>
                  <a:tcPr anchor="ctr" marL="70000" marR="70000" marT="40000" marB="40000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lang="en-US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20% sampling inspection</a:t>
                      </a:r>
                    </a:p>
                  </a:txBody>
                  <a:tcPr anchor="ctr" marL="70000" marR="70000" marT="40000" marB="40000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2200" b="0" lang="en-US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In-house fabricated fittings are polished; the overall weld finishing standard is high, so the likelihood of nonconformance is low.</a:t>
                      </a:r>
                    </a:p>
                  </a:txBody>
                  <a:tcPr anchor="ctr" marL="70000" marR="70000" marT="40000" marB="40000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lang="en-US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/>
                      </a:r>
                    </a:p>
                  </a:txBody>
                  <a:tcPr anchor="ctr" marL="70000" marR="70000" marT="40000" marB="40000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lang="en-US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/>
                      </a:r>
                    </a:p>
                  </a:txBody>
                  <a:tcPr anchor="ctr" marL="70000" marR="70000" marT="40000" marB="40000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lang="en-US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N/A</a:t>
                      </a:r>
                    </a:p>
                  </a:txBody>
                  <a:tcPr anchor="ctr" marL="70000" marR="70000" marT="40000" marB="40000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15" name="Picture 14" descr="image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10000" y="3532232"/>
            <a:ext cx="3480000" cy="3015537"/>
          </a:xfrm>
          <a:prstGeom prst="rect">
            <a:avLst/>
          </a:prstGeom>
        </p:spPr>
      </p:pic>
      <p:pic>
        <p:nvPicPr>
          <p:cNvPr id="16" name="Picture 15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10000" y="3587744"/>
            <a:ext cx="3480000" cy="2904513"/>
          </a:xfrm>
          <a:prstGeom prst="rect">
            <a:avLst/>
          </a:prstGeom>
        </p:spPr>
      </p:pic>
      <p:pic>
        <p:nvPicPr>
          <p:cNvPr id="17" name="Picture 16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510000" y="8164800"/>
            <a:ext cx="3480000" cy="2830400"/>
          </a:xfrm>
          <a:prstGeom prst="rect">
            <a:avLst/>
          </a:prstGeom>
        </p:spPr>
      </p:pic>
      <p:pic>
        <p:nvPicPr>
          <p:cNvPr id="18" name="Picture 17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10000" y="8191223"/>
            <a:ext cx="3480000" cy="27775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0266156"/>
      </p:ext>
    </p:extLst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0A5020-91A9-8370-ECF8-B13CDD637D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文本框 12">
            <a:extLst>
              <a:ext uri="{FF2B5EF4-FFF2-40B4-BE49-F238E27FC236}">
                <a16:creationId xmlns:a16="http://schemas.microsoft.com/office/drawing/2014/main" id="{E7251490-9354-4198-50DA-E50EBCF6764E}"/>
              </a:ext>
            </a:extLst>
          </p:cNvPr>
          <p:cNvSpPr txBox="1"/>
          <p:nvPr/>
        </p:nvSpPr>
        <p:spPr>
          <a:xfrm>
            <a:off x="15195143" y="294769"/>
            <a:ext cx="8686050" cy="769439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algn="r" fontAlgn="auto" hangingPunct="0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4400" b="1">
                <a:solidFill>
                  <a:srgbClr val="366092"/>
                </a:solidFill>
                <a:latin typeface="Times New Roman"/>
                <a:ea typeface="Times New Roman"/>
                <a:cs typeface="Times New Roman"/>
                <a:sym typeface="Arial" panose="020B0604020202020204"/>
              </a:rPr>
              <a:t>Weld Inspection Photo Summary</a:t>
            </a:r>
            <a:endParaRPr lang="en-US" sz="4400" b="1">
              <a:solidFill>
                <a:srgbClr val="366092"/>
              </a:solidFill>
              <a:latin typeface="Times New Roman"/>
              <a:ea typeface="Times New Roman"/>
              <a:cs typeface="Times New Roman"/>
              <a:sym typeface="Arial" panose="020B0604020202020204"/>
            </a:endParaRPr>
          </a:p>
        </p:txBody>
      </p:sp>
      <p:graphicFrame>
        <p:nvGraphicFramePr>
          <p:cNvPr id="14" name="Weld photo table"/>
          <p:cNvGraphicFramePr>
            <a:graphicFrameLocks noGrp="1"/>
          </p:cNvGraphicFramePr>
          <p:nvPr/>
        </p:nvGraphicFramePr>
        <p:xfrm>
          <a:off x="900000" y="1870000"/>
          <a:ext cx="22600000" cy="108900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900000"/>
                <a:gridCol w="2650000"/>
                <a:gridCol w="1900000"/>
                <a:gridCol w="2700000"/>
                <a:gridCol w="3350000"/>
                <a:gridCol w="3700000"/>
                <a:gridCol w="3700000"/>
                <a:gridCol w="3700000"/>
              </a:tblGrid>
              <a:tr h="900000">
                <a:tc>
                  <a:txBody>
                    <a:bodyPr wrap="square"/>
                    <a:lstStyle/>
                    <a:p>
                      <a:pPr algn="ctr"/>
                      <a:r>
                        <a:rPr sz="2000" b="1" lang="en-US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No.</a:t>
                      </a:r>
                    </a:p>
                  </a:txBody>
                  <a:tcPr anchor="ctr" marL="70000" marR="70000" marT="40000" marB="40000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1" lang="en-US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Piping / Fitting Category</a:t>
                      </a:r>
                    </a:p>
                  </a:txBody>
                  <a:tcPr anchor="ctr" marL="70000" marR="70000" marT="40000" marB="40000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1" lang="en-US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Weld Type</a:t>
                      </a:r>
                    </a:p>
                  </a:txBody>
                  <a:tcPr anchor="ctr" marL="70000" marR="70000" marT="40000" marB="40000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1" lang="en-US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Inspection Approach</a:t>
                      </a:r>
                    </a:p>
                  </a:txBody>
                  <a:tcPr anchor="ctr" marL="70000" marR="70000" marT="40000" marB="40000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1" lang="en-US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Assessment</a:t>
                      </a:r>
                    </a:p>
                  </a:txBody>
                  <a:tcPr anchor="ctr" marL="70000" marR="70000" marT="40000" marB="40000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1" lang="en-US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External Surface Photo</a:t>
                      </a:r>
                    </a:p>
                  </a:txBody>
                  <a:tcPr anchor="ctr" marL="70000" marR="70000" marT="40000" marB="40000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1" lang="en-US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Borescope Photo</a:t>
                      </a:r>
                    </a:p>
                  </a:txBody>
                  <a:tcPr anchor="ctr" marL="70000" marR="70000" marT="40000" marB="40000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1" lang="en-US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Acceptance Record</a:t>
                      </a:r>
                    </a:p>
                  </a:txBody>
                  <a:tcPr anchor="ctr" marL="70000" marR="70000" marT="40000" marB="40000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BDD7EE"/>
                    </a:solidFill>
                  </a:tcPr>
                </a:tc>
              </a:tr>
              <a:tr h="3330000">
                <a:tc>
                  <a:txBody>
                    <a:bodyPr wrap="square"/>
                    <a:lstStyle/>
                    <a:p>
                      <a:pPr algn="ctr"/>
                      <a:r>
                        <a:rPr sz="2200" b="1" lang="en-US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5</a:t>
                      </a:r>
                    </a:p>
                  </a:txBody>
                  <a:tcPr anchor="ctr" marL="70000" marR="70000" marT="40000" marB="40000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lang="en-US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Equipment nozzles (Head)</a:t>
                      </a:r>
                    </a:p>
                  </a:txBody>
                  <a:tcPr anchor="ctr" marL="70000" marR="70000" marT="40000" marB="40000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lang="en-US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Manual weld</a:t>
                      </a:r>
                    </a:p>
                  </a:txBody>
                  <a:tcPr anchor="ctr" marL="70000" marR="70000" marT="40000" marB="40000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lang="en-US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Inspected from the head up to the first valve</a:t>
                      </a:r>
                    </a:p>
                  </a:txBody>
                  <a:tcPr anchor="ctr" marL="70000" marR="70000" marT="40000" marB="40000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lang="en-US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N/A</a:t>
                      </a:r>
                    </a:p>
                  </a:txBody>
                  <a:tcPr anchor="ctr" marL="70000" marR="70000" marT="40000" marB="40000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lang="en-US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/>
                      </a:r>
                    </a:p>
                  </a:txBody>
                  <a:tcPr anchor="ctr" marL="70000" marR="70000" marT="40000" marB="40000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lang="en-US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/>
                      </a:r>
                    </a:p>
                  </a:txBody>
                  <a:tcPr anchor="ctr" marL="70000" marR="70000" marT="40000" marB="40000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lang="en-US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N/A</a:t>
                      </a:r>
                    </a:p>
                  </a:txBody>
                  <a:tcPr anchor="ctr" marL="70000" marR="70000" marT="40000" marB="40000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330000">
                <a:tc>
                  <a:txBody>
                    <a:bodyPr wrap="square"/>
                    <a:lstStyle/>
                    <a:p>
                      <a:pPr algn="ctr"/>
                      <a:r>
                        <a:rPr sz="2200" b="1" lang="en-US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6</a:t>
                      </a:r>
                    </a:p>
                  </a:txBody>
                  <a:tcPr anchor="ctr" marL="70000" marR="70000" marT="40000" marB="40000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lang="en-US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Solvent piping</a:t>
                      </a:r>
                    </a:p>
                  </a:txBody>
                  <a:tcPr anchor="ctr" marL="70000" marR="70000" marT="40000" marB="40000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lang="en-US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Manual weld</a:t>
                      </a:r>
                    </a:p>
                  </a:txBody>
                  <a:tcPr anchor="ctr" marL="70000" marR="70000" marT="40000" marB="40000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lang="en-US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Borescope inspection from the head toward the main line, up to the maximum reach of the borescope</a:t>
                      </a:r>
                    </a:p>
                  </a:txBody>
                  <a:tcPr anchor="ctr" marL="70000" marR="70000" marT="40000" marB="40000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lang="en-US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N/A</a:t>
                      </a:r>
                    </a:p>
                  </a:txBody>
                  <a:tcPr anchor="ctr" marL="70000" marR="70000" marT="40000" marB="40000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lang="en-US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/>
                      </a:r>
                    </a:p>
                  </a:txBody>
                  <a:tcPr anchor="ctr" marL="70000" marR="70000" marT="40000" marB="40000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lang="en-US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/>
                      </a:r>
                    </a:p>
                  </a:txBody>
                  <a:tcPr anchor="ctr" marL="70000" marR="70000" marT="40000" marB="40000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lang="en-US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N/A</a:t>
                      </a:r>
                    </a:p>
                  </a:txBody>
                  <a:tcPr anchor="ctr" marL="70000" marR="70000" marT="40000" marB="40000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330000">
                <a:tc>
                  <a:txBody>
                    <a:bodyPr wrap="square"/>
                    <a:lstStyle/>
                    <a:p>
                      <a:pPr algn="ctr"/>
                      <a:r>
                        <a:rPr sz="2200" b="1" lang="en-US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7</a:t>
                      </a:r>
                    </a:p>
                  </a:txBody>
                  <a:tcPr anchor="ctr" marL="70000" marR="70000" marT="40000" marB="40000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lang="en-US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Category 3 and 4 piping</a:t>
                      </a:r>
                    </a:p>
                  </a:txBody>
                  <a:tcPr anchor="ctr" marL="70000" marR="70000" marT="40000" marB="40000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lang="en-US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Automatic and manual welds</a:t>
                      </a:r>
                    </a:p>
                  </a:txBody>
                  <a:tcPr anchor="ctr" marL="70000" marR="70000" marT="40000" marB="40000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lang="en-US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No additional inspection</a:t>
                      </a:r>
                    </a:p>
                  </a:txBody>
                  <a:tcPr anchor="ctr" marL="70000" marR="70000" marT="40000" marB="40000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2200" b="0" lang="en-US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Welds were inspected before the piping was installed (automatic welds 20%, manual welds 100%); the corresponding photos are archived.</a:t>
                      </a:r>
                    </a:p>
                  </a:txBody>
                  <a:tcPr anchor="ctr" marL="70000" marR="70000" marT="40000" marB="40000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lang="en-US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N/A</a:t>
                      </a:r>
                    </a:p>
                  </a:txBody>
                  <a:tcPr anchor="ctr" marL="70000" marR="70000" marT="40000" marB="40000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lang="en-US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N/A</a:t>
                      </a:r>
                    </a:p>
                  </a:txBody>
                  <a:tcPr anchor="ctr" marL="70000" marR="70000" marT="40000" marB="40000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 lang="en-US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N/A</a:t>
                      </a:r>
                    </a:p>
                  </a:txBody>
                  <a:tcPr anchor="ctr" marL="70000" marR="70000" marT="40000" marB="40000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15" name="Picture 14" descr="image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10000" y="2997609"/>
            <a:ext cx="3480000" cy="2874782"/>
          </a:xfrm>
          <a:prstGeom prst="rect">
            <a:avLst/>
          </a:prstGeom>
        </p:spPr>
      </p:pic>
      <p:pic>
        <p:nvPicPr>
          <p:cNvPr id="16" name="Picture 15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16529592" y="2695000"/>
            <a:ext cx="2840816" cy="3480000"/>
          </a:xfrm>
          <a:prstGeom prst="rect">
            <a:avLst/>
          </a:prstGeom>
        </p:spPr>
      </p:pic>
      <p:pic>
        <p:nvPicPr>
          <p:cNvPr id="17" name="Picture 16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12755120" y="6025000"/>
            <a:ext cx="2989761" cy="3480000"/>
          </a:xfrm>
          <a:prstGeom prst="rect">
            <a:avLst/>
          </a:prstGeom>
        </p:spPr>
      </p:pic>
      <p:pic>
        <p:nvPicPr>
          <p:cNvPr id="18" name="Picture 17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10000" y="6414459"/>
            <a:ext cx="3480000" cy="27010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5655128"/>
      </p:ext>
    </p:extLst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 bwMode="auto"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7" name="Text Box 3"/>
          <p:cNvSpPr txBox="1">
            <a:spLocks noChangeArrowheads="1"/>
          </p:cNvSpPr>
          <p:nvPr/>
        </p:nvSpPr>
        <p:spPr bwMode="auto">
          <a:xfrm>
            <a:off x="1981698" y="4845097"/>
            <a:ext cx="11151914" cy="184665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38100" tIns="38100" rIns="38100" bIns="38100">
            <a:spAutoFit/>
          </a:bodyPr>
          <a:lstStyle>
            <a:lvl1pPr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1pPr>
            <a:lvl2pPr marL="742950" indent="-285750"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2pPr>
            <a:lvl3pPr marL="1143000" indent="-228600"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3pPr>
            <a:lvl4pPr marL="1600200" indent="-228600"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4pPr>
            <a:lvl5pPr marL="2057400" indent="-228600"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5pPr>
            <a:lvl6pPr marL="2514600" indent="-228600" defTabSz="8255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6pPr>
            <a:lvl7pPr marL="2971800" indent="-228600" defTabSz="8255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7pPr>
            <a:lvl8pPr marL="3429000" indent="-228600" defTabSz="8255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8pPr>
            <a:lvl9pPr marL="3886200" indent="-228600" defTabSz="8255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9pPr>
          </a:lstStyle>
          <a:p>
            <a:pPr marL="0" marR="0" lvl="0" indent="0" algn="dist" defTabSz="825500" rtl="0" eaLnBrk="1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0" lang="en-US" sz="11500" b="1" i="0" u="none" strike="noStrike" kern="1200" cap="none" spc="0" normalizeH="0" baseline="0" noProof="0">
                <a:ln>
                  <a:noFill/>
                </a:ln>
                <a:solidFill>
                  <a:srgbClr val="386DB4"/>
                </a:solidFill>
                <a:effectLst/>
                <a:uLnTx/>
                <a:uFillTx/>
                <a:latin typeface="Times New Roman"/>
                <a:ea typeface="Times New Roman"/>
                <a:cs typeface="Times New Roman"/>
                <a:sym typeface="Impact" panose="020B0806030902050204" pitchFamily="34" charset="0"/>
              </a:rPr>
              <a:t>THANK YOU!</a:t>
            </a:r>
            <a:endParaRPr kumimoji="0" lang="en-US" sz="11500" b="1" i="0" u="none" strike="noStrike" kern="1200" cap="none" spc="0" normalizeH="0" baseline="0" noProof="0">
              <a:ln>
                <a:noFill/>
              </a:ln>
              <a:solidFill>
                <a:srgbClr val="386DB4"/>
              </a:solidFill>
              <a:effectLst/>
              <a:uLnTx/>
              <a:uFillTx/>
              <a:latin typeface="Times New Roman"/>
              <a:ea typeface="Times New Roman"/>
              <a:cs typeface="Times New Roman"/>
              <a:sym typeface="Impact" panose="020B0806030902050204" pitchFamily="34" charset="0"/>
            </a:endParaRPr>
          </a:p>
        </p:txBody>
      </p:sp>
      <p:pic>
        <p:nvPicPr>
          <p:cNvPr id="6148" name="图片 1" descr="2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8175625" y="2317750"/>
            <a:ext cx="7534275" cy="1503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ext Box 3"/>
          <p:cNvSpPr txBox="1">
            <a:spLocks noChangeArrowheads="1"/>
          </p:cNvSpPr>
          <p:nvPr/>
        </p:nvSpPr>
        <p:spPr bwMode="auto">
          <a:xfrm>
            <a:off x="2293754" y="6858000"/>
            <a:ext cx="6917387" cy="10002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38100" tIns="38100" rIns="38100" bIns="38100">
            <a:spAutoFit/>
          </a:bodyPr>
          <a:lstStyle>
            <a:lvl1pPr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1pPr>
            <a:lvl2pPr marL="742950" indent="-285750"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2pPr>
            <a:lvl3pPr marL="1143000" indent="-228600"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3pPr>
            <a:lvl4pPr marL="1600200" indent="-228600"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4pPr>
            <a:lvl5pPr marL="2057400" indent="-228600"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5pPr>
            <a:lvl6pPr marL="2514600" indent="-228600" defTabSz="8255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6pPr>
            <a:lvl7pPr marL="2971800" indent="-228600" defTabSz="8255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7pPr>
            <a:lvl8pPr marL="3429000" indent="-228600" defTabSz="8255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8pPr>
            <a:lvl9pPr marL="3886200" indent="-228600" defTabSz="8255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9pPr>
          </a:lstStyle>
          <a:p>
            <a:pPr marL="0" marR="0" lvl="0" indent="0" algn="l" defTabSz="825500" rtl="0" eaLnBrk="1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0" lang="en-US" altLang="zh-CN" sz="6000" b="0" i="0" u="none" strike="noStrike" kern="1200" cap="none" spc="0" normalizeH="0" baseline="0" noProof="0" dirty="0" err="1">
                <a:ln>
                  <a:noFill/>
                </a:ln>
                <a:solidFill>
                  <a:srgbClr val="386DB4"/>
                </a:solidFill>
                <a:effectLst/>
                <a:uLnTx/>
                <a:uFillTx/>
                <a:latin typeface="Arial" panose="020B0604020202020204" pitchFamily="34" charset="0"/>
                <a:ea typeface="宋体" pitchFamily="2" charset="-122"/>
                <a:cs typeface="Arial" panose="020B0604020202020204" pitchFamily="34" charset="0"/>
                <a:sym typeface="Impact" panose="020B0806030902050204" pitchFamily="34" charset="0"/>
              </a:rPr>
              <a:t>Asymchem</a:t>
            </a:r>
            <a:r>
              <a:rPr kumimoji="0" lang="zh-CN" altLang="en-US" sz="6000" b="0" i="0" u="none" strike="noStrike" kern="1200" cap="none" spc="0" normalizeH="0" baseline="0" noProof="0" dirty="0">
                <a:ln>
                  <a:noFill/>
                </a:ln>
                <a:solidFill>
                  <a:srgbClr val="386DB4"/>
                </a:solidFill>
                <a:effectLst/>
                <a:uLnTx/>
                <a:uFillTx/>
                <a:latin typeface="Arial" panose="020B0604020202020204" pitchFamily="34" charset="0"/>
                <a:ea typeface="宋体" pitchFamily="2" charset="-122"/>
                <a:cs typeface="Arial" panose="020B0604020202020204" pitchFamily="34" charset="0"/>
                <a:sym typeface="Impact" panose="020B0806030902050204" pitchFamily="34" charset="0"/>
              </a:rPr>
              <a:t> </a:t>
            </a:r>
            <a:r>
              <a:rPr kumimoji="0" lang="en-US" altLang="zh-CN" sz="6000" b="0" i="0" u="none" strike="noStrike" kern="1200" cap="none" spc="0" normalizeH="0" baseline="0" noProof="0" dirty="0">
                <a:ln>
                  <a:noFill/>
                </a:ln>
                <a:solidFill>
                  <a:srgbClr val="386DB4"/>
                </a:solidFill>
                <a:effectLst/>
                <a:uLnTx/>
                <a:uFillTx/>
                <a:latin typeface="Arial" panose="020B0604020202020204" pitchFamily="34" charset="0"/>
                <a:ea typeface="宋体" pitchFamily="2" charset="-122"/>
                <a:cs typeface="Arial" panose="020B0604020202020204" pitchFamily="34" charset="0"/>
                <a:sym typeface="Impact" panose="020B0806030902050204" pitchFamily="34" charset="0"/>
              </a:rPr>
              <a:t>Labs.</a:t>
            </a:r>
          </a:p>
        </p:txBody>
      </p:sp>
      <p:sp>
        <p:nvSpPr>
          <p:cNvPr id="10" name="Rectangle 111"/>
          <p:cNvSpPr txBox="1"/>
          <p:nvPr/>
        </p:nvSpPr>
        <p:spPr>
          <a:xfrm>
            <a:off x="1097040" y="12402700"/>
            <a:ext cx="12036572" cy="820609"/>
          </a:xfrm>
          <a:prstGeom prst="rect">
            <a:avLst/>
          </a:prstGeom>
          <a:noFill/>
          <a:ln w="12700">
            <a:noFill/>
          </a:ln>
        </p:spPr>
        <p:txBody>
          <a:bodyPr wrap="square" lIns="45719" rIns="45719" anchor="t">
            <a:spAutoFit/>
          </a:bodyPr>
          <a:lstStyle/>
          <a:p>
            <a:pPr lvl="0" algn="ctr" eaLnBrk="0" hangingPunct="0">
              <a:lnSpc>
                <a:spcPct val="150000"/>
              </a:lnSpc>
              <a:defRPr/>
            </a:pPr>
            <a:r>
              <a:rPr kumimoji="0" lang="en-US" altLang="zh-CN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sym typeface="Arial" panose="020B0604020202020204"/>
              </a:rPr>
              <a:t>www.asymchem.com     </a:t>
            </a:r>
            <a:r>
              <a:rPr lang="en-US" altLang="zh-CN" sz="3600" dirty="0">
                <a:solidFill>
                  <a:prstClr val="white"/>
                </a:solidFill>
                <a:latin typeface="Arial" panose="020B0604020202020204"/>
                <a:ea typeface="Arial" panose="020B0604020202020204"/>
                <a:sym typeface="Arial" panose="020B0604020202020204"/>
              </a:rPr>
              <a:t>Stock Code: 002821.SZ / 6821.HK</a:t>
            </a:r>
          </a:p>
        </p:txBody>
      </p:sp>
      <p:sp>
        <p:nvSpPr>
          <p:cNvPr id="11" name="Rectangle 111"/>
          <p:cNvSpPr txBox="1"/>
          <p:nvPr/>
        </p:nvSpPr>
        <p:spPr>
          <a:xfrm>
            <a:off x="18037608" y="12518380"/>
            <a:ext cx="5680220" cy="664797"/>
          </a:xfrm>
          <a:prstGeom prst="rect">
            <a:avLst/>
          </a:prstGeom>
          <a:noFill/>
          <a:ln w="12700">
            <a:noFill/>
          </a:ln>
        </p:spPr>
        <p:txBody>
          <a:bodyPr wrap="square" lIns="45719" rIns="45719" anchor="t">
            <a:spAutoFit/>
          </a:bodyPr>
          <a:lstStyle/>
          <a:p>
            <a:pPr marL="0" marR="0" lvl="0" indent="0" algn="ctr" defTabSz="8255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alpha val="50000"/>
                  </a:prstClr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sym typeface="Arial" panose="020B0604020202020204"/>
              </a:rPr>
              <a:t>Conﬁdential | </a:t>
            </a: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alpha val="50000"/>
                  </a:prstClr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sym typeface="Arial" panose="020B0604020202020204"/>
              </a:rPr>
              <a:t>保密文件</a:t>
            </a:r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663934" y="1591206"/>
            <a:ext cx="10360072" cy="179876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2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3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4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5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6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8.xml><?xml version="1.0" encoding="utf-8"?>
<a:theme xmlns:a="http://schemas.openxmlformats.org/drawingml/2006/main" name="10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9.xml><?xml version="1.0" encoding="utf-8"?>
<a:theme xmlns:a="http://schemas.openxmlformats.org/drawingml/2006/main" name="11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0.xml><?xml version="1.0" encoding="utf-8"?>
<a:theme xmlns:a="http://schemas.openxmlformats.org/drawingml/2006/main" name="7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1.xml><?xml version="1.0" encoding="utf-8"?>
<a:theme xmlns:a="http://schemas.openxmlformats.org/drawingml/2006/main" name="8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2.xml><?xml version="1.0" encoding="utf-8"?>
<a:theme xmlns:a="http://schemas.openxmlformats.org/drawingml/2006/main" name="9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3.xml><?xml version="1.0" encoding="utf-8"?>
<a:theme xmlns:a="http://schemas.openxmlformats.org/drawingml/2006/main" name="12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4.xml><?xml version="1.0" encoding="utf-8"?>
<a:theme xmlns:a="http://schemas.openxmlformats.org/drawingml/2006/main" name="13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5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077BF"/>
      </a:accent1>
      <a:accent2>
        <a:srgbClr val="D0CDD0"/>
      </a:accent2>
      <a:accent3>
        <a:srgbClr val="BDBEBD"/>
      </a:accent3>
      <a:accent4>
        <a:srgbClr val="ACAAAD"/>
      </a:accent4>
      <a:accent5>
        <a:srgbClr val="9B999C"/>
      </a:accent5>
      <a:accent6>
        <a:srgbClr val="545554"/>
      </a:accent6>
      <a:hlink>
        <a:srgbClr val="0000FF"/>
      </a:hlink>
      <a:folHlink>
        <a:srgbClr val="FF00FF"/>
      </a:folHlink>
    </a:clrScheme>
    <a:fontScheme name="White">
      <a:majorFont>
        <a:latin typeface="Helvetica"/>
        <a:ea typeface="Helvetica"/>
        <a:cs typeface="Helvetica"/>
      </a:majorFont>
      <a:minorFont>
        <a:latin typeface="Helvetica Neue"/>
        <a:ea typeface="Helvetica Neue"/>
        <a:cs typeface="Helvetica Neue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5">
            <a:alpha val="60000"/>
          </a:schemeClr>
        </a:solidFill>
        <a:ln w="12700" cap="flat">
          <a:noFill/>
          <a:miter lim="400000"/>
        </a:ln>
      </a:spPr>
      <a:bodyPr rot="0" spcFirstLastPara="1" vertOverflow="overflow" horzOverflow="overflow" vert="horz" wrap="square" lIns="38100" tIns="38100" rIns="38100" bIns="3810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3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Helvetica Light"/>
            <a:ea typeface="Helvetica Light"/>
            <a:cs typeface="Helvetica Light"/>
            <a:sym typeface="Helvetica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2000" b="0" i="0" u="none" strike="noStrike" cap="none" spc="0" normalizeH="0" baseline="0">
            <a:ln>
              <a:noFill/>
            </a:ln>
            <a:solidFill>
              <a:srgbClr val="252D30"/>
            </a:solidFill>
            <a:effectLst/>
            <a:uFillTx/>
            <a:latin typeface="Arial" panose="020B0604020202020204"/>
            <a:ea typeface="Arial" panose="020B0604020202020204"/>
            <a:cs typeface="Arial" panose="020B0604020202020204"/>
            <a:sym typeface="Arial" panose="020B0604020202020204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11649</TotalTime>
  <Words>347</Words>
  <Application>Microsoft Office PowerPoint</Application>
  <PresentationFormat>自定义</PresentationFormat>
  <Paragraphs>126</Paragraphs>
  <Slides>6</Slides>
  <Notes>2</Notes>
  <HiddenSlides>0</HiddenSlides>
  <MMClips>0</MMClips>
  <ScaleCrop>false</ScaleCrop>
  <HeadingPairs>
    <vt:vector size="8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14</vt:i4>
      </vt:variant>
      <vt:variant>
        <vt:lpstr>嵌入 OLE 服务器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28" baseType="lpstr">
      <vt:lpstr>Helvetica Light</vt:lpstr>
      <vt:lpstr>Helvetica Neue</vt:lpstr>
      <vt:lpstr>Open Sans</vt:lpstr>
      <vt:lpstr>宋体</vt:lpstr>
      <vt:lpstr>微软雅黑</vt:lpstr>
      <vt:lpstr>Arial</vt:lpstr>
      <vt:lpstr>Impact</vt:lpstr>
      <vt:lpstr>webwppDefTheme</vt:lpstr>
      <vt:lpstr>1_webwppDefTheme</vt:lpstr>
      <vt:lpstr>2_webwppDefTheme</vt:lpstr>
      <vt:lpstr>3_webwppDefTheme</vt:lpstr>
      <vt:lpstr>4_webwppDefTheme</vt:lpstr>
      <vt:lpstr>5_webwppDefTheme</vt:lpstr>
      <vt:lpstr>6_webwppDefTheme</vt:lpstr>
      <vt:lpstr>10_webwppDefTheme</vt:lpstr>
      <vt:lpstr>11_webwppDefTheme</vt:lpstr>
      <vt:lpstr>7_webwppDefTheme</vt:lpstr>
      <vt:lpstr>8_webwppDefTheme</vt:lpstr>
      <vt:lpstr>9_webwppDefTheme</vt:lpstr>
      <vt:lpstr>12_webwppDefTheme</vt:lpstr>
      <vt:lpstr>13_webwppDefTheme</vt:lpstr>
      <vt:lpstr>Microsoft Excel 工作表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</dc:title>
  <dc:creator>Zechen Wei14669</dc:creator>
  <cp:lastModifiedBy>Haixin Dai</cp:lastModifiedBy>
  <cp:revision>332</cp:revision>
  <dcterms:created xsi:type="dcterms:W3CDTF">2025-10-27T09:32:28Z</dcterms:created>
  <dcterms:modified xsi:type="dcterms:W3CDTF">2026-10-06T09:45:01Z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2052-0.0.0.0</vt:lpwstr>
  </property>
  <property fmtid="{D5CDD505-2E9C-101B-9397-08002B2CF9AE}" pid="3" name="ICV">
    <vt:lpwstr/>
  </property>
</Properties>
</file>