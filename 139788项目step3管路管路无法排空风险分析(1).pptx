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5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6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7.xml" ContentType="application/vnd.openxmlformats-officedocument.theme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8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9.xml" ContentType="application/vnd.openxmlformats-officedocument.theme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theme/theme10.xml" ContentType="application/vnd.openxmlformats-officedocument.theme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11.xml" ContentType="application/vnd.openxmlformats-officedocument.theme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theme/theme12.xml" ContentType="application/vnd.openxmlformats-officedocument.theme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theme/theme13.xml" ContentType="application/vnd.openxmlformats-officedocument.theme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theme/theme14.xml" ContentType="application/vnd.openxmlformats-officedocument.theme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theme/theme15.xml" ContentType="application/vnd.openxmlformats-officedocument.theme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theme/theme16.xml" ContentType="application/vnd.openxmlformats-officedocument.theme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theme/theme17.xml" ContentType="application/vnd.openxmlformats-officedocument.theme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theme/theme18.xml" ContentType="application/vnd.openxmlformats-officedocument.theme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theme/theme19.xml" ContentType="application/vnd.openxmlformats-officedocument.theme+xml"/>
  <Override PartName="/ppt/theme/theme20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  <p:sldMasterId id="2147483660" r:id="rId2"/>
    <p:sldMasterId id="2147483672" r:id="rId3"/>
    <p:sldMasterId id="2147483683" r:id="rId4"/>
    <p:sldMasterId id="2147483694" r:id="rId5"/>
    <p:sldMasterId id="2147483705" r:id="rId6"/>
    <p:sldMasterId id="2147483717" r:id="rId7"/>
    <p:sldMasterId id="2147483728" r:id="rId8"/>
    <p:sldMasterId id="2147483739" r:id="rId9"/>
    <p:sldMasterId id="2147483750" r:id="rId10"/>
    <p:sldMasterId id="2147483761" r:id="rId11"/>
    <p:sldMasterId id="2147483772" r:id="rId12"/>
    <p:sldMasterId id="2147483784" r:id="rId13"/>
    <p:sldMasterId id="2147483796" r:id="rId14"/>
    <p:sldMasterId id="2147483808" r:id="rId15"/>
    <p:sldMasterId id="2147483820" r:id="rId16"/>
    <p:sldMasterId id="2147483832" r:id="rId17"/>
    <p:sldMasterId id="2147483844" r:id="rId18"/>
    <p:sldMasterId id="2147483855" r:id="rId19"/>
  </p:sldMasterIdLst>
  <p:notesMasterIdLst>
    <p:notesMasterId r:id="rId21"/>
  </p:notesMasterIdLst>
  <p:sldIdLst>
    <p:sldId id="3679" r:id="rId20"/>
  </p:sldIdLst>
  <p:sldSz cx="24384000" cy="13716000"/>
  <p:notesSz cx="6858000" cy="9144000"/>
  <p:defaultTextStyle>
    <a:defPPr>
      <a:defRPr lang="en-US"/>
    </a:defPPr>
    <a:lvl1pPr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1pPr>
    <a:lvl2pPr marL="457200" indent="-2286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2pPr>
    <a:lvl3pPr marL="914400" indent="-4572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3pPr>
    <a:lvl4pPr marL="1371600" indent="-6858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4pPr>
    <a:lvl5pPr marL="1828800" indent="-9144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5pPr>
    <a:lvl6pPr marL="22860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6pPr>
    <a:lvl7pPr marL="27432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7pPr>
    <a:lvl8pPr marL="32004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8pPr>
    <a:lvl9pPr marL="36576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pos="14959" userDrawn="1">
          <p15:clr>
            <a:srgbClr val="A4A3A4"/>
          </p15:clr>
        </p15:guide>
        <p15:guide id="2" orient="horz" pos="8062" userDrawn="1">
          <p15:clr>
            <a:srgbClr val="A4A3A4"/>
          </p15:clr>
        </p15:guide>
        <p15:guide id="3" orient="horz" pos="691" userDrawn="1">
          <p15:clr>
            <a:srgbClr val="A4A3A4"/>
          </p15:clr>
        </p15:guide>
        <p15:guide id="4" orient="horz" pos="386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oyang Meng" initials="ZM" lastIdx="1" clrIdx="0"/>
  <p:cmAuthor id="2" name="Qi Wang3700" initials="QW" lastIdx="4" clrIdx="1">
    <p:extLst>
      <p:ext uri="{19B8F6BF-5375-455C-9EA6-DF929625EA0E}">
        <p15:presenceInfo xmlns:p15="http://schemas.microsoft.com/office/powerpoint/2012/main" userId="S-1-5-21-3608144515-3230653892-152868943-1293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2CDFD"/>
    <a:srgbClr val="2F5A9E"/>
    <a:srgbClr val="386DB4"/>
    <a:srgbClr val="49A0D4"/>
    <a:srgbClr val="3C6CB3"/>
    <a:srgbClr val="6FB5AB"/>
    <a:srgbClr val="789E45"/>
    <a:srgbClr val="CACC87"/>
    <a:srgbClr val="E95E5C"/>
    <a:srgbClr val="82C1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799" autoAdjust="0"/>
  </p:normalViewPr>
  <p:slideViewPr>
    <p:cSldViewPr snapToGrid="0" snapToObjects="1" showGuides="1">
      <p:cViewPr varScale="1">
        <p:scale>
          <a:sx n="26" d="100"/>
          <a:sy n="26" d="100"/>
        </p:scale>
        <p:origin x="68" y="656"/>
      </p:cViewPr>
      <p:guideLst>
        <p:guide pos="14959"/>
        <p:guide orient="horz" pos="8062"/>
        <p:guide orient="horz" pos="691"/>
        <p:guide orient="horz" pos="386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2" d="100"/>
        <a:sy n="42" d="100"/>
      </p:scale>
      <p:origin x="0" y="-55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10-09T17:29:40.719" idx="1">
    <p:pos x="7580" y="1786"/>
    <p:text>这个主要从微生物的角度说，暂时不说收率。
这些体系是是否都是促微生物生长，具体啥体系，需要写出来。</p:text>
    <p:extLst>
      <p:ext uri="{C676402C-5697-4E1C-873F-D02D1690AC5C}">
        <p15:threadingInfo xmlns:p15="http://schemas.microsoft.com/office/powerpoint/2012/main" timeZoneBias="-480"/>
      </p:ext>
    </p:extLst>
  </p:cm>
  <p:cm authorId="2" dt="2026-10-09T17:32:58.232" idx="2">
    <p:pos x="7379" y="2320"/>
    <p:text>我理解的是只需要说对产品的风险吧，我的疑问是这个和管路不满足有啥直接联系，这个应该是后续的管控措施。</p:text>
    <p:extLst>
      <p:ext uri="{C676402C-5697-4E1C-873F-D02D1690AC5C}">
        <p15:threadingInfo xmlns:p15="http://schemas.microsoft.com/office/powerpoint/2012/main" timeZoneBias="-480"/>
      </p:ext>
    </p:extLst>
  </p:cm>
  <p:cm authorId="2" dt="2026-10-09T17:34:56.081" idx="3">
    <p:pos x="7363" y="3191"/>
    <p:text>我没有看懂这个算啥风险呢。</p:text>
    <p:extLst>
      <p:ext uri="{C676402C-5697-4E1C-873F-D02D1690AC5C}">
        <p15:threadingInfo xmlns:p15="http://schemas.microsoft.com/office/powerpoint/2012/main" timeZoneBias="-480"/>
      </p:ext>
    </p:extLst>
  </p:cm>
  <p:cm authorId="2" dt="2026-10-09T17:36:09.599" idx="4">
    <p:pos x="11146" y="3331"/>
    <p:text>？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hape 66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Shape 67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zh-CN">
              <a:sym typeface="Helvetica Neue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1pPr>
    <a:lvl2pPr marL="742950" indent="-28575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2pPr>
    <a:lvl3pPr marL="1143000" indent="-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3pPr>
    <a:lvl4pPr marL="1600200" indent="-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4pPr>
    <a:lvl5pPr marL="2057400" indent="-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5pPr>
    <a:lvl6pPr indent="11430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6pPr>
    <a:lvl7pPr indent="13716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7pPr>
    <a:lvl8pPr indent="16002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8pPr>
    <a:lvl9pPr indent="18288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9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5" y="4617763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1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1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1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247183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7" y="13192235"/>
            <a:ext cx="1464946" cy="323166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5" y="13153762"/>
            <a:ext cx="5068390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3" y="1830048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6" y="1310004"/>
            <a:ext cx="17397096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8708"/>
            <a:ext cx="24384000" cy="569387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90" y="12948708"/>
            <a:ext cx="1662112" cy="5693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1" y="608331"/>
            <a:ext cx="5297806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9765" y="4617765"/>
            <a:ext cx="21704474" cy="1798334"/>
          </a:xfrm>
        </p:spPr>
        <p:txBody>
          <a:bodyPr rIns="25400" anchor="t"/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64FD400-94D0-4ED6-A93C-2AA40A9E2427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3CC825-4656-41F6-80A0-7E51930C27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9765" y="1162450"/>
            <a:ext cx="21704474" cy="1296000"/>
          </a:xfrm>
        </p:spPr>
        <p:txBody>
          <a:bodyPr/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 smtClean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3"/>
            <a:ext cx="21704300" cy="949833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BEC6C6-CFC1-4311-8680-D8482A992C93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680210" y="1455420"/>
            <a:ext cx="7863840" cy="2230120"/>
          </a:xfrm>
        </p:spPr>
        <p:txBody>
          <a:bodyPr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3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83D53C-7B98-40C6-BDD8-A8CE1D0D47B0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339850" y="11210293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3"/>
            <a:ext cx="21704300" cy="9112250"/>
          </a:xfrm>
        </p:spPr>
        <p:txBody>
          <a:bodyPr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smtClean="0">
                <a:sym typeface="+mn-ea"/>
              </a:rPr>
              <a:t>编辑母版文本样式</a:t>
            </a: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DE270C-350D-4C0E-9AA1-D96931F46A5C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3" y="0"/>
            <a:ext cx="24392890" cy="13736320"/>
          </a:xfrm>
        </p:spPr>
        <p:txBody>
          <a:bodyPr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smtClean="0">
                <a:sym typeface="+mn-ea"/>
              </a:rPr>
              <a:t>编辑母版文本样式</a:t>
            </a: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DE95A2-CF63-4AAD-9B3D-C96FA9AF783D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smtClean="0">
                <a:sym typeface="+mn-ea"/>
              </a:rPr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smtClean="0">
                <a:sym typeface="+mn-ea"/>
              </a:rPr>
              <a:t>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C072DD-68B9-4B53-BD4B-86545AD4649B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9765" y="1247185"/>
            <a:ext cx="21704474" cy="1798334"/>
          </a:xfrm>
        </p:spPr>
        <p:txBody>
          <a:bodyPr rIns="25400"/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 smtClean="0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3235F8-AC07-453E-8759-D74DE3E6FDD7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9842164" y="13154026"/>
            <a:ext cx="5068888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45720" tIns="45720" rIns="45720" bIns="45720" spcCol="38100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3" name="直线连接符 3"/>
          <p:cNvCxnSpPr/>
          <p:nvPr userDrawn="1"/>
        </p:nvCxnSpPr>
        <p:spPr>
          <a:xfrm>
            <a:off x="6540501" y="1830388"/>
            <a:ext cx="17129126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967" y="13192129"/>
            <a:ext cx="1465262" cy="323850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52319E4B-6ED2-4FA3-91E3-3367D62E902F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7938005-03C5-4A75-AE7D-2E7992612E23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5" y="4617763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1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1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1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247183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7" y="13192235"/>
            <a:ext cx="1464946" cy="323166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  <a:t>‹#›</a:t>
            </a:fld>
            <a:r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5" y="13153762"/>
            <a:ext cx="5068390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3" y="1830048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1.xml"/><Relationship Id="rId3" Type="http://schemas.openxmlformats.org/officeDocument/2006/relationships/slideLayout" Target="../slideLayouts/slideLayout76.xml"/><Relationship Id="rId7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5.xml"/><Relationship Id="rId1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9.xml"/><Relationship Id="rId11" Type="http://schemas.openxmlformats.org/officeDocument/2006/relationships/theme" Target="../theme/theme8.xml"/><Relationship Id="rId5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83.xml"/><Relationship Id="rId4" Type="http://schemas.openxmlformats.org/officeDocument/2006/relationships/slideLayout" Target="../slideLayouts/slideLayout77.xml"/><Relationship Id="rId9" Type="http://schemas.openxmlformats.org/officeDocument/2006/relationships/slideLayout" Target="../slideLayouts/slideLayout82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1.xml"/><Relationship Id="rId3" Type="http://schemas.openxmlformats.org/officeDocument/2006/relationships/slideLayout" Target="../slideLayouts/slideLayout86.xml"/><Relationship Id="rId7" Type="http://schemas.openxmlformats.org/officeDocument/2006/relationships/slideLayout" Target="../slideLayouts/slideLayout90.xml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1" Type="http://schemas.openxmlformats.org/officeDocument/2006/relationships/theme" Target="../theme/theme9.xml"/><Relationship Id="rId5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93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1.xml"/><Relationship Id="rId3" Type="http://schemas.openxmlformats.org/officeDocument/2006/relationships/slideLayout" Target="../slideLayouts/slideLayout96.xml"/><Relationship Id="rId7" Type="http://schemas.openxmlformats.org/officeDocument/2006/relationships/slideLayout" Target="../slideLayouts/slideLayout100.xml"/><Relationship Id="rId2" Type="http://schemas.openxmlformats.org/officeDocument/2006/relationships/slideLayout" Target="../slideLayouts/slideLayout95.xml"/><Relationship Id="rId1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9.xml"/><Relationship Id="rId11" Type="http://schemas.openxmlformats.org/officeDocument/2006/relationships/theme" Target="../theme/theme10.xml"/><Relationship Id="rId5" Type="http://schemas.openxmlformats.org/officeDocument/2006/relationships/slideLayout" Target="../slideLayouts/slideLayout98.xml"/><Relationship Id="rId10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97.xml"/><Relationship Id="rId9" Type="http://schemas.openxmlformats.org/officeDocument/2006/relationships/slideLayout" Target="../slideLayouts/slideLayout102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1.xml"/><Relationship Id="rId3" Type="http://schemas.openxmlformats.org/officeDocument/2006/relationships/slideLayout" Target="../slideLayouts/slideLayout106.xml"/><Relationship Id="rId7" Type="http://schemas.openxmlformats.org/officeDocument/2006/relationships/slideLayout" Target="../slideLayouts/slideLayout110.xml"/><Relationship Id="rId2" Type="http://schemas.openxmlformats.org/officeDocument/2006/relationships/slideLayout" Target="../slideLayouts/slideLayout105.xml"/><Relationship Id="rId1" Type="http://schemas.openxmlformats.org/officeDocument/2006/relationships/slideLayout" Target="../slideLayouts/slideLayout104.xml"/><Relationship Id="rId6" Type="http://schemas.openxmlformats.org/officeDocument/2006/relationships/slideLayout" Target="../slideLayouts/slideLayout109.xml"/><Relationship Id="rId11" Type="http://schemas.openxmlformats.org/officeDocument/2006/relationships/theme" Target="../theme/theme11.xml"/><Relationship Id="rId5" Type="http://schemas.openxmlformats.org/officeDocument/2006/relationships/slideLayout" Target="../slideLayouts/slideLayout108.xml"/><Relationship Id="rId10" Type="http://schemas.openxmlformats.org/officeDocument/2006/relationships/slideLayout" Target="../slideLayouts/slideLayout113.xml"/><Relationship Id="rId4" Type="http://schemas.openxmlformats.org/officeDocument/2006/relationships/slideLayout" Target="../slideLayouts/slideLayout107.xml"/><Relationship Id="rId9" Type="http://schemas.openxmlformats.org/officeDocument/2006/relationships/slideLayout" Target="../slideLayouts/slideLayout112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20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114.xml"/><Relationship Id="rId6" Type="http://schemas.openxmlformats.org/officeDocument/2006/relationships/slideLayout" Target="../slideLayouts/slideLayout119.xml"/><Relationship Id="rId11" Type="http://schemas.openxmlformats.org/officeDocument/2006/relationships/slideLayout" Target="../slideLayouts/slideLayout124.xml"/><Relationship Id="rId5" Type="http://schemas.openxmlformats.org/officeDocument/2006/relationships/slideLayout" Target="../slideLayouts/slideLayout118.xml"/><Relationship Id="rId10" Type="http://schemas.openxmlformats.org/officeDocument/2006/relationships/slideLayout" Target="../slideLayouts/slideLayout123.xml"/><Relationship Id="rId4" Type="http://schemas.openxmlformats.org/officeDocument/2006/relationships/slideLayout" Target="../slideLayouts/slideLayout117.xml"/><Relationship Id="rId9" Type="http://schemas.openxmlformats.org/officeDocument/2006/relationships/slideLayout" Target="../slideLayouts/slideLayout122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2.xml"/><Relationship Id="rId3" Type="http://schemas.openxmlformats.org/officeDocument/2006/relationships/slideLayout" Target="../slideLayouts/slideLayout127.xml"/><Relationship Id="rId7" Type="http://schemas.openxmlformats.org/officeDocument/2006/relationships/slideLayout" Target="../slideLayouts/slideLayout131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26.xml"/><Relationship Id="rId1" Type="http://schemas.openxmlformats.org/officeDocument/2006/relationships/slideLayout" Target="../slideLayouts/slideLayout125.xml"/><Relationship Id="rId6" Type="http://schemas.openxmlformats.org/officeDocument/2006/relationships/slideLayout" Target="../slideLayouts/slideLayout130.xml"/><Relationship Id="rId11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29.xml"/><Relationship Id="rId10" Type="http://schemas.openxmlformats.org/officeDocument/2006/relationships/slideLayout" Target="../slideLayouts/slideLayout134.xml"/><Relationship Id="rId4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33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3.xml"/><Relationship Id="rId3" Type="http://schemas.openxmlformats.org/officeDocument/2006/relationships/slideLayout" Target="../slideLayouts/slideLayout138.xml"/><Relationship Id="rId7" Type="http://schemas.openxmlformats.org/officeDocument/2006/relationships/slideLayout" Target="../slideLayouts/slideLayout142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37.xml"/><Relationship Id="rId1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41.xml"/><Relationship Id="rId11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0.xml"/><Relationship Id="rId10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39.xml"/><Relationship Id="rId9" Type="http://schemas.openxmlformats.org/officeDocument/2006/relationships/slideLayout" Target="../slideLayouts/slideLayout144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4.xml"/><Relationship Id="rId3" Type="http://schemas.openxmlformats.org/officeDocument/2006/relationships/slideLayout" Target="../slideLayouts/slideLayout149.xml"/><Relationship Id="rId7" Type="http://schemas.openxmlformats.org/officeDocument/2006/relationships/slideLayout" Target="../slideLayouts/slideLayout153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48.xml"/><Relationship Id="rId1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7.xml"/><Relationship Id="rId5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6.xml"/><Relationship Id="rId4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5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5.xml"/><Relationship Id="rId3" Type="http://schemas.openxmlformats.org/officeDocument/2006/relationships/slideLayout" Target="../slideLayouts/slideLayout160.xml"/><Relationship Id="rId7" Type="http://schemas.openxmlformats.org/officeDocument/2006/relationships/slideLayout" Target="../slideLayouts/slideLayout164.xml"/><Relationship Id="rId12" Type="http://schemas.openxmlformats.org/officeDocument/2006/relationships/theme" Target="../theme/theme16.xml"/><Relationship Id="rId2" Type="http://schemas.openxmlformats.org/officeDocument/2006/relationships/slideLayout" Target="../slideLayouts/slideLayout159.xml"/><Relationship Id="rId1" Type="http://schemas.openxmlformats.org/officeDocument/2006/relationships/slideLayout" Target="../slideLayouts/slideLayout158.xml"/><Relationship Id="rId6" Type="http://schemas.openxmlformats.org/officeDocument/2006/relationships/slideLayout" Target="../slideLayouts/slideLayout163.xml"/><Relationship Id="rId11" Type="http://schemas.openxmlformats.org/officeDocument/2006/relationships/slideLayout" Target="../slideLayouts/slideLayout168.xml"/><Relationship Id="rId5" Type="http://schemas.openxmlformats.org/officeDocument/2006/relationships/slideLayout" Target="../slideLayouts/slideLayout162.xml"/><Relationship Id="rId10" Type="http://schemas.openxmlformats.org/officeDocument/2006/relationships/slideLayout" Target="../slideLayouts/slideLayout167.xml"/><Relationship Id="rId4" Type="http://schemas.openxmlformats.org/officeDocument/2006/relationships/slideLayout" Target="../slideLayouts/slideLayout161.xml"/><Relationship Id="rId9" Type="http://schemas.openxmlformats.org/officeDocument/2006/relationships/slideLayout" Target="../slideLayouts/slideLayout166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6.xml"/><Relationship Id="rId3" Type="http://schemas.openxmlformats.org/officeDocument/2006/relationships/slideLayout" Target="../slideLayouts/slideLayout171.xml"/><Relationship Id="rId7" Type="http://schemas.openxmlformats.org/officeDocument/2006/relationships/slideLayout" Target="../slideLayouts/slideLayout175.xml"/><Relationship Id="rId12" Type="http://schemas.openxmlformats.org/officeDocument/2006/relationships/theme" Target="../theme/theme17.xml"/><Relationship Id="rId2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69.xml"/><Relationship Id="rId6" Type="http://schemas.openxmlformats.org/officeDocument/2006/relationships/slideLayout" Target="../slideLayouts/slideLayout174.xml"/><Relationship Id="rId11" Type="http://schemas.openxmlformats.org/officeDocument/2006/relationships/slideLayout" Target="../slideLayouts/slideLayout179.xml"/><Relationship Id="rId5" Type="http://schemas.openxmlformats.org/officeDocument/2006/relationships/slideLayout" Target="../slideLayouts/slideLayout173.xml"/><Relationship Id="rId10" Type="http://schemas.openxmlformats.org/officeDocument/2006/relationships/slideLayout" Target="../slideLayouts/slideLayout178.xml"/><Relationship Id="rId4" Type="http://schemas.openxmlformats.org/officeDocument/2006/relationships/slideLayout" Target="../slideLayouts/slideLayout172.xml"/><Relationship Id="rId9" Type="http://schemas.openxmlformats.org/officeDocument/2006/relationships/slideLayout" Target="../slideLayouts/slideLayout177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7.xml"/><Relationship Id="rId3" Type="http://schemas.openxmlformats.org/officeDocument/2006/relationships/slideLayout" Target="../slideLayouts/slideLayout182.xml"/><Relationship Id="rId7" Type="http://schemas.openxmlformats.org/officeDocument/2006/relationships/slideLayout" Target="../slideLayouts/slideLayout186.xml"/><Relationship Id="rId2" Type="http://schemas.openxmlformats.org/officeDocument/2006/relationships/slideLayout" Target="../slideLayouts/slideLayout181.xml"/><Relationship Id="rId1" Type="http://schemas.openxmlformats.org/officeDocument/2006/relationships/slideLayout" Target="../slideLayouts/slideLayout180.xml"/><Relationship Id="rId6" Type="http://schemas.openxmlformats.org/officeDocument/2006/relationships/slideLayout" Target="../slideLayouts/slideLayout185.xml"/><Relationship Id="rId11" Type="http://schemas.openxmlformats.org/officeDocument/2006/relationships/theme" Target="../theme/theme18.xml"/><Relationship Id="rId5" Type="http://schemas.openxmlformats.org/officeDocument/2006/relationships/slideLayout" Target="../slideLayouts/slideLayout184.xml"/><Relationship Id="rId10" Type="http://schemas.openxmlformats.org/officeDocument/2006/relationships/slideLayout" Target="../slideLayouts/slideLayout189.xml"/><Relationship Id="rId4" Type="http://schemas.openxmlformats.org/officeDocument/2006/relationships/slideLayout" Target="../slideLayouts/slideLayout183.xml"/><Relationship Id="rId9" Type="http://schemas.openxmlformats.org/officeDocument/2006/relationships/slideLayout" Target="../slideLayouts/slideLayout188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7.xml"/><Relationship Id="rId3" Type="http://schemas.openxmlformats.org/officeDocument/2006/relationships/slideLayout" Target="../slideLayouts/slideLayout192.xml"/><Relationship Id="rId7" Type="http://schemas.openxmlformats.org/officeDocument/2006/relationships/slideLayout" Target="../slideLayouts/slideLayout196.xml"/><Relationship Id="rId2" Type="http://schemas.openxmlformats.org/officeDocument/2006/relationships/slideLayout" Target="../slideLayouts/slideLayout191.xml"/><Relationship Id="rId1" Type="http://schemas.openxmlformats.org/officeDocument/2006/relationships/slideLayout" Target="../slideLayouts/slideLayout190.xml"/><Relationship Id="rId6" Type="http://schemas.openxmlformats.org/officeDocument/2006/relationships/slideLayout" Target="../slideLayouts/slideLayout195.xml"/><Relationship Id="rId11" Type="http://schemas.openxmlformats.org/officeDocument/2006/relationships/theme" Target="../theme/theme19.xml"/><Relationship Id="rId5" Type="http://schemas.openxmlformats.org/officeDocument/2006/relationships/slideLayout" Target="../slideLayouts/slideLayout194.xml"/><Relationship Id="rId10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193.xml"/><Relationship Id="rId9" Type="http://schemas.openxmlformats.org/officeDocument/2006/relationships/slideLayout" Target="../slideLayouts/slideLayout19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8950" y="12700003"/>
            <a:ext cx="5400676" cy="6334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777" y="12700003"/>
            <a:ext cx="7918450" cy="6334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 dirty="0">
                <a:solidFill>
                  <a:schemeClr val="tx1">
                    <a:tint val="75000"/>
                  </a:scheme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700003"/>
            <a:ext cx="5400676" cy="6334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 smtClean="0">
                <a:solidFill>
                  <a:schemeClr val="tx1">
                    <a:tint val="75000"/>
                  </a:scheme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3C2648-72DC-43D6-B661-2D93F402C08B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850" y="1162050"/>
            <a:ext cx="21704300" cy="1296988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3"/>
            <a:ext cx="21704300" cy="949801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</p:sldLayoutIdLst>
  <p:hf hdr="0" ftr="0" dt="0"/>
  <p:txStyles>
    <p:titleStyle>
      <a:lvl1pPr algn="l" defTabSz="1828800" rtl="0" fontAlgn="base">
        <a:spcBef>
          <a:spcPct val="0"/>
        </a:spcBef>
        <a:spcAft>
          <a:spcPct val="0"/>
        </a:spcAft>
        <a:defRPr sz="5600" b="1" kern="1200" spc="200">
          <a:solidFill>
            <a:schemeClr val="tx1"/>
          </a:solidFill>
          <a:latin typeface="+mn-ea"/>
          <a:ea typeface="+mn-ea"/>
          <a:cs typeface="+mj-cs"/>
        </a:defRPr>
      </a:lvl1pPr>
      <a:lvl2pPr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457200" indent="-457200" algn="l" defTabSz="1828800" rtl="0" fontAlgn="base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kern="1200" spc="150">
          <a:solidFill>
            <a:schemeClr val="tx1"/>
          </a:solidFill>
          <a:latin typeface="+mn-ea"/>
          <a:ea typeface="+mn-ea"/>
          <a:cs typeface="+mn-cs"/>
        </a:defRPr>
      </a:lvl1pPr>
      <a:lvl2pPr marL="1371600" indent="-457200" algn="l" defTabSz="1828800" rtl="0" fontAlgn="base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kern="1200" spc="150">
          <a:solidFill>
            <a:schemeClr val="tx1"/>
          </a:solidFill>
          <a:latin typeface="+mn-ea"/>
          <a:ea typeface="+mn-ea"/>
          <a:cs typeface="+mn-cs"/>
        </a:defRPr>
      </a:lvl2pPr>
      <a:lvl3pPr marL="2286000" indent="-457200" algn="l" defTabSz="1828800" rtl="0" fontAlgn="base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kern="1200" spc="150">
          <a:solidFill>
            <a:schemeClr val="tx1"/>
          </a:solidFill>
          <a:latin typeface="+mn-ea"/>
          <a:ea typeface="+mn-ea"/>
          <a:cs typeface="+mn-cs"/>
        </a:defRPr>
      </a:lvl3pPr>
      <a:lvl4pPr marL="3200400" indent="-457200" algn="l" defTabSz="1828800" rtl="0" fontAlgn="base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kern="1200" spc="150">
          <a:solidFill>
            <a:schemeClr val="tx1"/>
          </a:solidFill>
          <a:latin typeface="+mn-ea"/>
          <a:ea typeface="+mn-ea"/>
          <a:cs typeface="+mn-cs"/>
        </a:defRPr>
      </a:lvl4pPr>
      <a:lvl5pPr marL="4114800" indent="-457200" algn="l" defTabSz="1828800" rtl="0" fontAlgn="base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kern="1200" spc="150">
          <a:solidFill>
            <a:schemeClr val="tx1"/>
          </a:solidFill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-</a:t>
            </a:r>
            <a:fld id="{FAEDECE0-B3E3-4E93-9B91-9F10B30F5B07}" type="slidenum">
              <a:rPr lang="en-US" altLang="zh-CN" smtClean="0"/>
              <a:t>1</a:t>
            </a:fld>
            <a:r>
              <a:rPr lang="en-US" altLang="zh-CN" smtClean="0"/>
              <a:t>-</a:t>
            </a:r>
            <a:endParaRPr lang="zh-CN" alt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6355880" y="981729"/>
            <a:ext cx="16428728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indent="0" algn="r" eaLnBrk="0" hangingPunct="0"/>
            <a:r>
              <a:rPr lang="en-US" altLang="zh-CN" sz="4800" b="1" dirty="0" smtClean="0">
                <a:solidFill>
                  <a:srgbClr val="2F5A9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139788step3</a:t>
            </a:r>
            <a:r>
              <a:rPr lang="zh-CN" altLang="en-US" sz="4800" b="1" dirty="0" smtClean="0">
                <a:solidFill>
                  <a:srgbClr val="2F5A9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管路死角、残留改造时间节点</a:t>
            </a:r>
            <a:endParaRPr lang="en-US" sz="4800" b="1" dirty="0">
              <a:solidFill>
                <a:srgbClr val="2F5A9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496025"/>
              </p:ext>
            </p:extLst>
          </p:nvPr>
        </p:nvGraphicFramePr>
        <p:xfrm>
          <a:off x="768926" y="1859677"/>
          <a:ext cx="22735308" cy="7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972">
                  <a:extLst>
                    <a:ext uri="{9D8B030D-6E8A-4147-A177-3AD203B41FA5}">
                      <a16:colId xmlns:a16="http://schemas.microsoft.com/office/drawing/2014/main" val="1285415062"/>
                    </a:ext>
                  </a:extLst>
                </a:gridCol>
                <a:gridCol w="4274288">
                  <a:extLst>
                    <a:ext uri="{9D8B030D-6E8A-4147-A177-3AD203B41FA5}">
                      <a16:colId xmlns:a16="http://schemas.microsoft.com/office/drawing/2014/main" val="1642629067"/>
                    </a:ext>
                  </a:extLst>
                </a:gridCol>
                <a:gridCol w="5544394">
                  <a:extLst>
                    <a:ext uri="{9D8B030D-6E8A-4147-A177-3AD203B41FA5}">
                      <a16:colId xmlns:a16="http://schemas.microsoft.com/office/drawing/2014/main" val="560007812"/>
                    </a:ext>
                  </a:extLst>
                </a:gridCol>
                <a:gridCol w="5960034">
                  <a:extLst>
                    <a:ext uri="{9D8B030D-6E8A-4147-A177-3AD203B41FA5}">
                      <a16:colId xmlns:a16="http://schemas.microsoft.com/office/drawing/2014/main" val="3500021275"/>
                    </a:ext>
                  </a:extLst>
                </a:gridCol>
                <a:gridCol w="3412568">
                  <a:extLst>
                    <a:ext uri="{9D8B030D-6E8A-4147-A177-3AD203B41FA5}">
                      <a16:colId xmlns:a16="http://schemas.microsoft.com/office/drawing/2014/main" val="1260324615"/>
                    </a:ext>
                  </a:extLst>
                </a:gridCol>
                <a:gridCol w="1995052">
                  <a:extLst>
                    <a:ext uri="{9D8B030D-6E8A-4147-A177-3AD203B41FA5}">
                      <a16:colId xmlns:a16="http://schemas.microsoft.com/office/drawing/2014/main" val="27002509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/>
                        <a:t>方案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/>
                        <a:t>方案描述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/>
                        <a:t>潜在风险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/>
                        <a:t>缓解计划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/>
                        <a:t>缓解后风险等级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/>
                        <a:t>截止日期</a:t>
                      </a:r>
                      <a:endParaRPr lang="zh-CN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45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/>
                        <a:t>方案</a:t>
                      </a:r>
                      <a:r>
                        <a:rPr lang="en-US" altLang="zh-CN" sz="2800" dirty="0" smtClean="0"/>
                        <a:t>1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/>
                        <a:t>管路中存在</a:t>
                      </a:r>
                      <a:r>
                        <a:rPr lang="en-US" altLang="zh-CN" sz="2800" dirty="0" smtClean="0"/>
                        <a:t>20</a:t>
                      </a:r>
                      <a:r>
                        <a:rPr lang="zh-CN" altLang="en-US" sz="2800" dirty="0" smtClean="0"/>
                        <a:t>处不满足</a:t>
                      </a:r>
                      <a:r>
                        <a:rPr lang="en-US" altLang="zh-CN" sz="2800" dirty="0" smtClean="0"/>
                        <a:t>2D/3D</a:t>
                      </a:r>
                      <a:r>
                        <a:rPr lang="zh-CN" altLang="en-US" sz="2800" dirty="0" smtClean="0"/>
                        <a:t>死角控制要求，同时存在</a:t>
                      </a:r>
                      <a:r>
                        <a:rPr lang="en-US" altLang="zh-CN" sz="2800" dirty="0" smtClean="0"/>
                        <a:t>11</a:t>
                      </a:r>
                      <a:r>
                        <a:rPr lang="zh-CN" altLang="en-US" sz="2800" dirty="0" smtClean="0"/>
                        <a:t>处隔膜阀不满足自排尽要求</a:t>
                      </a:r>
                      <a:r>
                        <a:rPr lang="zh-CN" altLang="en-US" sz="2800" dirty="0" smtClean="0"/>
                        <a:t>。</a:t>
                      </a:r>
                      <a:endParaRPr lang="en-US" altLang="zh-CN" sz="2800" dirty="0" smtClean="0"/>
                    </a:p>
                    <a:p>
                      <a:pPr algn="ctr"/>
                      <a:r>
                        <a:rPr lang="zh-CN" altLang="en-US" sz="2800" dirty="0" smtClean="0"/>
                        <a:t>部分</a:t>
                      </a:r>
                      <a:r>
                        <a:rPr lang="zh-CN" altLang="en-US" sz="2800" dirty="0" smtClean="0"/>
                        <a:t>管路非</a:t>
                      </a:r>
                      <a:r>
                        <a:rPr lang="en-US" altLang="zh-CN" sz="2800" dirty="0" smtClean="0"/>
                        <a:t>BPE</a:t>
                      </a:r>
                      <a:r>
                        <a:rPr lang="zh-CN" altLang="en-US" sz="2800" dirty="0" smtClean="0"/>
                        <a:t>管路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42950" indent="-742950" algn="l">
                        <a:buFont typeface="+mj-lt"/>
                        <a:buAutoNum type="arabicPeriod"/>
                      </a:pPr>
                      <a:r>
                        <a:rPr lang="zh-CN" altLang="en-US" sz="2800" dirty="0" smtClean="0"/>
                        <a:t>管路残留造成产品收率降低，残留物料变质或滋生微生物。</a:t>
                      </a:r>
                      <a:endParaRPr lang="en-US" altLang="zh-CN" sz="2800" dirty="0" smtClean="0"/>
                    </a:p>
                    <a:p>
                      <a:pPr marL="742950" indent="-742950" algn="l">
                        <a:buFont typeface="+mj-lt"/>
                        <a:buAutoNum type="arabicPeriod"/>
                      </a:pPr>
                      <a:r>
                        <a:rPr lang="zh-CN" altLang="en-US" sz="2800" dirty="0" smtClean="0"/>
                        <a:t>未定义每次管路使用完毕的淌洗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排空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吹扫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拆卸的要求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514350" indent="-514350" algn="l">
                        <a:buFont typeface="+mj-lt"/>
                        <a:buAutoNum type="arabicPeriod"/>
                      </a:pPr>
                      <a:r>
                        <a:rPr lang="zh-CN" altLang="en-US" sz="2800" dirty="0" smtClean="0"/>
                        <a:t>体系转移结束后，增加工艺溶剂淌洗的操作，残留物为非促菌生长基质。</a:t>
                      </a:r>
                      <a:endParaRPr lang="en-US" altLang="zh-CN" sz="2800" dirty="0" smtClean="0"/>
                    </a:p>
                    <a:p>
                      <a:pPr marL="514350" marR="0" indent="-51435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CN" altLang="en-US" sz="2800" dirty="0" smtClean="0"/>
                        <a:t>完善对应操作、清洗流程，规定好对应的淌洗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排空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吹扫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拆卸的要求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/>
                        <a:t>低</a:t>
                      </a:r>
                      <a:endParaRPr lang="en-US" altLang="zh-CN" sz="2800" dirty="0" smtClean="0"/>
                    </a:p>
                    <a:p>
                      <a:pPr algn="ctr"/>
                      <a:r>
                        <a:rPr lang="zh-CN" altLang="en-US" sz="2400" i="1" dirty="0" smtClean="0"/>
                        <a:t>（在强化控制程序之后）</a:t>
                      </a:r>
                      <a:endParaRPr lang="zh-CN" altLang="en-US" sz="24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/>
                        <a:t>10/15/2026</a:t>
                      </a:r>
                      <a:endParaRPr lang="zh-CN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5982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 smtClean="0"/>
                        <a:t>方案</a:t>
                      </a:r>
                      <a:r>
                        <a:rPr lang="en-US" altLang="zh-CN" sz="2800" dirty="0" smtClean="0"/>
                        <a:t>2</a:t>
                      </a:r>
                      <a:endParaRPr lang="zh-CN" altLang="en-US" sz="28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/>
                        <a:t>管路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储罐进行重新改造，使用</a:t>
                      </a:r>
                      <a:r>
                        <a:rPr lang="en-US" altLang="zh-CN" sz="2800" dirty="0" smtClean="0"/>
                        <a:t>T</a:t>
                      </a:r>
                      <a:r>
                        <a:rPr lang="zh-CN" altLang="en-US" sz="2800" dirty="0" smtClean="0"/>
                        <a:t>型阀、</a:t>
                      </a:r>
                      <a:r>
                        <a:rPr lang="en-US" altLang="zh-CN" sz="2800" dirty="0" smtClean="0"/>
                        <a:t>3D</a:t>
                      </a:r>
                      <a:r>
                        <a:rPr lang="zh-CN" altLang="en-US" sz="2800" dirty="0" smtClean="0"/>
                        <a:t>短径三通，控制死角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坡度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排尽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42950" indent="-742950" algn="l">
                        <a:buFont typeface="+mj-lt"/>
                        <a:buAutoNum type="arabicPeriod"/>
                      </a:pPr>
                      <a:r>
                        <a:rPr lang="zh-CN" altLang="en-US" sz="2800" dirty="0" smtClean="0"/>
                        <a:t>属于新的变更管理，担心对产品质量造成影响；</a:t>
                      </a:r>
                      <a:endParaRPr lang="en-US" altLang="zh-CN" sz="2800" dirty="0" smtClean="0"/>
                    </a:p>
                    <a:p>
                      <a:pPr marL="742950" indent="-742950" algn="l">
                        <a:buFont typeface="+mj-lt"/>
                        <a:buAutoNum type="arabicPeriod"/>
                      </a:pPr>
                      <a:r>
                        <a:rPr lang="zh-CN" altLang="en-US" sz="2800" dirty="0" smtClean="0"/>
                        <a:t>使用前使用后的操作不够充分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514350" indent="-514350" algn="l">
                        <a:buFont typeface="+mj-lt"/>
                        <a:buAutoNum type="arabicPeriod"/>
                      </a:pPr>
                      <a:r>
                        <a:rPr lang="zh-CN" altLang="en-US" sz="2800" dirty="0" smtClean="0"/>
                        <a:t>对改造后的管路进行验证</a:t>
                      </a:r>
                      <a:endParaRPr lang="en-US" altLang="zh-CN" sz="2800" dirty="0" smtClean="0"/>
                    </a:p>
                    <a:p>
                      <a:pPr marL="514350" indent="-514350" algn="l">
                        <a:buFont typeface="+mj-lt"/>
                        <a:buAutoNum type="arabicPeriod"/>
                      </a:pPr>
                      <a:r>
                        <a:rPr lang="zh-CN" altLang="en-US" sz="2800" dirty="0" smtClean="0"/>
                        <a:t>明确操作、清洗流程，更新对应表格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/>
                        <a:t>低</a:t>
                      </a:r>
                      <a:endParaRPr lang="en-US" altLang="zh-CN" sz="2800" dirty="0" smtClean="0"/>
                    </a:p>
                    <a:p>
                      <a:pPr algn="ctr"/>
                      <a:r>
                        <a:rPr lang="zh-CN" altLang="en-US" sz="2400" i="1" dirty="0" smtClean="0"/>
                        <a:t>（配合改造后的硬件及执行流程）</a:t>
                      </a:r>
                      <a:endParaRPr lang="zh-CN" altLang="en-US" sz="24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/>
                        <a:t>12/27/2026</a:t>
                      </a:r>
                      <a:endParaRPr lang="zh-CN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7955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 smtClean="0"/>
                        <a:t>方案</a:t>
                      </a:r>
                      <a:r>
                        <a:rPr lang="en-US" altLang="zh-CN" sz="2800" dirty="0" smtClean="0"/>
                        <a:t>2</a:t>
                      </a:r>
                      <a:endParaRPr lang="zh-CN" altLang="en-US" sz="28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 smtClean="0"/>
                        <a:t>管路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储罐进行重新改造，使用</a:t>
                      </a:r>
                      <a:r>
                        <a:rPr lang="en-US" altLang="zh-CN" sz="2800" dirty="0" smtClean="0"/>
                        <a:t>T</a:t>
                      </a:r>
                      <a:r>
                        <a:rPr lang="zh-CN" altLang="en-US" sz="2800" dirty="0" smtClean="0"/>
                        <a:t>型阀、</a:t>
                      </a:r>
                      <a:r>
                        <a:rPr lang="en-US" altLang="zh-CN" sz="2800" dirty="0" smtClean="0"/>
                        <a:t>GMP</a:t>
                      </a:r>
                      <a:r>
                        <a:rPr lang="zh-CN" altLang="en-US" sz="2800" dirty="0" smtClean="0"/>
                        <a:t>组合阀控制死角，并配置</a:t>
                      </a:r>
                      <a:r>
                        <a:rPr lang="en-US" altLang="zh-CN" sz="2800" dirty="0" smtClean="0"/>
                        <a:t>CIP</a:t>
                      </a:r>
                      <a:r>
                        <a:rPr lang="zh-CN" altLang="en-US" sz="2800" dirty="0" smtClean="0"/>
                        <a:t>，满足在线清洗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42950" indent="-742950" algn="l">
                        <a:buFont typeface="+mj-lt"/>
                        <a:buAutoNum type="arabicPeriod"/>
                      </a:pPr>
                      <a:r>
                        <a:rPr lang="zh-CN" altLang="en-US" sz="2800" dirty="0" smtClean="0"/>
                        <a:t>设计不充分</a:t>
                      </a:r>
                      <a:endParaRPr lang="en-US" altLang="zh-CN" sz="2800" dirty="0" smtClean="0"/>
                    </a:p>
                    <a:p>
                      <a:pPr marL="742950" indent="-742950" algn="l">
                        <a:buFont typeface="+mj-lt"/>
                        <a:buAutoNum type="arabicPeriod"/>
                      </a:pPr>
                      <a:r>
                        <a:rPr lang="en-US" altLang="zh-CN" sz="2800" dirty="0" smtClean="0"/>
                        <a:t>CIP</a:t>
                      </a:r>
                      <a:r>
                        <a:rPr lang="zh-CN" altLang="en-US" sz="2800" dirty="0" smtClean="0"/>
                        <a:t>清洗程序控制流程不充分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514350" indent="-514350" algn="l">
                        <a:buFont typeface="+mj-lt"/>
                        <a:buAutoNum type="arabicPeriod"/>
                      </a:pPr>
                      <a:r>
                        <a:rPr lang="zh-CN" altLang="en-US" sz="2800" dirty="0" smtClean="0"/>
                        <a:t>设备进行整体验证；</a:t>
                      </a:r>
                      <a:endParaRPr lang="en-US" altLang="zh-CN" sz="2800" dirty="0" smtClean="0"/>
                    </a:p>
                    <a:p>
                      <a:pPr marL="514350" marR="0" indent="-51435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CN" altLang="en-US" sz="2800" dirty="0" smtClean="0"/>
                        <a:t>实现坡度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排空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消除死角；</a:t>
                      </a:r>
                      <a:endParaRPr lang="en-US" altLang="zh-CN" sz="2800" dirty="0" smtClean="0"/>
                    </a:p>
                    <a:p>
                      <a:pPr marL="514350" indent="-514350" algn="l">
                        <a:buFont typeface="+mj-lt"/>
                        <a:buAutoNum type="arabicPeriod"/>
                      </a:pPr>
                      <a:r>
                        <a:rPr lang="zh-CN" altLang="en-US" sz="2800" dirty="0" smtClean="0"/>
                        <a:t>实现使用前的冲洗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清洁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消毒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吹扫等功能，完全实现在线清洗</a:t>
                      </a:r>
                      <a:endParaRPr lang="en-US" altLang="zh-CN" sz="2800" dirty="0" smtClean="0"/>
                    </a:p>
                    <a:p>
                      <a:pPr marL="514350" indent="-514350" algn="l">
                        <a:buFont typeface="+mj-lt"/>
                        <a:buAutoNum type="arabicPeriod"/>
                      </a:pPr>
                      <a:r>
                        <a:rPr lang="zh-CN" altLang="en-US" sz="2800" dirty="0" smtClean="0"/>
                        <a:t>更新</a:t>
                      </a:r>
                      <a:r>
                        <a:rPr lang="en-US" altLang="zh-CN" sz="2800" dirty="0" smtClean="0"/>
                        <a:t>SOP</a:t>
                      </a:r>
                      <a:r>
                        <a:rPr lang="zh-CN" altLang="en-US" sz="2800" dirty="0" smtClean="0"/>
                        <a:t>，将相关要求纳入日常使用规范。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/>
                        <a:t>低</a:t>
                      </a:r>
                      <a:endParaRPr lang="en-US" altLang="zh-CN" sz="2800" dirty="0" smtClean="0"/>
                    </a:p>
                    <a:p>
                      <a:pPr algn="ctr"/>
                      <a:r>
                        <a:rPr lang="zh-CN" altLang="en-US" sz="2400" i="1" dirty="0" smtClean="0"/>
                        <a:t>（配合改进后的管道硬件及</a:t>
                      </a:r>
                      <a:r>
                        <a:rPr lang="en-US" altLang="zh-CN" sz="2400" i="1" dirty="0" smtClean="0"/>
                        <a:t>CIP</a:t>
                      </a:r>
                      <a:r>
                        <a:rPr lang="zh-CN" altLang="en-US" sz="2400" i="1" dirty="0" smtClean="0"/>
                        <a:t>清洗流程）</a:t>
                      </a:r>
                      <a:endParaRPr lang="en-US" altLang="zh-CN" sz="2400" i="1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/>
                        <a:t>04/25/2027</a:t>
                      </a:r>
                      <a:endParaRPr lang="zh-CN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963620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921345"/>
              </p:ext>
            </p:extLst>
          </p:nvPr>
        </p:nvGraphicFramePr>
        <p:xfrm>
          <a:off x="4008581" y="9963369"/>
          <a:ext cx="16255998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91875226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4557966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3191932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1208458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4000523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9684960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工艺步骤</a:t>
                      </a:r>
                      <a:endParaRPr lang="zh-CN" altLang="en-US" sz="2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使用场景</a:t>
                      </a:r>
                      <a:endParaRPr lang="zh-CN" altLang="en-US" sz="2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Demo</a:t>
                      </a:r>
                      <a:endParaRPr lang="zh-CN" altLang="en-US" sz="2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Pre-PPQ</a:t>
                      </a:r>
                      <a:endParaRPr lang="zh-CN" altLang="en-US" sz="2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PPQ</a:t>
                      </a:r>
                      <a:endParaRPr lang="zh-CN" altLang="en-US" sz="2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商业化</a:t>
                      </a:r>
                      <a:endParaRPr lang="zh-CN" altLang="en-US" sz="2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578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制备配液</a:t>
                      </a:r>
                      <a:endParaRPr lang="zh-CN" altLang="en-US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工艺物料</a:t>
                      </a:r>
                      <a:endParaRPr lang="zh-CN" altLang="en-US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6628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制备纯化</a:t>
                      </a:r>
                      <a:endParaRPr lang="zh-CN" altLang="en-US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工艺物料</a:t>
                      </a:r>
                      <a:endParaRPr lang="zh-CN" altLang="en-US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4379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超滤</a:t>
                      </a:r>
                      <a:endParaRPr lang="zh-CN" altLang="en-US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工艺物料</a:t>
                      </a:r>
                      <a:endParaRPr lang="zh-CN" altLang="en-US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528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沉淀</a:t>
                      </a:r>
                      <a:endParaRPr lang="zh-CN" altLang="en-US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工艺物料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17483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2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BF"/>
      </a:accent1>
      <a:accent2>
        <a:srgbClr val="D0CDD0"/>
      </a:accent2>
      <a:accent3>
        <a:srgbClr val="BDBEBD"/>
      </a:accent3>
      <a:accent4>
        <a:srgbClr val="ACAAAD"/>
      </a:accent4>
      <a:accent5>
        <a:srgbClr val="9B999C"/>
      </a:accent5>
      <a:accent6>
        <a:srgbClr val="545554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alpha val="60000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252D3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361</Words>
  <Application>Microsoft Office PowerPoint</Application>
  <PresentationFormat>自定义</PresentationFormat>
  <Paragraphs>68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19</vt:i4>
      </vt:variant>
      <vt:variant>
        <vt:lpstr>幻灯片标题</vt:lpstr>
      </vt:variant>
      <vt:variant>
        <vt:i4>1</vt:i4>
      </vt:variant>
    </vt:vector>
  </HeadingPairs>
  <TitlesOfParts>
    <vt:vector size="25" baseType="lpstr">
      <vt:lpstr>Helvetica Light</vt:lpstr>
      <vt:lpstr>Helvetica Neue</vt:lpstr>
      <vt:lpstr>微软雅黑</vt:lpstr>
      <vt:lpstr>Arial</vt:lpstr>
      <vt:lpstr>Times New Roman</vt:lpstr>
      <vt:lpstr>webwppDefTheme</vt:lpstr>
      <vt:lpstr>1_webwppDefTheme</vt:lpstr>
      <vt:lpstr>2_webwppDefTheme</vt:lpstr>
      <vt:lpstr>3_webwppDefTheme</vt:lpstr>
      <vt:lpstr>4_webwppDefTheme</vt:lpstr>
      <vt:lpstr>27_webwppDefTheme</vt:lpstr>
      <vt:lpstr>21_webwppDefTheme</vt:lpstr>
      <vt:lpstr>24_webwppDefTheme</vt:lpstr>
      <vt:lpstr>22_webwppDefTheme</vt:lpstr>
      <vt:lpstr>23_webwppDefTheme</vt:lpstr>
      <vt:lpstr>5_webwppDefTheme</vt:lpstr>
      <vt:lpstr>6_webwppDefTheme</vt:lpstr>
      <vt:lpstr>7_webwppDefTheme</vt:lpstr>
      <vt:lpstr>8_webwppDefTheme</vt:lpstr>
      <vt:lpstr>9_webwppDefTheme</vt:lpstr>
      <vt:lpstr>10_webwppDefTheme</vt:lpstr>
      <vt:lpstr>11_webwppDefTheme</vt:lpstr>
      <vt:lpstr>12_webwppDefTheme</vt:lpstr>
      <vt:lpstr>13_webwppDefTheme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qianjianghao</dc:creator>
  <cp:lastModifiedBy>Qi Wang3700</cp:lastModifiedBy>
  <cp:revision>1279</cp:revision>
  <cp:lastPrinted>2020-08-24T06:52:00Z</cp:lastPrinted>
  <dcterms:created xsi:type="dcterms:W3CDTF">2020-08-24T06:52:00Z</dcterms:created>
  <dcterms:modified xsi:type="dcterms:W3CDTF">2026-10-09T09:36:21Z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6CE3AC170A46476F9F966556CB5A9253</vt:lpwstr>
  </property>
</Properties>
</file>