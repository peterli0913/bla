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87" r:id="rId2"/>
    <p:sldMasterId id="2147483699" r:id="rId3"/>
    <p:sldMasterId id="2147483710" r:id="rId4"/>
    <p:sldMasterId id="2147483721" r:id="rId5"/>
    <p:sldMasterId id="2147483732" r:id="rId6"/>
    <p:sldMasterId id="2147483744" r:id="rId7"/>
    <p:sldMasterId id="2147483755" r:id="rId8"/>
    <p:sldMasterId id="2147483766" r:id="rId9"/>
    <p:sldMasterId id="2147483777" r:id="rId10"/>
    <p:sldMasterId id="2147483788" r:id="rId11"/>
    <p:sldMasterId id="2147483799" r:id="rId12"/>
    <p:sldMasterId id="2147483811" r:id="rId13"/>
    <p:sldMasterId id="2147483823" r:id="rId14"/>
    <p:sldMasterId id="2147483835" r:id="rId15"/>
    <p:sldMasterId id="2147483847" r:id="rId16"/>
    <p:sldMasterId id="2147483859" r:id="rId17"/>
    <p:sldMasterId id="2147483871" r:id="rId18"/>
    <p:sldMasterId id="2147483883" r:id="rId19"/>
  </p:sldMasterIdLst>
  <p:notesMasterIdLst>
    <p:notesMasterId r:id="rId25"/>
  </p:notesMasterIdLst>
  <p:sldIdLst>
    <p:sldId id="306" r:id="rId20"/>
    <p:sldId id="3679" r:id="rId21"/>
    <p:sldId id="3661" r:id="rId22"/>
    <p:sldId id="3680" r:id="rId23"/>
    <p:sldId id="3422" r:id="rId24"/>
  </p:sldIdLst>
  <p:sldSz cx="24384000" cy="13716000"/>
  <p:notesSz cx="6858000" cy="9144000"/>
  <p:defaultTextStyle>
    <a:defPPr>
      <a:defRPr lang="en-US"/>
    </a:defPPr>
    <a:lvl1pPr algn="l" defTabSz="825500" rtl="0" eaLnBrk="0" fontAlgn="base" hangingPunct="0">
      <a:spcBef>
        <a:spcPct val="0"/>
      </a:spcBef>
      <a:spcAft>
        <a:spcPct val="0"/>
      </a:spcAft>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1pPr>
    <a:lvl2pPr marL="457200" indent="-228600" algn="l" defTabSz="825500" rtl="0" eaLnBrk="0" fontAlgn="base" hangingPunct="0">
      <a:spcBef>
        <a:spcPct val="0"/>
      </a:spcBef>
      <a:spcAft>
        <a:spcPct val="0"/>
      </a:spcAft>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2pPr>
    <a:lvl3pPr marL="914400" indent="-457200" algn="l" defTabSz="825500" rtl="0" eaLnBrk="0" fontAlgn="base" hangingPunct="0">
      <a:spcBef>
        <a:spcPct val="0"/>
      </a:spcBef>
      <a:spcAft>
        <a:spcPct val="0"/>
      </a:spcAft>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3pPr>
    <a:lvl4pPr marL="1371600" indent="-685800" algn="l" defTabSz="825500" rtl="0" eaLnBrk="0" fontAlgn="base" hangingPunct="0">
      <a:spcBef>
        <a:spcPct val="0"/>
      </a:spcBef>
      <a:spcAft>
        <a:spcPct val="0"/>
      </a:spcAft>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4pPr>
    <a:lvl5pPr marL="1828800" indent="-914400" algn="l" defTabSz="825500" rtl="0" eaLnBrk="0" fontAlgn="base" hangingPunct="0">
      <a:spcBef>
        <a:spcPct val="0"/>
      </a:spcBef>
      <a:spcAft>
        <a:spcPct val="0"/>
      </a:spcAft>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5pPr>
    <a:lvl6pPr marL="2286000" algn="l" defTabSz="914400" rtl="0" eaLnBrk="1" latinLnBrk="0" hangingPunct="1">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6pPr>
    <a:lvl7pPr marL="2743200" algn="l" defTabSz="914400" rtl="0" eaLnBrk="1" latinLnBrk="0" hangingPunct="1">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7pPr>
    <a:lvl8pPr marL="3200400" algn="l" defTabSz="914400" rtl="0" eaLnBrk="1" latinLnBrk="0" hangingPunct="1">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8pPr>
    <a:lvl9pPr marL="3657600" algn="l" defTabSz="914400" rtl="0" eaLnBrk="1" latinLnBrk="0" hangingPunct="1">
      <a:defRPr sz="2000" kern="12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9pPr>
  </p:defaultTextStyle>
  <p:extLst>
    <p:ext uri="{EFAFB233-063F-42B5-8137-9DF3F51BA10A}">
      <p15:sldGuideLst xmlns:p15="http://schemas.microsoft.com/office/powerpoint/2012/main">
        <p15:guide id="1" pos="14959">
          <p15:clr>
            <a:srgbClr val="A4A3A4"/>
          </p15:clr>
        </p15:guide>
        <p15:guide id="2" orient="horz" pos="8062">
          <p15:clr>
            <a:srgbClr val="A4A3A4"/>
          </p15:clr>
        </p15:guide>
        <p15:guide id="3" orient="horz" pos="691">
          <p15:clr>
            <a:srgbClr val="A4A3A4"/>
          </p15:clr>
        </p15:guide>
        <p15:guide id="4" orient="horz" pos="38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oyang Meng" initials="Z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2CDFD"/>
    <a:srgbClr val="2F5A9E"/>
    <a:srgbClr val="386DB4"/>
    <a:srgbClr val="49A0D4"/>
    <a:srgbClr val="3C6CB3"/>
    <a:srgbClr val="6FB5AB"/>
    <a:srgbClr val="789E45"/>
    <a:srgbClr val="CACC87"/>
    <a:srgbClr val="E95E5C"/>
    <a:srgbClr val="82C1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799" autoAdjust="0"/>
  </p:normalViewPr>
  <p:slideViewPr>
    <p:cSldViewPr snapToGrid="0" snapToObjects="1">
      <p:cViewPr>
        <p:scale>
          <a:sx n="25" d="100"/>
          <a:sy n="25" d="100"/>
        </p:scale>
        <p:origin x="1244" y="684"/>
      </p:cViewPr>
      <p:guideLst>
        <p:guide pos="14959"/>
        <p:guide orient="horz" pos="8062"/>
        <p:guide orient="horz" pos="691"/>
        <p:guide orient="horz" pos="3866"/>
      </p:guideLst>
    </p:cSldViewPr>
  </p:slideViewPr>
  <p:notesTextViewPr>
    <p:cViewPr>
      <p:scale>
        <a:sx n="1" d="1"/>
        <a:sy n="1" d="1"/>
      </p:scale>
      <p:origin x="0" y="0"/>
    </p:cViewPr>
  </p:notesTextViewPr>
  <p:sorterViewPr>
    <p:cViewPr>
      <p:scale>
        <a:sx n="42" d="100"/>
        <a:sy n="42" d="100"/>
      </p:scale>
      <p:origin x="0" y="-558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3.xml"/><Relationship Id="rId14" Type="http://schemas.openxmlformats.org/officeDocument/2006/relationships/slideMaster" Target="slideMasters/slideMaster14.xml"/><Relationship Id="rId15" Type="http://schemas.openxmlformats.org/officeDocument/2006/relationships/slideMaster" Target="slideMasters/slideMaster15.xml"/><Relationship Id="rId16" Type="http://schemas.openxmlformats.org/officeDocument/2006/relationships/slideMaster" Target="slideMasters/slideMaster16.xml"/><Relationship Id="rId17" Type="http://schemas.openxmlformats.org/officeDocument/2006/relationships/slideMaster" Target="slideMasters/slideMaster17.xml"/><Relationship Id="rId18" Type="http://schemas.openxmlformats.org/officeDocument/2006/relationships/slideMaster" Target="slideMasters/slideMaster18.xml"/><Relationship Id="rId19" Type="http://schemas.openxmlformats.org/officeDocument/2006/relationships/slideMaster" Target="slideMasters/slideMaster19.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notesMaster" Target="notesMasters/notesMaster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Shape 66"/>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3" name="Shape 67"/>
          <p:cNvSpPr>
            <a:spLocks noGrp="1" noChangeArrowheads="1"/>
          </p:cNvSpPr>
          <p:nvPr>
            <p:ph type="body" sz="quarter" idx="9"/>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zh-CN" altLang="zh-CN">
              <a:sym typeface="Helvetica Neue" pitchFamily="2" charset="0"/>
            </a:endParaRPr>
          </a:p>
        </p:txBody>
      </p:sp>
    </p:spTree>
  </p:cSld>
  <p:clrMap bg1="lt1" tx1="dk1" bg2="lt2" tx2="dk2" accent1="accent1" accent2="accent2" accent3="accent3" accent4="accent4" accent5="accent5" accent6="accent6" hlink="hlink" folHlink="folHlink"/>
  <p:notesStyle>
    <a:lvl1pPr algn="l" defTabSz="457200" rtl="0" eaLnBrk="0" fontAlgn="base" hangingPunct="0">
      <a:lnSpc>
        <a:spcPct val="117000"/>
      </a:lnSpc>
      <a:spcBef>
        <a:spcPct val="0"/>
      </a:spcBef>
      <a:spcAft>
        <a:spcPct val="0"/>
      </a:spcAft>
      <a:defRPr sz="2200">
        <a:solidFill>
          <a:schemeClr val="tx1"/>
        </a:solidFill>
        <a:latin typeface="+mn-lt"/>
        <a:ea typeface="+mn-ea"/>
        <a:cs typeface="+mn-cs"/>
        <a:sym typeface="Helvetica Neue" pitchFamily="2" charset="0"/>
      </a:defRPr>
    </a:lvl1pPr>
    <a:lvl2pPr marL="742950" indent="-285750" algn="l" defTabSz="457200" rtl="0" eaLnBrk="0" fontAlgn="base" hangingPunct="0">
      <a:lnSpc>
        <a:spcPct val="117000"/>
      </a:lnSpc>
      <a:spcBef>
        <a:spcPct val="0"/>
      </a:spcBef>
      <a:spcAft>
        <a:spcPct val="0"/>
      </a:spcAft>
      <a:defRPr sz="2200">
        <a:solidFill>
          <a:schemeClr val="tx1"/>
        </a:solidFill>
        <a:latin typeface="+mn-lt"/>
        <a:ea typeface="+mn-ea"/>
        <a:cs typeface="+mn-cs"/>
        <a:sym typeface="Helvetica Neue" pitchFamily="2" charset="0"/>
      </a:defRPr>
    </a:lvl2pPr>
    <a:lvl3pPr marL="1143000" indent="-228600" algn="l" defTabSz="457200" rtl="0" eaLnBrk="0" fontAlgn="base" hangingPunct="0">
      <a:lnSpc>
        <a:spcPct val="117000"/>
      </a:lnSpc>
      <a:spcBef>
        <a:spcPct val="0"/>
      </a:spcBef>
      <a:spcAft>
        <a:spcPct val="0"/>
      </a:spcAft>
      <a:defRPr sz="2200">
        <a:solidFill>
          <a:schemeClr val="tx1"/>
        </a:solidFill>
        <a:latin typeface="+mn-lt"/>
        <a:ea typeface="+mn-ea"/>
        <a:cs typeface="+mn-cs"/>
        <a:sym typeface="Helvetica Neue" pitchFamily="2" charset="0"/>
      </a:defRPr>
    </a:lvl3pPr>
    <a:lvl4pPr marL="1600200" indent="-228600" algn="l" defTabSz="457200" rtl="0" eaLnBrk="0" fontAlgn="base" hangingPunct="0">
      <a:lnSpc>
        <a:spcPct val="117000"/>
      </a:lnSpc>
      <a:spcBef>
        <a:spcPct val="0"/>
      </a:spcBef>
      <a:spcAft>
        <a:spcPct val="0"/>
      </a:spcAft>
      <a:defRPr sz="2200">
        <a:solidFill>
          <a:schemeClr val="tx1"/>
        </a:solidFill>
        <a:latin typeface="+mn-lt"/>
        <a:ea typeface="+mn-ea"/>
        <a:cs typeface="+mn-cs"/>
        <a:sym typeface="Helvetica Neue" pitchFamily="2" charset="0"/>
      </a:defRPr>
    </a:lvl4pPr>
    <a:lvl5pPr marL="2057400" indent="-228600" algn="l" defTabSz="457200" rtl="0" eaLnBrk="0" fontAlgn="base" hangingPunct="0">
      <a:lnSpc>
        <a:spcPct val="117000"/>
      </a:lnSpc>
      <a:spcBef>
        <a:spcPct val="0"/>
      </a:spcBef>
      <a:spcAft>
        <a:spcPct val="0"/>
      </a:spcAft>
      <a:defRPr sz="2200">
        <a:solidFill>
          <a:schemeClr val="tx1"/>
        </a:solidFill>
        <a:latin typeface="+mn-lt"/>
        <a:ea typeface="+mn-ea"/>
        <a:cs typeface="+mn-cs"/>
        <a:sym typeface="Helvetica Neue" pitchFamily="2" charset="0"/>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58247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jp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jp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jp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jp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1.jp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 Id="rId2" Type="http://schemas.openxmlformats.org/officeDocument/2006/relationships/image" Target="../media/image1.jp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 Id="rId2" Type="http://schemas.openxmlformats.org/officeDocument/2006/relationships/image" Target="../media/image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2.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9.xml"/><Relationship Id="rId2" Type="http://schemas.openxmlformats.org/officeDocument/2006/relationships/image" Target="../media/image1.jp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577716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pPr>
                <a:defRPr/>
              </a:pPr>
              <a:t>‹#›</a:t>
            </a:fld>
            <a:r>
              <a:rPr lang="en-US" altLang="zh-CN"/>
              <a:t>-</a:t>
            </a:r>
            <a:endParaRPr lang="zh-CN" altLang="en-US" dirty="0"/>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131414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1" i="0" u="none" strike="noStrike" cap="none" spc="0" normalizeH="0" baseline="0" noProof="1">
              <a:ln>
                <a:noFill/>
              </a:ln>
              <a:solidFill>
                <a:srgbClr val="FFFFFF"/>
              </a:solidFill>
              <a:effectLst/>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1" i="0" u="none" strike="noStrike" cap="none" spc="0" normalizeH="0" baseline="0" noProof="1">
              <a:ln>
                <a:noFill/>
              </a:ln>
              <a:solidFill>
                <a:srgbClr val="FFFFFF"/>
              </a:solidFill>
              <a:effectLst/>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1368334225"/>
      </p:ext>
    </p:extLst>
  </p:cSld>
  <p:clrMapOvr>
    <a:masterClrMapping/>
  </p:clrMapOvr>
  <p:transition spd="med"/>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716564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3550406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457187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3441432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597468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5769771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4238656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5249376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6001425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756120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205772610"/>
      </p:ext>
    </p:extLst>
  </p:cSld>
  <p:clrMapOvr>
    <a:masterClrMapping/>
  </p:clrMapOvr>
  <p:transition spd="med"/>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33660976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32975261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1412633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1020419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7736081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2388420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244734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30789828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868815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35134672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986927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668685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2944518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38351894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25503558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8657849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051359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2941793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054730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5973647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55133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3854415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5952675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24076251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9548392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398962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39949650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5061972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9078484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6229555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64459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7956298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0732621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42546903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7414861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6321163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3099517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93878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3" y="1830048"/>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817615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40411076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6" y="1310004"/>
            <a:ext cx="17397096"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8708"/>
            <a:ext cx="24384000" cy="569387"/>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90" y="12948708"/>
            <a:ext cx="1662112" cy="569387"/>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1" y="608331"/>
            <a:ext cx="5297806" cy="1052830"/>
          </a:xfrm>
          <a:prstGeom prst="rect">
            <a:avLst/>
          </a:prstGeom>
        </p:spPr>
      </p:pic>
    </p:spTree>
    <p:extLst>
      <p:ext uri="{BB962C8B-B14F-4D97-AF65-F5344CB8AC3E}">
        <p14:creationId xmlns:p14="http://schemas.microsoft.com/office/powerpoint/2010/main" val="3745844023"/>
      </p:ext>
    </p:extLst>
  </p:cSld>
  <p:clrMapOvr>
    <a:masterClrMapping/>
  </p:clrMapOvr>
  <p:transition spd="med"/>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p:nvPr>
        </p:nvSpPr>
        <p:spPr>
          <a:xfrm>
            <a:off x="1339765" y="4617765"/>
            <a:ext cx="21704474" cy="1798334"/>
          </a:xfrm>
        </p:spPr>
        <p:txBody>
          <a:bodyPr rIns="25400" anchor="t"/>
          <a:lstStyle>
            <a:lvl1pPr algn="ctr">
              <a:defRPr sz="10800" b="0" spc="600">
                <a:effectLst/>
                <a:latin typeface="+mn-ea"/>
                <a:ea typeface="+mn-ea"/>
              </a:defRPr>
            </a:lvl1pPr>
          </a:lstStyle>
          <a:p>
            <a:r>
              <a:rPr lang="zh-CN" altLang="en-US" smtClean="0"/>
              <a:t>单击此处编辑母版标题样式</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smtClean="0"/>
              <a:t>单击以编辑母版副标题样式</a:t>
            </a:r>
            <a:endParaRPr lang="zh-CN" altLang="en-US" dirty="0"/>
          </a:p>
        </p:txBody>
      </p:sp>
      <p:sp>
        <p:nvSpPr>
          <p:cNvPr id="4" name="页脚占位符 16"/>
          <p:cNvSpPr>
            <a:spLocks noGrp="1"/>
          </p:cNvSpPr>
          <p:nvPr>
            <p:ph type="ftr" sz="quarter" idx="10"/>
          </p:nvPr>
        </p:nvSpPr>
        <p:spPr/>
        <p:txBody>
          <a:bodyPr/>
          <a:lstStyle>
            <a:lvl1pPr>
              <a:defRPr dirty="0">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灯片编号占位符 17"/>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64FD400-94D0-4ED6-A93C-2AA40A9E2427}"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9263210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4" name="页脚占位符 4"/>
          <p:cNvSpPr>
            <a:spLocks noGrp="1"/>
          </p:cNvSpPr>
          <p:nvPr>
            <p:ph type="ftr" sz="quarter" idx="11"/>
          </p:nvPr>
        </p:nvSpPr>
        <p:spPr/>
        <p:txBody>
          <a:bodyPr/>
          <a:lstStyle>
            <a:lvl1pPr>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灯片编号占位符 5"/>
          <p:cNvSpPr>
            <a:spLocks noGrp="1"/>
          </p:cNvSpPr>
          <p:nvPr>
            <p:ph type="sldNum" sz="quarter" idx="12"/>
          </p:nvPr>
        </p:nvSpPr>
        <p:spPr/>
        <p:txBody>
          <a:bodyPr/>
          <a:lstStyle>
            <a:lvl1pPr>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A03CC825-4656-41F6-80A0-7E51930C27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8030641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p:nvPr>
        </p:nvSpPr>
        <p:spPr>
          <a:xfrm>
            <a:off x="1339765" y="1162450"/>
            <a:ext cx="21704474" cy="1296000"/>
          </a:xfrm>
        </p:spPr>
        <p:txBody>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lang="zh-CN" altLang="en-US" smtClean="0">
                <a:sym typeface="+mn-ea"/>
              </a:rPr>
              <a:t>单击此处编辑母版标题样式</a:t>
            </a:r>
            <a:endParaRPr dirty="0">
              <a:sym typeface="+mn-ea"/>
            </a:endParaRPr>
          </a:p>
        </p:txBody>
      </p:sp>
      <p:sp>
        <p:nvSpPr>
          <p:cNvPr id="7" name="文本占位符 6"/>
          <p:cNvSpPr>
            <a:spLocks noGrp="1"/>
          </p:cNvSpPr>
          <p:nvPr>
            <p:ph type="body" idx="1" hasCustomPrompt="1"/>
          </p:nvPr>
        </p:nvSpPr>
        <p:spPr>
          <a:xfrm>
            <a:off x="1339850" y="3016253"/>
            <a:ext cx="21704300" cy="9498330"/>
          </a:xfrm>
          <a:prstGeom prst="rect">
            <a:avLst/>
          </a:prstGeom>
        </p:spPr>
        <p:txBody>
          <a:bodyPr/>
          <a:lstStyle>
            <a:lvl1pPr>
              <a:defRPr sz="4800"/>
            </a:lvl1pPr>
            <a:lvl2pPr>
              <a:defRPr sz="4800"/>
            </a:lvl2pPr>
            <a:lvl3pPr>
              <a:defRPr sz="4800"/>
            </a:lvl3pPr>
            <a:lvl4pPr>
              <a:defRPr sz="4800"/>
            </a:lvl4pPr>
            <a:lvl5pPr>
              <a:defRPr sz="4800"/>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页脚占位符 4"/>
          <p:cNvSpPr>
            <a:spLocks noGrp="1"/>
          </p:cNvSpPr>
          <p:nvPr>
            <p:ph type="ftr" sz="quarter" idx="10"/>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灯片编号占位符 5"/>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A8BEC6C6-CFC1-4311-8680-D8482A992C93}"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7577326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5" name="标题 4"/>
          <p:cNvSpPr>
            <a:spLocks noGrp="1"/>
          </p:cNvSpPr>
          <p:nvPr>
            <p:ph type="title"/>
          </p:nvPr>
        </p:nvSpPr>
        <p:spPr>
          <a:xfrm>
            <a:off x="1680210" y="1455420"/>
            <a:ext cx="7863840" cy="2230120"/>
          </a:xfrm>
        </p:spPr>
        <p:txBody>
          <a:bodyPr/>
          <a:lstStyle>
            <a:lvl1pPr>
              <a:defRPr sz="6400">
                <a:latin typeface="+mn-ea"/>
                <a:ea typeface="+mn-ea"/>
              </a:defRPr>
            </a:lvl1pPr>
          </a:lstStyle>
          <a:p>
            <a:r>
              <a:rPr lang="zh-CN" altLang="en-US" smtClean="0"/>
              <a:t>单击此处编辑母版标题样式</a:t>
            </a:r>
            <a:endParaRPr lang="zh-CN" altLang="en-US"/>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smtClean="0"/>
              <a:t>编辑母版文本样式</a:t>
            </a:r>
          </a:p>
        </p:txBody>
      </p:sp>
      <p:sp>
        <p:nvSpPr>
          <p:cNvPr id="7" name="文本占位符 6"/>
          <p:cNvSpPr>
            <a:spLocks noGrp="1"/>
          </p:cNvSpPr>
          <p:nvPr>
            <p:ph type="body" sz="half" idx="2" hasCustomPrompt="1"/>
          </p:nvPr>
        </p:nvSpPr>
        <p:spPr>
          <a:xfrm>
            <a:off x="1680210" y="4479293"/>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8" name="页脚占位符 2"/>
          <p:cNvSpPr>
            <a:spLocks noGrp="1"/>
          </p:cNvSpPr>
          <p:nvPr>
            <p:ph type="ftr" sz="quarter" idx="10"/>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9" name="灯片编号占位符 3"/>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9C83D53C-7B98-40C6-BDD8-A8CE1D0D47B0}"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363203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9" name="标题 8"/>
          <p:cNvSpPr>
            <a:spLocks noGrp="1"/>
          </p:cNvSpPr>
          <p:nvPr>
            <p:ph type="title"/>
          </p:nvPr>
        </p:nvSpPr>
        <p:spPr>
          <a:xfrm>
            <a:off x="1339850" y="11210293"/>
            <a:ext cx="21704300" cy="1116330"/>
          </a:xfrm>
        </p:spPr>
        <p:txBody>
          <a:bodyPr/>
          <a:lstStyle>
            <a:lvl1pPr>
              <a:defRPr b="0">
                <a:latin typeface="+mn-ea"/>
                <a:ea typeface="+mn-ea"/>
              </a:defRPr>
            </a:lvl1pPr>
          </a:lstStyle>
          <a:p>
            <a:r>
              <a:rPr lang="zh-CN" altLang="en-US" smtClean="0"/>
              <a:t>单击此处编辑母版标题样式</a:t>
            </a:r>
            <a:endParaRPr lang="zh-CN" altLang="en-US"/>
          </a:p>
        </p:txBody>
      </p:sp>
      <p:sp>
        <p:nvSpPr>
          <p:cNvPr id="8" name="内容占位符 7"/>
          <p:cNvSpPr>
            <a:spLocks noGrp="1"/>
          </p:cNvSpPr>
          <p:nvPr>
            <p:ph idx="1" hasCustomPrompt="1"/>
          </p:nvPr>
        </p:nvSpPr>
        <p:spPr>
          <a:xfrm>
            <a:off x="1339850" y="1282703"/>
            <a:ext cx="21704300" cy="9112250"/>
          </a:xfrm>
        </p:spPr>
        <p:txBody>
          <a:bodyPr>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lang="zh-CN" altLang="en-US" smtClean="0">
                <a:sym typeface="+mn-ea"/>
              </a:rPr>
              <a:t>编辑母版文本样式</a:t>
            </a:r>
          </a:p>
        </p:txBody>
      </p:sp>
      <p:sp>
        <p:nvSpPr>
          <p:cNvPr id="4" name="页脚占位符 5"/>
          <p:cNvSpPr>
            <a:spLocks noGrp="1"/>
          </p:cNvSpPr>
          <p:nvPr>
            <p:ph type="ftr" sz="quarter" idx="10"/>
          </p:nvPr>
        </p:nvSpPr>
        <p:spPr/>
        <p:txBody>
          <a:bodyPr/>
          <a:lstStyle>
            <a:lvl1pPr>
              <a:defRPr dirty="0">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灯片编号占位符 6"/>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3DDE270C-350D-4C0E-9AA1-D96931F46A5C}"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42238530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7" name="内容占位符 6"/>
          <p:cNvSpPr>
            <a:spLocks noGrp="1"/>
          </p:cNvSpPr>
          <p:nvPr>
            <p:ph idx="1" hasCustomPrompt="1"/>
          </p:nvPr>
        </p:nvSpPr>
        <p:spPr>
          <a:xfrm>
            <a:off x="3" y="0"/>
            <a:ext cx="24392890" cy="13736320"/>
          </a:xfrm>
        </p:spPr>
        <p:txBody>
          <a:bodyPr>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lang="zh-CN" altLang="en-US" smtClean="0">
                <a:sym typeface="+mn-ea"/>
              </a:rPr>
              <a:t>编辑母版文本样式</a:t>
            </a:r>
          </a:p>
        </p:txBody>
      </p:sp>
      <p:sp>
        <p:nvSpPr>
          <p:cNvPr id="3" name="页脚占位符 4"/>
          <p:cNvSpPr>
            <a:spLocks noGrp="1"/>
          </p:cNvSpPr>
          <p:nvPr>
            <p:ph type="ftr" sz="quarter" idx="10"/>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4" name="灯片编号占位符 5"/>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AADE95A2-CF63-4AAD-9B3D-C96FA9AF783D}"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00612190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2" name="内容占位符 1"/>
          <p:cNvSpPr>
            <a:spLocks noGrp="1"/>
          </p:cNvSpPr>
          <p:nvPr>
            <p:ph sz="half" idx="2" hasCustomPrompt="1"/>
          </p:nvPr>
        </p:nvSpPr>
        <p:spPr>
          <a:xfrm>
            <a:off x="935990" y="1130300"/>
            <a:ext cx="10800080" cy="11455400"/>
          </a:xfrm>
        </p:spPr>
        <p:txBody>
          <a:bodyPr>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lang="zh-CN" altLang="en-US" smtClean="0">
                <a:sym typeface="+mn-ea"/>
              </a:rPr>
              <a:t>编辑母版文本样式</a:t>
            </a:r>
          </a:p>
        </p:txBody>
      </p:sp>
      <p:sp>
        <p:nvSpPr>
          <p:cNvPr id="6" name="内容占位符 5"/>
          <p:cNvSpPr>
            <a:spLocks noGrp="1"/>
          </p:cNvSpPr>
          <p:nvPr>
            <p:ph sz="half" idx="13" hasCustomPrompt="1"/>
          </p:nvPr>
        </p:nvSpPr>
        <p:spPr>
          <a:xfrm>
            <a:off x="12575540" y="1130300"/>
            <a:ext cx="10800080" cy="11455400"/>
          </a:xfrm>
        </p:spPr>
        <p:txBody>
          <a:bodyPr>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lang="zh-CN" altLang="en-US" smtClean="0">
                <a:sym typeface="+mn-ea"/>
              </a:rPr>
              <a:t>编辑母版文本样式</a:t>
            </a:r>
          </a:p>
        </p:txBody>
      </p:sp>
      <p:sp>
        <p:nvSpPr>
          <p:cNvPr id="4" name="页脚占位符 3"/>
          <p:cNvSpPr>
            <a:spLocks noGrp="1"/>
          </p:cNvSpPr>
          <p:nvPr>
            <p:ph type="ftr" sz="quarter" idx="14"/>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灯片编号占位符 4"/>
          <p:cNvSpPr>
            <a:spLocks noGrp="1"/>
          </p:cNvSpPr>
          <p:nvPr>
            <p:ph type="sldNum" sz="quarter" idx="15"/>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15C072DD-68B9-4B53-BD4B-86545AD4649B}"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6726104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339765" y="1247185"/>
            <a:ext cx="21704474" cy="1798334"/>
          </a:xfrm>
        </p:spPr>
        <p:txBody>
          <a:bodyPr rIns="25400"/>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lang="zh-CN" altLang="en-US" smtClean="0">
                <a:sym typeface="+mn-ea"/>
              </a:rPr>
              <a:t>单击此处编辑母版标题样式</a:t>
            </a:r>
            <a:endParaRPr>
              <a:sym typeface="+mn-ea"/>
            </a:endParaRPr>
          </a:p>
        </p:txBody>
      </p:sp>
      <p:sp>
        <p:nvSpPr>
          <p:cNvPr id="3" name="页脚占位符 3"/>
          <p:cNvSpPr>
            <a:spLocks noGrp="1"/>
          </p:cNvSpPr>
          <p:nvPr>
            <p:ph type="ftr" sz="quarter" idx="10"/>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4" name="灯片编号占位符 4"/>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C23235F8-AC07-453E-8759-D74DE3E6FDD7}"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71440621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9842164" y="13154026"/>
            <a:ext cx="5068888"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lIns="45720" tIns="45720" rIns="45720" bIns="45720" spcCol="38100">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3" name="直线连接符 3"/>
          <p:cNvCxnSpPr/>
          <p:nvPr userDrawn="1"/>
        </p:nvCxnSpPr>
        <p:spPr>
          <a:xfrm>
            <a:off x="6540501" y="1830388"/>
            <a:ext cx="17129126"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
        <p:nvSpPr>
          <p:cNvPr id="4" name="灯片编号占位符 2"/>
          <p:cNvSpPr>
            <a:spLocks noGrp="1"/>
          </p:cNvSpPr>
          <p:nvPr>
            <p:ph type="sldNum" sz="quarter" idx="10"/>
          </p:nvPr>
        </p:nvSpPr>
        <p:spPr>
          <a:xfrm>
            <a:off x="11129967" y="13192129"/>
            <a:ext cx="1465262" cy="323850"/>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52319E4B-6ED2-4FA3-91E3-3367D62E902F}"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2958322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页脚占位符 3"/>
          <p:cNvSpPr>
            <a:spLocks noGrp="1"/>
          </p:cNvSpPr>
          <p:nvPr>
            <p:ph type="ftr" sz="quarter" idx="10"/>
          </p:nvPr>
        </p:nvSpPr>
        <p:spPr/>
        <p:txBody>
          <a:bodyPr/>
          <a:lstStyle>
            <a:lvl1pPr>
              <a:defRPr dirty="0">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3" name="灯片编号占位符 4"/>
          <p:cNvSpPr>
            <a:spLocks noGrp="1"/>
          </p:cNvSpPr>
          <p:nvPr>
            <p:ph type="sldNum" sz="quarter" idx="11"/>
          </p:nvPr>
        </p:nvSpPr>
        <p:spPr/>
        <p:txBody>
          <a:bodyPr/>
          <a:lstStyle>
            <a:lvl1pPr>
              <a:defRPr smtClean="0">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77938005-03C5-4A75-AE7D-2E7992612E23}"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733380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19377628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9492123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56688626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23143939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2952007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262593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39019750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79455521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7666976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25578108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16293582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41137584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53700129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285924507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681002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44266041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13150806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410233876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2897622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252030927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151120585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27353488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3832125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417149613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94185531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7311052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46350975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353836934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32231740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4073272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247772700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31221749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79744458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346554008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61001202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27092791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195365755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202465514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2842621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406413936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15570826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4381816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374776625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5521636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410181002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65602838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9835246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256980554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69133662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352888989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1121975772"/>
      </p:ext>
    </p:extLst>
  </p:cSld>
  <p:clrMapOvr>
    <a:masterClrMapping/>
  </p:clrMapOvr>
  <p:transition spd="med"/>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90786739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395101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42414019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243763417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74078859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69111681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409220061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58814838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4252087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05793211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308915302"/>
      </p:ext>
    </p:extLst>
  </p:cSld>
  <p:clrMapOvr>
    <a:masterClrMapping/>
  </p:clrMapOvr>
  <p:transition spd="med"/>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80110726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99879861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355699444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92853532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409101158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69043727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52857109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31992585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0724890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58966911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3048887762"/>
      </p:ext>
    </p:extLst>
  </p:cSld>
  <p:clrMapOvr>
    <a:masterClrMapping/>
  </p:clrMapOvr>
  <p:transition spd="med"/>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3467791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75755040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9982422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55631619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33942811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91795357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42283997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03036278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14408310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62548181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4114845763"/>
      </p:ext>
    </p:extLst>
  </p:cSld>
  <p:clrMapOvr>
    <a:masterClrMapping/>
  </p:clrMapOvr>
  <p:transition spd="med"/>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20983756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90952874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51654208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376333524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43048377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7970544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37793413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382164165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40951054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44881652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37885497"/>
      </p:ext>
    </p:extLst>
  </p:cSld>
  <p:clrMapOvr>
    <a:masterClrMapping/>
  </p:clrMapOvr>
  <p:transition spd="med"/>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47287003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180243244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94584121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420974172"/>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253653253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83969095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49625178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3297505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pPr marL="0" marR="0" lvl="0" indent="0" algn="ctr" defTabSz="825500" rtl="0" eaLnBrk="0" fontAlgn="base" latinLnBrk="0" hangingPunct="0">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34620011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extLst>
      <p:ext uri="{BB962C8B-B14F-4D97-AF65-F5344CB8AC3E}">
        <p14:creationId xmlns:p14="http://schemas.microsoft.com/office/powerpoint/2010/main" val="235843843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0" fontAlgn="auto" latinLnBrk="0" hangingPunct="0">
              <a:lnSpc>
                <a:spcPct val="100000"/>
              </a:lnSpc>
              <a:spcBef>
                <a:spcPts val="0"/>
              </a:spcBef>
              <a:spcAft>
                <a:spcPts val="0"/>
              </a:spcAft>
              <a:buClrTx/>
              <a:buSzTx/>
              <a:buFontTx/>
              <a:buNone/>
              <a:tabLst/>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545466856"/>
      </p:ext>
    </p:extLst>
  </p:cSld>
  <p:clrMapOvr>
    <a:masterClrMapping/>
  </p:clrMapOvr>
  <p:transition spd="med"/>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114116221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232A-CDD4-E04C-BBB1-F0B9B8659D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BACAFA3-850E-8D47-B80D-AC3DD277A5D1}"/>
              </a:ext>
            </a:extLst>
          </p:cNvPr>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页脚占位符 3">
            <a:extLst>
              <a:ext uri="{FF2B5EF4-FFF2-40B4-BE49-F238E27FC236}">
                <a16:creationId xmlns:a16="http://schemas.microsoft.com/office/drawing/2014/main" id="{871FF9E4-4AF9-F74A-8400-DE943D3D4A12}"/>
              </a:ext>
            </a:extLst>
          </p:cNvPr>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a:extLst>
              <a:ext uri="{FF2B5EF4-FFF2-40B4-BE49-F238E27FC236}">
                <a16:creationId xmlns:a16="http://schemas.microsoft.com/office/drawing/2014/main" id="{39399916-FBF6-5643-B142-C791CED3C8F0}"/>
              </a:ext>
            </a:extLst>
          </p:cNvPr>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26049099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84583788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69817224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65159259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131367557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59154971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290920694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a:extLst>
              <a:ext uri="{FF2B5EF4-FFF2-40B4-BE49-F238E27FC236}">
                <a16:creationId xmlns:a16="http://schemas.microsoft.com/office/drawing/2014/main" id="{E8935146-DF8B-F442-B4BE-AE15BE05DCD1}"/>
              </a:ext>
            </a:extLst>
          </p:cNvPr>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pPr marL="0" marR="0" lvl="0" indent="0" algn="ctr" defTabSz="825500" rtl="0" eaLnBrk="1" fontAlgn="base" latinLnBrk="0" hangingPunct="1">
                <a:lnSpc>
                  <a:spcPct val="100000"/>
                </a:lnSpc>
                <a:spcBef>
                  <a:spcPct val="0"/>
                </a:spcBef>
                <a:spcAft>
                  <a:spcPct val="0"/>
                </a:spcAft>
                <a:buClrTx/>
                <a:buSzTx/>
                <a:buFontTx/>
                <a:buNone/>
                <a:tabLst/>
                <a:defRPr/>
              </a:p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704020202020204" pitchFamily="34" charset="0"/>
            </a:endParaRPr>
          </a:p>
        </p:txBody>
      </p:sp>
      <p:sp>
        <p:nvSpPr>
          <p:cNvPr id="7" name="文本框 6">
            <a:extLst>
              <a:ext uri="{FF2B5EF4-FFF2-40B4-BE49-F238E27FC236}">
                <a16:creationId xmlns:a16="http://schemas.microsoft.com/office/drawing/2014/main" id="{38AC3A7A-7E03-DC4D-A036-93A8B7EC8FF4}"/>
              </a:ext>
            </a:extLst>
          </p:cNvPr>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a:extLst>
              <a:ext uri="{FF2B5EF4-FFF2-40B4-BE49-F238E27FC236}">
                <a16:creationId xmlns:a16="http://schemas.microsoft.com/office/drawing/2014/main" id="{7DE88738-B166-9746-B282-0D2477C518BD}"/>
              </a:ext>
            </a:extLst>
          </p:cNvPr>
          <p:cNvCxnSpPr>
            <a:cxnSpLocks/>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49776680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Tree>
    <p:extLst>
      <p:ext uri="{BB962C8B-B14F-4D97-AF65-F5344CB8AC3E}">
        <p14:creationId xmlns:p14="http://schemas.microsoft.com/office/powerpoint/2010/main" val="395941051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dirty="0">
              <a:solidFill>
                <a:prstClr val="black">
                  <a:tint val="75000"/>
                </a:prstClr>
              </a:solidFill>
              <a:ea typeface="微软雅黑"/>
              <a:cs typeface="+mn-cs"/>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dirty="0">
              <a:solidFill>
                <a:prstClr val="black">
                  <a:tint val="75000"/>
                </a:prstClr>
              </a:solidFill>
              <a:ea typeface="微软雅黑"/>
              <a:cs typeface="+mn-cs"/>
            </a:endParaRPr>
          </a:p>
        </p:txBody>
      </p:sp>
    </p:spTree>
    <p:extLst>
      <p:ext uri="{BB962C8B-B14F-4D97-AF65-F5344CB8AC3E}">
        <p14:creationId xmlns:p14="http://schemas.microsoft.com/office/powerpoint/2010/main" val="4003440999"/>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4" name="页脚占位符 3"/>
          <p:cNvSpPr>
            <a:spLocks noGrp="1"/>
          </p:cNvSpPr>
          <p:nvPr>
            <p:ph type="ftr" sz="quarter" idx="11"/>
          </p:nvPr>
        </p:nvSpPr>
        <p:spPr/>
        <p:txBody>
          <a:bodyPr/>
          <a:lstStyle/>
          <a:p>
            <a:pPr defTabSz="1828800" eaLnBrk="1" fontAlgn="auto" hangingPunct="1">
              <a:spcBef>
                <a:spcPts val="0"/>
              </a:spcBef>
              <a:spcAft>
                <a:spcPts val="0"/>
              </a:spcAft>
            </a:pPr>
            <a:endParaRPr lang="zh-CN" altLang="en-US" dirty="0">
              <a:solidFill>
                <a:prstClr val="black">
                  <a:tint val="75000"/>
                </a:prstClr>
              </a:solidFill>
              <a:ea typeface="微软雅黑"/>
              <a:cs typeface="+mn-cs"/>
            </a:endParaRPr>
          </a:p>
        </p:txBody>
      </p:sp>
      <p:sp>
        <p:nvSpPr>
          <p:cNvPr id="5" name="灯片编号占位符 4"/>
          <p:cNvSpPr>
            <a:spLocks noGrp="1"/>
          </p:cNvSpPr>
          <p:nvPr>
            <p:ph type="sldNum" sz="quarter" idx="12"/>
          </p:nvPr>
        </p:nvSpPr>
        <p:spPr/>
        <p:txBody>
          <a:body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dirty="0">
              <a:solidFill>
                <a:prstClr val="black">
                  <a:tint val="75000"/>
                </a:prstClr>
              </a:solidFill>
              <a:ea typeface="微软雅黑"/>
              <a:cs typeface="+mn-cs"/>
            </a:endParaRPr>
          </a:p>
        </p:txBody>
      </p:sp>
    </p:spTree>
    <p:extLst>
      <p:ext uri="{BB962C8B-B14F-4D97-AF65-F5344CB8AC3E}">
        <p14:creationId xmlns:p14="http://schemas.microsoft.com/office/powerpoint/2010/main" val="189711897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1021488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95712357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dirty="0">
              <a:solidFill>
                <a:prstClr val="black">
                  <a:tint val="75000"/>
                </a:prstClr>
              </a:solidFill>
              <a:ea typeface="微软雅黑"/>
              <a:cs typeface="+mn-cs"/>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FABC47A4-756D-490B-A52F-7D9E2C9FC05F}"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6"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87342686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6"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extLst>
      <p:ext uri="{BB962C8B-B14F-4D97-AF65-F5344CB8AC3E}">
        <p14:creationId xmlns:p14="http://schemas.microsoft.com/office/powerpoint/2010/main" val="3805958589"/>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6"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6"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extLst>
      <p:ext uri="{BB962C8B-B14F-4D97-AF65-F5344CB8AC3E}">
        <p14:creationId xmlns:p14="http://schemas.microsoft.com/office/powerpoint/2010/main" val="2558647707"/>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a:solidFill>
                <a:prstClr val="black">
                  <a:tint val="75000"/>
                </a:prstClr>
              </a:solidFill>
              <a:ea typeface="微软雅黑"/>
              <a:cs typeface="+mn-cs"/>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381819265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eaLnBrk="1" fontAlgn="auto" hangingPunct="1">
              <a:spcBef>
                <a:spcPts val="0"/>
              </a:spcBef>
              <a:spcAft>
                <a:spcPts val="0"/>
              </a:spcAft>
              <a:defRPr/>
            </a:pPr>
            <a:r>
              <a:rPr lang="en-US" altLang="zh-CN" smtClean="0">
                <a:solidFill>
                  <a:prstClr val="white"/>
                </a:solidFill>
                <a:ea typeface="微软雅黑"/>
              </a:rPr>
              <a:t>-</a:t>
            </a:r>
            <a:fld id="{FAEDECE0-B3E3-4E93-9B91-9F10B30F5B07}" type="slidenum">
              <a:rPr lang="en-US" altLang="zh-CN" smtClean="0">
                <a:solidFill>
                  <a:prstClr val="white"/>
                </a:solidFill>
                <a:ea typeface="微软雅黑"/>
              </a:rPr>
              <a:pPr defTabSz="1828800" eaLnBrk="1" fontAlgn="auto" hangingPunct="1">
                <a:spcBef>
                  <a:spcPts val="0"/>
                </a:spcBef>
                <a:spcAft>
                  <a:spcPts val="0"/>
                </a:spcAft>
                <a:defRPr/>
              </a:pPr>
              <a:t>‹#›</a:t>
            </a:fld>
            <a:r>
              <a:rPr lang="en-US" altLang="zh-CN" smtClean="0">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3" y="1830048"/>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05156512"/>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eaLnBrk="1" fontAlgn="auto" hangingPunct="1">
              <a:spcBef>
                <a:spcPts val="0"/>
              </a:spcBef>
              <a:spcAft>
                <a:spcPts val="0"/>
              </a:spcAft>
            </a:pPr>
            <a:endParaRPr lang="zh-CN" altLang="en-US" dirty="0">
              <a:solidFill>
                <a:prstClr val="black">
                  <a:tint val="75000"/>
                </a:prstClr>
              </a:solidFill>
              <a:ea typeface="微软雅黑"/>
              <a:cs typeface="+mn-cs"/>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dirty="0">
              <a:solidFill>
                <a:prstClr val="black">
                  <a:tint val="75000"/>
                </a:prstClr>
              </a:solidFill>
              <a:ea typeface="微软雅黑"/>
              <a:cs typeface="+mn-cs"/>
            </a:endParaRPr>
          </a:p>
        </p:txBody>
      </p:sp>
    </p:spTree>
    <p:extLst>
      <p:ext uri="{BB962C8B-B14F-4D97-AF65-F5344CB8AC3E}">
        <p14:creationId xmlns:p14="http://schemas.microsoft.com/office/powerpoint/2010/main" val="6856027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9" Type="http://schemas.openxmlformats.org/officeDocument/2006/relationships/slideLayout" Target="../slideLayouts/slideLayout72.xml"/><Relationship Id="rId10" Type="http://schemas.openxmlformats.org/officeDocument/2006/relationships/slideLayout" Target="../slideLayouts/slideLayout73.xml"/><Relationship Id="rId1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slideLayout" Target="../slideLayouts/slideLayout75.xml"/><Relationship Id="rId3" Type="http://schemas.openxmlformats.org/officeDocument/2006/relationships/slideLayout" Target="../slideLayouts/slideLayout76.xml"/><Relationship Id="rId4" Type="http://schemas.openxmlformats.org/officeDocument/2006/relationships/slideLayout" Target="../slideLayouts/slideLayout77.xml"/><Relationship Id="rId5" Type="http://schemas.openxmlformats.org/officeDocument/2006/relationships/slideLayout" Target="../slideLayouts/slideLayout78.xml"/><Relationship Id="rId6" Type="http://schemas.openxmlformats.org/officeDocument/2006/relationships/slideLayout" Target="../slideLayouts/slideLayout79.xml"/><Relationship Id="rId7" Type="http://schemas.openxmlformats.org/officeDocument/2006/relationships/slideLayout" Target="../slideLayouts/slideLayout80.xml"/><Relationship Id="rId8" Type="http://schemas.openxmlformats.org/officeDocument/2006/relationships/slideLayout" Target="../slideLayouts/slideLayout81.xml"/><Relationship Id="rId9" Type="http://schemas.openxmlformats.org/officeDocument/2006/relationships/slideLayout" Target="../slideLayouts/slideLayout82.xml"/><Relationship Id="rId10" Type="http://schemas.openxmlformats.org/officeDocument/2006/relationships/slideLayout" Target="../slideLayouts/slideLayout83.xml"/><Relationship Id="rId1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slideLayout" Target="../slideLayouts/slideLayout95.xml"/><Relationship Id="rId3" Type="http://schemas.openxmlformats.org/officeDocument/2006/relationships/slideLayout" Target="../slideLayouts/slideLayout96.xml"/><Relationship Id="rId4" Type="http://schemas.openxmlformats.org/officeDocument/2006/relationships/slideLayout" Target="../slideLayouts/slideLayout97.xml"/><Relationship Id="rId5" Type="http://schemas.openxmlformats.org/officeDocument/2006/relationships/slideLayout" Target="../slideLayouts/slideLayout98.xml"/><Relationship Id="rId6" Type="http://schemas.openxmlformats.org/officeDocument/2006/relationships/slideLayout" Target="../slideLayouts/slideLayout99.xml"/><Relationship Id="rId7" Type="http://schemas.openxmlformats.org/officeDocument/2006/relationships/slideLayout" Target="../slideLayouts/slideLayout100.xml"/><Relationship Id="rId8" Type="http://schemas.openxmlformats.org/officeDocument/2006/relationships/slideLayout" Target="../slideLayouts/slideLayout101.xml"/><Relationship Id="rId9" Type="http://schemas.openxmlformats.org/officeDocument/2006/relationships/slideLayout" Target="../slideLayouts/slideLayout102.xml"/><Relationship Id="rId10" Type="http://schemas.openxmlformats.org/officeDocument/2006/relationships/slideLayout" Target="../slideLayouts/slideLayout103.xml"/><Relationship Id="rId1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slideLayout" Target="../slideLayouts/slideLayout105.xml"/><Relationship Id="rId3" Type="http://schemas.openxmlformats.org/officeDocument/2006/relationships/slideLayout" Target="../slideLayouts/slideLayout106.xml"/><Relationship Id="rId4" Type="http://schemas.openxmlformats.org/officeDocument/2006/relationships/slideLayout" Target="../slideLayouts/slideLayout107.xml"/><Relationship Id="rId5" Type="http://schemas.openxmlformats.org/officeDocument/2006/relationships/slideLayout" Target="../slideLayouts/slideLayout108.xml"/><Relationship Id="rId6" Type="http://schemas.openxmlformats.org/officeDocument/2006/relationships/slideLayout" Target="../slideLayouts/slideLayout109.xml"/><Relationship Id="rId7" Type="http://schemas.openxmlformats.org/officeDocument/2006/relationships/slideLayout" Target="../slideLayouts/slideLayout110.xml"/><Relationship Id="rId8" Type="http://schemas.openxmlformats.org/officeDocument/2006/relationships/slideLayout" Target="../slideLayouts/slideLayout111.xml"/><Relationship Id="rId9" Type="http://schemas.openxmlformats.org/officeDocument/2006/relationships/slideLayout" Target="../slideLayouts/slideLayout112.xml"/><Relationship Id="rId10" Type="http://schemas.openxmlformats.org/officeDocument/2006/relationships/slideLayout" Target="../slideLayouts/slideLayout113.xml"/><Relationship Id="rId1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slideLayout" Target="../slideLayouts/slideLayout115.xml"/><Relationship Id="rId3" Type="http://schemas.openxmlformats.org/officeDocument/2006/relationships/slideLayout" Target="../slideLayouts/slideLayout116.xml"/><Relationship Id="rId4" Type="http://schemas.openxmlformats.org/officeDocument/2006/relationships/slideLayout" Target="../slideLayouts/slideLayout117.xml"/><Relationship Id="rId5" Type="http://schemas.openxmlformats.org/officeDocument/2006/relationships/slideLayout" Target="../slideLayouts/slideLayout118.xml"/><Relationship Id="rId6" Type="http://schemas.openxmlformats.org/officeDocument/2006/relationships/slideLayout" Target="../slideLayouts/slideLayout119.xml"/><Relationship Id="rId7" Type="http://schemas.openxmlformats.org/officeDocument/2006/relationships/slideLayout" Target="../slideLayouts/slideLayout120.xml"/><Relationship Id="rId8" Type="http://schemas.openxmlformats.org/officeDocument/2006/relationships/slideLayout" Target="../slideLayouts/slideLayout121.xml"/><Relationship Id="rId9" Type="http://schemas.openxmlformats.org/officeDocument/2006/relationships/slideLayout" Target="../slideLayouts/slideLayout122.xml"/><Relationship Id="rId10" Type="http://schemas.openxmlformats.org/officeDocument/2006/relationships/slideLayout" Target="../slideLayouts/slideLayout123.xml"/><Relationship Id="rId11" Type="http://schemas.openxmlformats.org/officeDocument/2006/relationships/slideLayout" Target="../slideLayouts/slideLayout124.xml"/><Relationship Id="rId12"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9" Type="http://schemas.openxmlformats.org/officeDocument/2006/relationships/slideLayout" Target="../slideLayouts/slideLayout133.xml"/><Relationship Id="rId10" Type="http://schemas.openxmlformats.org/officeDocument/2006/relationships/slideLayout" Target="../slideLayouts/slideLayout134.xml"/><Relationship Id="rId11" Type="http://schemas.openxmlformats.org/officeDocument/2006/relationships/slideLayout" Target="../slideLayouts/slideLayout135.xml"/><Relationship Id="rId12"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slideLayout" Target="../slideLayouts/slideLayout137.xml"/><Relationship Id="rId3" Type="http://schemas.openxmlformats.org/officeDocument/2006/relationships/slideLayout" Target="../slideLayouts/slideLayout138.xml"/><Relationship Id="rId4" Type="http://schemas.openxmlformats.org/officeDocument/2006/relationships/slideLayout" Target="../slideLayouts/slideLayout139.xml"/><Relationship Id="rId5" Type="http://schemas.openxmlformats.org/officeDocument/2006/relationships/slideLayout" Target="../slideLayouts/slideLayout140.xml"/><Relationship Id="rId6" Type="http://schemas.openxmlformats.org/officeDocument/2006/relationships/slideLayout" Target="../slideLayouts/slideLayout141.xml"/><Relationship Id="rId7" Type="http://schemas.openxmlformats.org/officeDocument/2006/relationships/slideLayout" Target="../slideLayouts/slideLayout142.xml"/><Relationship Id="rId8" Type="http://schemas.openxmlformats.org/officeDocument/2006/relationships/slideLayout" Target="../slideLayouts/slideLayout143.xml"/><Relationship Id="rId9" Type="http://schemas.openxmlformats.org/officeDocument/2006/relationships/slideLayout" Target="../slideLayouts/slideLayout144.xml"/><Relationship Id="rId10" Type="http://schemas.openxmlformats.org/officeDocument/2006/relationships/slideLayout" Target="../slideLayouts/slideLayout145.xml"/><Relationship Id="rId11" Type="http://schemas.openxmlformats.org/officeDocument/2006/relationships/slideLayout" Target="../slideLayouts/slideLayout146.xml"/><Relationship Id="rId12"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147.xml"/><Relationship Id="rId2" Type="http://schemas.openxmlformats.org/officeDocument/2006/relationships/slideLayout" Target="../slideLayouts/slideLayout148.xml"/><Relationship Id="rId3" Type="http://schemas.openxmlformats.org/officeDocument/2006/relationships/slideLayout" Target="../slideLayouts/slideLayout149.xml"/><Relationship Id="rId4" Type="http://schemas.openxmlformats.org/officeDocument/2006/relationships/slideLayout" Target="../slideLayouts/slideLayout150.xml"/><Relationship Id="rId5" Type="http://schemas.openxmlformats.org/officeDocument/2006/relationships/slideLayout" Target="../slideLayouts/slideLayout151.xml"/><Relationship Id="rId6" Type="http://schemas.openxmlformats.org/officeDocument/2006/relationships/slideLayout" Target="../slideLayouts/slideLayout152.xml"/><Relationship Id="rId7" Type="http://schemas.openxmlformats.org/officeDocument/2006/relationships/slideLayout" Target="../slideLayouts/slideLayout153.xml"/><Relationship Id="rId8" Type="http://schemas.openxmlformats.org/officeDocument/2006/relationships/slideLayout" Target="../slideLayouts/slideLayout154.xml"/><Relationship Id="rId9" Type="http://schemas.openxmlformats.org/officeDocument/2006/relationships/slideLayout" Target="../slideLayouts/slideLayout155.xml"/><Relationship Id="rId10" Type="http://schemas.openxmlformats.org/officeDocument/2006/relationships/slideLayout" Target="../slideLayouts/slideLayout156.xml"/><Relationship Id="rId11" Type="http://schemas.openxmlformats.org/officeDocument/2006/relationships/slideLayout" Target="../slideLayouts/slideLayout157.xml"/><Relationship Id="rId12"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slideLayout" Target="../slideLayouts/slideLayout159.xml"/><Relationship Id="rId3" Type="http://schemas.openxmlformats.org/officeDocument/2006/relationships/slideLayout" Target="../slideLayouts/slideLayout160.xml"/><Relationship Id="rId4" Type="http://schemas.openxmlformats.org/officeDocument/2006/relationships/slideLayout" Target="../slideLayouts/slideLayout161.xml"/><Relationship Id="rId5" Type="http://schemas.openxmlformats.org/officeDocument/2006/relationships/slideLayout" Target="../slideLayouts/slideLayout162.xml"/><Relationship Id="rId6" Type="http://schemas.openxmlformats.org/officeDocument/2006/relationships/slideLayout" Target="../slideLayouts/slideLayout163.xml"/><Relationship Id="rId7" Type="http://schemas.openxmlformats.org/officeDocument/2006/relationships/slideLayout" Target="../slideLayouts/slideLayout164.xml"/><Relationship Id="rId8" Type="http://schemas.openxmlformats.org/officeDocument/2006/relationships/slideLayout" Target="../slideLayouts/slideLayout165.xml"/><Relationship Id="rId9" Type="http://schemas.openxmlformats.org/officeDocument/2006/relationships/slideLayout" Target="../slideLayouts/slideLayout166.xml"/><Relationship Id="rId10" Type="http://schemas.openxmlformats.org/officeDocument/2006/relationships/slideLayout" Target="../slideLayouts/slideLayout167.xml"/><Relationship Id="rId11" Type="http://schemas.openxmlformats.org/officeDocument/2006/relationships/slideLayout" Target="../slideLayouts/slideLayout168.xml"/><Relationship Id="rId12"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169.xml"/><Relationship Id="rId2" Type="http://schemas.openxmlformats.org/officeDocument/2006/relationships/slideLayout" Target="../slideLayouts/slideLayout170.xml"/><Relationship Id="rId3" Type="http://schemas.openxmlformats.org/officeDocument/2006/relationships/slideLayout" Target="../slideLayouts/slideLayout171.xml"/><Relationship Id="rId4" Type="http://schemas.openxmlformats.org/officeDocument/2006/relationships/slideLayout" Target="../slideLayouts/slideLayout172.xml"/><Relationship Id="rId5" Type="http://schemas.openxmlformats.org/officeDocument/2006/relationships/slideLayout" Target="../slideLayouts/slideLayout173.xml"/><Relationship Id="rId6" Type="http://schemas.openxmlformats.org/officeDocument/2006/relationships/slideLayout" Target="../slideLayouts/slideLayout174.xml"/><Relationship Id="rId7" Type="http://schemas.openxmlformats.org/officeDocument/2006/relationships/slideLayout" Target="../slideLayouts/slideLayout175.xml"/><Relationship Id="rId8" Type="http://schemas.openxmlformats.org/officeDocument/2006/relationships/slideLayout" Target="../slideLayouts/slideLayout176.xml"/><Relationship Id="rId9" Type="http://schemas.openxmlformats.org/officeDocument/2006/relationships/slideLayout" Target="../slideLayouts/slideLayout177.xml"/><Relationship Id="rId10" Type="http://schemas.openxmlformats.org/officeDocument/2006/relationships/slideLayout" Target="../slideLayouts/slideLayout178.xml"/><Relationship Id="rId11" Type="http://schemas.openxmlformats.org/officeDocument/2006/relationships/slideLayout" Target="../slideLayouts/slideLayout179.xml"/><Relationship Id="rId12"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9" Type="http://schemas.openxmlformats.org/officeDocument/2006/relationships/slideLayout" Target="../slideLayouts/slideLayout188.xml"/><Relationship Id="rId10" Type="http://schemas.openxmlformats.org/officeDocument/2006/relationships/slideLayout" Target="../slideLayouts/slideLayout189.xml"/><Relationship Id="rId11"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190.xml"/><Relationship Id="rId2" Type="http://schemas.openxmlformats.org/officeDocument/2006/relationships/slideLayout" Target="../slideLayouts/slideLayout191.xml"/><Relationship Id="rId3" Type="http://schemas.openxmlformats.org/officeDocument/2006/relationships/slideLayout" Target="../slideLayouts/slideLayout192.xml"/><Relationship Id="rId4" Type="http://schemas.openxmlformats.org/officeDocument/2006/relationships/slideLayout" Target="../slideLayouts/slideLayout193.xml"/><Relationship Id="rId5" Type="http://schemas.openxmlformats.org/officeDocument/2006/relationships/slideLayout" Target="../slideLayouts/slideLayout194.xml"/><Relationship Id="rId6" Type="http://schemas.openxmlformats.org/officeDocument/2006/relationships/slideLayout" Target="../slideLayouts/slideLayout195.xml"/><Relationship Id="rId7" Type="http://schemas.openxmlformats.org/officeDocument/2006/relationships/slideLayout" Target="../slideLayouts/slideLayout196.xml"/><Relationship Id="rId8" Type="http://schemas.openxmlformats.org/officeDocument/2006/relationships/slideLayout" Target="../slideLayouts/slideLayout197.xml"/><Relationship Id="rId9" Type="http://schemas.openxmlformats.org/officeDocument/2006/relationships/slideLayout" Target="../slideLayouts/slideLayout198.xml"/><Relationship Id="rId10" Type="http://schemas.openxmlformats.org/officeDocument/2006/relationships/slideLayout" Target="../slideLayouts/slideLayout199.xml"/><Relationship Id="rId11" Type="http://schemas.openxmlformats.org/officeDocument/2006/relationships/theme" Target="../theme/theme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52" r:id="rId5"/>
    <p:sldLayoutId id="2147483653" r:id="rId6"/>
    <p:sldLayoutId id="2147483654" r:id="rId7"/>
    <p:sldLayoutId id="2147483655" r:id="rId8"/>
    <p:sldLayoutId id="2147483665" r:id="rId9"/>
    <p:sldLayoutId id="2147483656" r:id="rId10"/>
    <p:sldLayoutId id="2147483894"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45629362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47353692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30737861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63574649"/>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ea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405910665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8950" y="12700003"/>
            <a:ext cx="5400676" cy="633414"/>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ea typeface="Helvetica Neue" pitchFamily="2" charset="0"/>
                <a:cs typeface="Helvetica Neue" pitchFamily="2" charset="0"/>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5" name="页脚占位符 4"/>
          <p:cNvSpPr>
            <a:spLocks noGrp="1"/>
          </p:cNvSpPr>
          <p:nvPr>
            <p:ph type="ftr" sz="quarter" idx="3"/>
          </p:nvPr>
        </p:nvSpPr>
        <p:spPr>
          <a:xfrm>
            <a:off x="8232777" y="12700003"/>
            <a:ext cx="7918450" cy="633414"/>
          </a:xfrm>
          <a:prstGeom prst="rect">
            <a:avLst/>
          </a:prstGeom>
        </p:spPr>
        <p:txBody>
          <a:bodyPr vert="horz" lIns="91440" tIns="45720" rIns="91440" bIns="45720" rtlCol="0" anchor="ctr">
            <a:normAutofit/>
          </a:bodyPr>
          <a:lstStyle>
            <a:lvl1pPr algn="ctr">
              <a:defRPr sz="2400" dirty="0">
                <a:solidFill>
                  <a:schemeClr val="tx1">
                    <a:tint val="75000"/>
                  </a:schemeClr>
                </a:solidFill>
                <a:latin typeface="+mn-ea"/>
                <a:ea typeface="Helvetica Neue" pitchFamily="2" charset="0"/>
                <a:cs typeface="Helvetica Neue" pitchFamily="2" charset="0"/>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6" name="灯片编号占位符 5"/>
          <p:cNvSpPr>
            <a:spLocks noGrp="1"/>
          </p:cNvSpPr>
          <p:nvPr>
            <p:ph type="sldNum" sz="quarter" idx="4"/>
          </p:nvPr>
        </p:nvSpPr>
        <p:spPr>
          <a:xfrm>
            <a:off x="17221200" y="12700003"/>
            <a:ext cx="5400676" cy="633414"/>
          </a:xfrm>
          <a:prstGeom prst="rect">
            <a:avLst/>
          </a:prstGeom>
        </p:spPr>
        <p:txBody>
          <a:bodyPr vert="horz" lIns="91440" tIns="45720" rIns="91440" bIns="45720" rtlCol="0" anchor="ctr">
            <a:normAutofit/>
          </a:bodyPr>
          <a:lstStyle>
            <a:lvl1pPr algn="r">
              <a:defRPr sz="2400" smtClean="0">
                <a:solidFill>
                  <a:schemeClr val="tx1">
                    <a:tint val="75000"/>
                  </a:schemeClr>
                </a:solidFill>
                <a:latin typeface="+mn-ea"/>
                <a:ea typeface="Helvetica Neue" pitchFamily="2" charset="0"/>
                <a:cs typeface="Helvetica Neue" pitchFamily="2" charset="0"/>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5F3C2648-72DC-43D6-B661-2D93F402C08B}"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850" y="1162050"/>
            <a:ext cx="21704300" cy="1296988"/>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3"/>
            <a:ext cx="21704300" cy="9498014"/>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376164377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Lst>
  <p:hf hdr="0" ftr="0" dt="0"/>
  <p:txStyles>
    <p:titleStyle>
      <a:lvl1pPr algn="l" defTabSz="1828800" rtl="0" fontAlgn="base">
        <a:spcBef>
          <a:spcPct val="0"/>
        </a:spcBef>
        <a:spcAft>
          <a:spcPct val="0"/>
        </a:spcAft>
        <a:defRPr sz="5600" b="1" kern="1200" spc="200">
          <a:solidFill>
            <a:schemeClr val="tx1"/>
          </a:solidFill>
          <a:latin typeface="+mn-ea"/>
          <a:ea typeface="+mn-ea"/>
          <a:cs typeface="+mj-cs"/>
        </a:defRPr>
      </a:lvl1pPr>
      <a:lvl2pPr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2pPr>
      <a:lvl3pPr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3pPr>
      <a:lvl4pPr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4pPr>
      <a:lvl5pPr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5pPr>
      <a:lvl6pPr marL="457200"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6pPr>
      <a:lvl7pPr marL="914400"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7pPr>
      <a:lvl8pPr marL="1371600"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8pPr>
      <a:lvl9pPr marL="1828800" algn="l" defTabSz="1828800" rtl="0" fontAlgn="base">
        <a:spcBef>
          <a:spcPct val="0"/>
        </a:spcBef>
        <a:spcAft>
          <a:spcPct val="0"/>
        </a:spcAft>
        <a:defRPr sz="5600" b="1">
          <a:solidFill>
            <a:schemeClr val="tx1"/>
          </a:solidFill>
          <a:latin typeface="微软雅黑" panose="020B0503020204020204" pitchFamily="34" charset="-122"/>
          <a:ea typeface="微软雅黑" panose="020B0503020204020204" pitchFamily="34" charset="-122"/>
        </a:defRPr>
      </a:lvl9pPr>
    </p:titleStyle>
    <p:bodyStyle>
      <a:lvl1pPr marL="457200" indent="-457200" algn="l" defTabSz="1828800" rtl="0" fontAlgn="base">
        <a:lnSpc>
          <a:spcPct val="130000"/>
        </a:lnSpc>
        <a:spcBef>
          <a:spcPct val="1000"/>
        </a:spcBef>
        <a:spcAft>
          <a:spcPts val="1000"/>
        </a:spcAft>
        <a:buFont typeface="Arial" panose="020B0604020202020204" pitchFamily="34" charset="0"/>
        <a:buChar char="•"/>
        <a:defRPr sz="3200" kern="1200" spc="150">
          <a:solidFill>
            <a:schemeClr val="tx1"/>
          </a:solidFill>
          <a:latin typeface="+mn-ea"/>
          <a:ea typeface="+mn-ea"/>
          <a:cs typeface="+mn-cs"/>
        </a:defRPr>
      </a:lvl1pPr>
      <a:lvl2pPr marL="1371600" indent="-457200" algn="l" defTabSz="1828800" rtl="0" fontAlgn="base">
        <a:lnSpc>
          <a:spcPct val="130000"/>
        </a:lnSpc>
        <a:spcBef>
          <a:spcPct val="1000"/>
        </a:spcBef>
        <a:spcAft>
          <a:spcPts val="1000"/>
        </a:spcAft>
        <a:buFont typeface="Arial" panose="020B0604020202020204" pitchFamily="34" charset="0"/>
        <a:buChar char="•"/>
        <a:tabLst>
          <a:tab pos="3219450" algn="l"/>
        </a:tabLst>
        <a:defRPr sz="3200" kern="1200" spc="150">
          <a:solidFill>
            <a:schemeClr val="tx1"/>
          </a:solidFill>
          <a:latin typeface="+mn-ea"/>
          <a:ea typeface="+mn-ea"/>
          <a:cs typeface="+mn-cs"/>
        </a:defRPr>
      </a:lvl2pPr>
      <a:lvl3pPr marL="2286000" indent="-457200" algn="l" defTabSz="1828800" rtl="0" fontAlgn="base">
        <a:lnSpc>
          <a:spcPct val="130000"/>
        </a:lnSpc>
        <a:spcBef>
          <a:spcPct val="1000"/>
        </a:spcBef>
        <a:spcAft>
          <a:spcPts val="1000"/>
        </a:spcAft>
        <a:buFont typeface="Arial" panose="020B0604020202020204" pitchFamily="34" charset="0"/>
        <a:buChar char="•"/>
        <a:defRPr sz="3200" kern="1200" spc="150">
          <a:solidFill>
            <a:schemeClr val="tx1"/>
          </a:solidFill>
          <a:latin typeface="+mn-ea"/>
          <a:ea typeface="+mn-ea"/>
          <a:cs typeface="+mn-cs"/>
        </a:defRPr>
      </a:lvl3pPr>
      <a:lvl4pPr marL="3200400" indent="-457200" algn="l" defTabSz="1828800" rtl="0" fontAlgn="base">
        <a:lnSpc>
          <a:spcPct val="130000"/>
        </a:lnSpc>
        <a:spcBef>
          <a:spcPct val="1000"/>
        </a:spcBef>
        <a:spcAft>
          <a:spcPts val="1000"/>
        </a:spcAft>
        <a:buFont typeface="Arial" panose="020B0604020202020204" pitchFamily="34" charset="0"/>
        <a:buChar char="•"/>
        <a:defRPr sz="3200" kern="1200" spc="150">
          <a:solidFill>
            <a:schemeClr val="tx1"/>
          </a:solidFill>
          <a:latin typeface="+mn-ea"/>
          <a:ea typeface="+mn-ea"/>
          <a:cs typeface="+mn-cs"/>
        </a:defRPr>
      </a:lvl4pPr>
      <a:lvl5pPr marL="4114800" indent="-457200" algn="l" defTabSz="1828800" rtl="0" fontAlgn="base">
        <a:lnSpc>
          <a:spcPct val="130000"/>
        </a:lnSpc>
        <a:spcBef>
          <a:spcPct val="1000"/>
        </a:spcBef>
        <a:spcAft>
          <a:spcPts val="1000"/>
        </a:spcAft>
        <a:buFont typeface="Arial" panose="020B0604020202020204" pitchFamily="34" charset="0"/>
        <a:buChar char="•"/>
        <a:defRPr sz="3200" kern="1200" spc="150">
          <a:solidFill>
            <a:schemeClr val="tx1"/>
          </a:solidFill>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696328142"/>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217627612"/>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628654986"/>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939560375"/>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41930364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3103705328"/>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806469742"/>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3227227111"/>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958029862"/>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0" fontAlgn="base" latinLnBrk="0" hangingPunct="0">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pPr marL="0" marR="0" lvl="0" indent="0" algn="r" defTabSz="825500" rtl="0" eaLnBrk="0" fontAlgn="base" latinLnBrk="0" hangingPunct="0">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523190267"/>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7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tabLst/>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704020202020204" pitchFamily="34" charset="0"/>
              </a:rPr>
              <a:pPr marL="0" marR="0" lvl="0" indent="0" algn="r" defTabSz="825500" rtl="0" eaLnBrk="1" fontAlgn="base" latinLnBrk="0" hangingPunct="1">
                <a:lnSpc>
                  <a:spcPct val="100000"/>
                </a:lnSpc>
                <a:spcBef>
                  <a:spcPct val="0"/>
                </a:spcBef>
                <a:spcAft>
                  <a:spcPct val="0"/>
                </a:spcAft>
                <a:buClrTx/>
                <a:buSzTx/>
                <a:buFontTx/>
                <a:buNone/>
                <a:tabLst/>
                <a:defRPr/>
              </a:p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7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sym typeface="Arial" panose="020B07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2421695521"/>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eaLnBrk="1" fontAlgn="auto" hangingPunct="1">
              <a:spcBef>
                <a:spcPts val="0"/>
              </a:spcBef>
              <a:spcAft>
                <a:spcPts val="0"/>
              </a:spcAft>
            </a:pPr>
            <a:endParaRPr lang="zh-CN" altLang="en-US">
              <a:solidFill>
                <a:prstClr val="black">
                  <a:tint val="75000"/>
                </a:prstClr>
              </a:solidFill>
              <a:ea typeface="微软雅黑"/>
              <a:cs typeface="+mn-cs"/>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eaLnBrk="1" fontAlgn="auto" hangingPunct="1">
              <a:spcBef>
                <a:spcPts val="0"/>
              </a:spcBef>
              <a:spcAft>
                <a:spcPts val="0"/>
              </a:spcAft>
            </a:pPr>
            <a:endParaRPr lang="zh-CN" altLang="en-US" dirty="0">
              <a:solidFill>
                <a:prstClr val="black">
                  <a:tint val="75000"/>
                </a:prstClr>
              </a:solidFill>
              <a:ea typeface="微软雅黑"/>
              <a:cs typeface="+mn-cs"/>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eaLnBrk="1" fontAlgn="auto" hangingPunct="1">
              <a:spcBef>
                <a:spcPts val="0"/>
              </a:spcBef>
              <a:spcAft>
                <a:spcPts val="0"/>
              </a:spcAft>
            </a:pPr>
            <a:fld id="{49AE70B2-8BF9-45C0-BB95-33D1B9D3A854}" type="slidenum">
              <a:rPr lang="zh-CN" altLang="en-US" smtClean="0">
                <a:solidFill>
                  <a:prstClr val="black">
                    <a:tint val="75000"/>
                  </a:prstClr>
                </a:solidFill>
                <a:ea typeface="微软雅黑"/>
                <a:cs typeface="+mn-cs"/>
              </a:rPr>
              <a:pPr defTabSz="1828800" eaLnBrk="1" fontAlgn="auto" hangingPunct="1">
                <a:spcBef>
                  <a:spcPts val="0"/>
                </a:spcBef>
                <a:spcAft>
                  <a:spcPts val="0"/>
                </a:spcAft>
              </a:pPr>
              <a:t>‹#›</a:t>
            </a:fld>
            <a:endParaRPr lang="zh-CN" altLang="en-US" dirty="0">
              <a:solidFill>
                <a:prstClr val="black">
                  <a:tint val="75000"/>
                </a:prstClr>
              </a:solidFill>
              <a:ea typeface="微软雅黑"/>
              <a:cs typeface="+mn-cs"/>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zh-CN" altLang="en-US" sz="40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926159591"/>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9.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oleObject" Target="../embeddings/oleObject1.bin"/><Relationship Id="rId7" Type="http://schemas.openxmlformats.org/officeDocument/2006/relationships/image" Target="../media/image5.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9.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419484" y="4058437"/>
            <a:ext cx="2194814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8100" tIns="38100" rIns="38100" bIns="38100">
            <a:spAutoFit/>
          </a:bodyPr>
          <a:lstStyle>
            <a:lvl1pPr>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1pPr>
            <a:lvl2pPr marL="742950" indent="-28575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2pPr>
            <a:lvl3pPr marL="11430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3pPr>
            <a:lvl4pPr marL="16002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4pPr>
            <a:lvl5pPr marL="20574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5pPr>
            <a:lvl6pPr marL="25146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6pPr>
            <a:lvl7pPr marL="29718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7pPr>
            <a:lvl8pPr marL="34290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8pPr>
            <a:lvl9pPr marL="38862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9pPr>
          </a:lstStyle>
          <a:p>
            <a:pPr algn="ctr" eaLnBrk="1">
              <a:buFont typeface="Arial" panose="020B0604020202020204" pitchFamily="34" charset="0"/>
              <a:buNone/>
            </a:pPr>
            <a:r>
              <a:rPr lang="en-US" sz="11500" b="1">
                <a:solidFill>
                  <a:srgbClr val="386DB4"/>
                </a:solidFill>
                <a:latin typeface="Times New Roman"/>
                <a:ea typeface="Times New Roman"/>
                <a:cs typeface="Times New Roman"/>
                <a:sym typeface="Impact" panose="020B0806030902050204" pitchFamily="34" charset="0"/>
              </a:rPr>
              <a:t>139788 BLA Retrofit Plan</a:t>
            </a:r>
            <a:endParaRPr lang="en-US" sz="11500" b="1">
              <a:solidFill>
                <a:srgbClr val="386DB4"/>
              </a:solidFill>
              <a:latin typeface="Times New Roman"/>
              <a:ea typeface="Times New Roman"/>
              <a:cs typeface="Times New Roman"/>
              <a:sym typeface="Impact" panose="020B0806030902050204" pitchFamily="34" charset="0"/>
            </a:endParaRPr>
          </a:p>
        </p:txBody>
      </p:sp>
      <p:sp>
        <p:nvSpPr>
          <p:cNvPr id="7" name="Rectangle 111">
            <a:extLst>
              <a:ext uri="{FF2B5EF4-FFF2-40B4-BE49-F238E27FC236}">
                <a16:creationId xmlns:a16="http://schemas.microsoft.com/office/drawing/2014/main" id="{0CD1D470-D656-E345-8FE7-6A26C128270C}"/>
              </a:ext>
            </a:extLst>
          </p:cNvPr>
          <p:cNvSpPr txBox="1"/>
          <p:nvPr/>
        </p:nvSpPr>
        <p:spPr>
          <a:xfrm>
            <a:off x="2148288" y="12402700"/>
            <a:ext cx="12036572" cy="820609"/>
          </a:xfrm>
          <a:prstGeom prst="rect">
            <a:avLst/>
          </a:prstGeom>
          <a:noFill/>
          <a:ln w="12700">
            <a:noFill/>
          </a:ln>
        </p:spPr>
        <p:txBody>
          <a:bodyPr wrap="square" lIns="45719" rIns="45719" anchor="t">
            <a:spAutoFit/>
          </a:bodyPr>
          <a:lstStyle/>
          <a:p>
            <a:pPr algn="ctr">
              <a:lnSpc>
                <a:spcPct val="150000"/>
              </a:lnSpc>
            </a:pPr>
            <a:r>
              <a:rPr lang="en-US" altLang="zh-CN" sz="3600" dirty="0" err="1">
                <a:solidFill>
                  <a:schemeClr val="bg1"/>
                </a:solidFill>
                <a:latin typeface="Arial" panose="020B0604020202020204"/>
                <a:ea typeface="Arial" panose="020B0604020202020204"/>
                <a:sym typeface="Arial" panose="020B0604020202020204"/>
              </a:rPr>
              <a:t>www.asymchem.com</a:t>
            </a:r>
            <a:r>
              <a:rPr lang="en-US" altLang="zh-CN" sz="3600" dirty="0">
                <a:solidFill>
                  <a:schemeClr val="bg1"/>
                </a:solidFill>
                <a:latin typeface="Arial" panose="020B0604020202020204"/>
                <a:ea typeface="Arial" panose="020B0604020202020204"/>
                <a:sym typeface="Arial" panose="020B0604020202020204"/>
              </a:rPr>
              <a:t>     Stock Code: 002821.SZ / 6821.HK</a:t>
            </a:r>
          </a:p>
        </p:txBody>
      </p:sp>
      <p:pic>
        <p:nvPicPr>
          <p:cNvPr id="3" name="图片 2">
            <a:extLst>
              <a:ext uri="{FF2B5EF4-FFF2-40B4-BE49-F238E27FC236}">
                <a16:creationId xmlns:a16="http://schemas.microsoft.com/office/drawing/2014/main" id="{4F5D7E75-2AF4-0B42-8DD7-1762EE91751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663934" y="1591206"/>
            <a:ext cx="10360072" cy="1798765"/>
          </a:xfrm>
          <a:prstGeom prst="rect">
            <a:avLst/>
          </a:prstGeom>
        </p:spPr>
      </p:pic>
      <p:sp>
        <p:nvSpPr>
          <p:cNvPr id="8" name="Rectangle 111">
            <a:extLst>
              <a:ext uri="{FF2B5EF4-FFF2-40B4-BE49-F238E27FC236}">
                <a16:creationId xmlns:a16="http://schemas.microsoft.com/office/drawing/2014/main" id="{D2B016D7-8BC7-BE4D-809F-F93FFF2B176A}"/>
              </a:ext>
            </a:extLst>
          </p:cNvPr>
          <p:cNvSpPr txBox="1"/>
          <p:nvPr/>
        </p:nvSpPr>
        <p:spPr>
          <a:xfrm>
            <a:off x="18037608" y="12518380"/>
            <a:ext cx="5680220" cy="664797"/>
          </a:xfrm>
          <a:prstGeom prst="rect">
            <a:avLst/>
          </a:prstGeom>
          <a:noFill/>
          <a:ln w="12700">
            <a:noFill/>
          </a:ln>
        </p:spPr>
        <p:txBody>
          <a:bodyPr wrap="square" lIns="45719" rIns="45719" anchor="t">
            <a:spAutoFit/>
          </a:bodyPr>
          <a:lstStyle/>
          <a:p>
            <a:pPr algn="ctr">
              <a:lnSpc>
                <a:spcPct val="150000"/>
              </a:lnSpc>
            </a:pPr>
            <a:r>
              <a:rPr lang="en-US" altLang="zh-CN" sz="2800" dirty="0">
                <a:solidFill>
                  <a:schemeClr val="bg1">
                    <a:alpha val="50000"/>
                  </a:schemeClr>
                </a:solidFill>
                <a:latin typeface="Microsoft YaHei" panose="020B0503020204020204" pitchFamily="34" charset="-122"/>
                <a:ea typeface="Microsoft YaHei" panose="020B0503020204020204" pitchFamily="34" charset="-122"/>
                <a:sym typeface="Arial" panose="020B0604020202020204"/>
              </a:rPr>
              <a:t>Conﬁdential | </a:t>
            </a:r>
            <a:r>
              <a:rPr lang="zh-CN" altLang="en-US" sz="2800" dirty="0">
                <a:solidFill>
                  <a:schemeClr val="bg1">
                    <a:alpha val="50000"/>
                  </a:schemeClr>
                </a:solidFill>
                <a:latin typeface="Microsoft YaHei" panose="020B0503020204020204" pitchFamily="34" charset="-122"/>
                <a:ea typeface="Microsoft YaHei" panose="020B0503020204020204" pitchFamily="34" charset="-122"/>
                <a:sym typeface="Arial" panose="020B0604020202020204"/>
              </a:rPr>
              <a:t>保密文件</a:t>
            </a:r>
          </a:p>
        </p:txBody>
      </p:sp>
      <p:sp>
        <p:nvSpPr>
          <p:cNvPr id="2" name="灯片编号占位符 1"/>
          <p:cNvSpPr>
            <a:spLocks noGrp="1"/>
          </p:cNvSpPr>
          <p:nvPr>
            <p:ph type="sldNum" sz="quarter" idx="12"/>
          </p:nvPr>
        </p:nvSpPr>
        <p:spPr/>
        <p:txBody>
          <a:bodyPr/>
          <a:lstStyle/>
          <a:p>
            <a:fld id="{49AE70B2-8BF9-45C0-BB95-33D1B9D3A854}" type="slidenum">
              <a:rPr lang="zh-CN" altLang="en-US" smtClean="0"/>
              <a:t>1</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smtClean="0"/>
              <a:t>-</a:t>
            </a:r>
            <a:fld id="{FAEDECE0-B3E3-4E93-9B91-9F10B30F5B07}" type="slidenum">
              <a:rPr lang="en-US" altLang="zh-CN" smtClean="0"/>
              <a:pPr>
                <a:defRPr/>
              </a:pPr>
              <a:t>2</a:t>
            </a:fld>
            <a:r>
              <a:rPr lang="en-US" altLang="zh-CN" smtClean="0"/>
              <a:t>-</a:t>
            </a:r>
            <a:endParaRPr lang="zh-CN" altLang="en-US" dirty="0"/>
          </a:p>
        </p:txBody>
      </p:sp>
      <p:sp>
        <p:nvSpPr>
          <p:cNvPr id="5" name="TextBox 5">
            <a:extLst>
              <a:ext uri="{FF2B5EF4-FFF2-40B4-BE49-F238E27FC236}">
                <a16:creationId xmlns:a16="http://schemas.microsoft.com/office/drawing/2014/main" id="{C68F7B16-9CFC-536C-9F75-97145FE781A1}"/>
              </a:ext>
            </a:extLst>
          </p:cNvPr>
          <p:cNvSpPr txBox="1"/>
          <p:nvPr/>
        </p:nvSpPr>
        <p:spPr>
          <a:xfrm>
            <a:off x="6355880" y="981729"/>
            <a:ext cx="16428728" cy="830997"/>
          </a:xfrm>
          <a:prstGeom prst="rect">
            <a:avLst/>
          </a:prstGeom>
          <a:noFill/>
          <a:ln w="9525">
            <a:noFill/>
          </a:ln>
        </p:spPr>
        <p:txBody>
          <a:bodyPr wrap="square" anchor="t">
            <a:spAutoFit/>
          </a:bodyPr>
          <a:lstStyle/>
          <a:p>
            <a:pPr indent="0" algn="r" eaLnBrk="0" hangingPunct="0"/>
            <a:r>
              <a:rPr lang="en-US" sz="4800" b="1">
                <a:solidFill>
                  <a:srgbClr val="2F5A9E"/>
                </a:solidFill>
                <a:latin typeface="Times New Roman"/>
                <a:ea typeface="Times New Roman"/>
                <a:cs typeface="Times New Roman"/>
              </a:rPr>
              <a:t>Three Retrofit Options: Completion Dates, Pros and Cons</a:t>
            </a:r>
            <a:endParaRPr lang="en-US" sz="4800" b="1">
              <a:solidFill>
                <a:srgbClr val="2F5A9E"/>
              </a:solidFill>
              <a:latin typeface="Times New Roman"/>
              <a:ea typeface="Times New Roman"/>
              <a:cs typeface="Times New Roman"/>
            </a:endParaRPr>
          </a:p>
        </p:txBody>
      </p:sp>
      <p:graphicFrame>
        <p:nvGraphicFramePr>
          <p:cNvPr id="6" name="表格 5"/>
          <p:cNvGraphicFramePr>
            <a:graphicFrameLocks noGrp="1"/>
          </p:cNvGraphicFramePr>
          <p:nvPr>
            <p:extLst>
              <p:ext uri="{D42A27DB-BD31-4B8C-83A1-F6EECF244321}">
                <p14:modId xmlns:p14="http://schemas.microsoft.com/office/powerpoint/2010/main" val="796402037"/>
              </p:ext>
            </p:extLst>
          </p:nvPr>
        </p:nvGraphicFramePr>
        <p:xfrm>
          <a:off x="1579416" y="2119745"/>
          <a:ext cx="20927292" cy="10681856"/>
        </p:xfrm>
        <a:graphic>
          <a:graphicData uri="http://schemas.openxmlformats.org/drawingml/2006/table">
            <a:tbl>
              <a:tblPr/>
              <a:tblGrid>
                <a:gridCol w="1900000">
                  <a:extLst>
                    <a:ext uri="{9D8B030D-6E8A-4147-A177-3AD203B41FA5}">
                      <a16:colId xmlns:a16="http://schemas.microsoft.com/office/drawing/2014/main" val="1073713812"/>
                    </a:ext>
                  </a:extLst>
                </a:gridCol>
                <a:gridCol w="9800000">
                  <a:extLst>
                    <a:ext uri="{9D8B030D-6E8A-4147-A177-3AD203B41FA5}">
                      <a16:colId xmlns:a16="http://schemas.microsoft.com/office/drawing/2014/main" val="1378831734"/>
                    </a:ext>
                  </a:extLst>
                </a:gridCol>
                <a:gridCol w="1550000">
                  <a:extLst>
                    <a:ext uri="{9D8B030D-6E8A-4147-A177-3AD203B41FA5}">
                      <a16:colId xmlns:a16="http://schemas.microsoft.com/office/drawing/2014/main" val="2320156243"/>
                    </a:ext>
                  </a:extLst>
                </a:gridCol>
                <a:gridCol w="7677292">
                  <a:extLst>
                    <a:ext uri="{9D8B030D-6E8A-4147-A177-3AD203B41FA5}">
                      <a16:colId xmlns:a16="http://schemas.microsoft.com/office/drawing/2014/main" val="2671582599"/>
                    </a:ext>
                  </a:extLst>
                </a:gridCol>
              </a:tblGrid>
              <a:tr h="971078">
                <a:tc>
                  <a:txBody>
                    <a:bodyPr/>
                    <a:lstStyle/>
                    <a:p>
                      <a:pPr algn="ctr" fontAlgn="ctr"/>
                      <a:r>
                        <a:rPr lang="en-US" sz="2000" b="1" i="0" u="none" strike="noStrike">
                          <a:solidFill>
                            <a:srgbClr val="000000"/>
                          </a:solidFill>
                          <a:effectLst/>
                          <a:latin typeface="Times New Roman"/>
                          <a:ea typeface="Times New Roman"/>
                          <a:cs typeface="Times New Roman"/>
                        </a:rPr>
                        <a:t>Option</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2000" b="1" i="0" u="none" strike="noStrike">
                          <a:solidFill>
                            <a:srgbClr val="000000"/>
                          </a:solidFill>
                          <a:effectLst/>
                          <a:latin typeface="Times New Roman"/>
                          <a:ea typeface="Times New Roman"/>
                          <a:cs typeface="Times New Roman"/>
                        </a:rPr>
                        <a:t>Scope of Retrofit</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2000" b="1" i="0" u="none" strike="noStrike">
                          <a:solidFill>
                            <a:srgbClr val="000000"/>
                          </a:solidFill>
                          <a:effectLst/>
                          <a:latin typeface="Times New Roman"/>
                          <a:ea typeface="Times New Roman"/>
                          <a:cs typeface="Times New Roman"/>
                        </a:rPr>
                        <a:t>Completion Date</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2000" b="1" i="0" u="none" strike="noStrike">
                          <a:solidFill>
                            <a:srgbClr val="000000"/>
                          </a:solidFill>
                          <a:effectLst/>
                          <a:latin typeface="Times New Roman"/>
                          <a:ea typeface="Times New Roman"/>
                          <a:cs typeface="Times New Roman"/>
                        </a:rPr>
                        <a:t>Pros and Cons after Retrofit</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263196703"/>
                  </a:ext>
                </a:extLst>
              </a:tr>
              <a:tr h="3236926">
                <a:tc>
                  <a:txBody>
                    <a:bodyPr/>
                    <a:lstStyle/>
                    <a:p>
                      <a:pPr algn="ctr" fontAlgn="ctr"/>
                      <a:r>
                        <a:rPr lang="en-US" sz="1800" b="1" i="0" u="none" strike="noStrike">
                          <a:solidFill>
                            <a:srgbClr val="000000"/>
                          </a:solidFill>
                          <a:effectLst/>
                          <a:latin typeface="Times New Roman"/>
                          <a:ea typeface="Times New Roman"/>
                          <a:cs typeface="Times New Roman"/>
                        </a:rPr>
                        <a:t>Option 1</a:t>
                      </a:r>
                    </a:p>
                    <a:p>
                      <a:pPr algn="ctr" fontAlgn="ctr"/>
                      <a:r>
                        <a:rPr lang="en-US" sz="1800" b="1" i="0" u="none" strike="noStrike">
                          <a:solidFill>
                            <a:srgbClr val="000000"/>
                          </a:solidFill>
                          <a:effectLst/>
                          <a:latin typeface="Times New Roman"/>
                          <a:ea typeface="Times New Roman"/>
                          <a:cs typeface="Times New Roman"/>
                        </a:rPr>
                        <a:t>(Piping retrofit with 2D drainability; shortest option)</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ctr"/>
                      <a:r>
                        <a:rPr lang="en-US" sz="1700" b="0" i="0" u="none" strike="noStrike">
                          <a:solidFill>
                            <a:srgbClr val="000000"/>
                          </a:solidFill>
                          <a:effectLst/>
                          <a:latin typeface="Times New Roman"/>
                          <a:ea typeface="Times New Roman"/>
                          <a:cs typeface="Times New Roman"/>
                        </a:rPr>
                        <a:t>Hastelloy reactor R05: replace with a new BPE-standard unit. Solution-preparation tanks: replace 7 tanks with 316L tanks. Preparative operation: replace 8 receiving drums with 8 small side-sampling receivers; retrofit the nozzles of 5 tanks in this area to BPE. UF area: replace the 1000 L feed tank with a BPE-compliant 1500 L agitated tank; </a:t>
                      </a:r>
                      <a:r>
                        <a:rPr lang="en-US" sz="1700" b="0" i="0" u="none" strike="noStrike">
                          <a:solidFill>
                            <a:srgbClr val="FF0000"/>
                          </a:solidFill>
                          <a:effectLst/>
                          <a:latin typeface="Times New Roman"/>
                          <a:ea typeface="Times New Roman"/>
                          <a:cs typeface="Times New Roman"/>
                        </a:rPr>
                        <a:t>piping not designed to establish a CIP system</a:t>
                      </a:r>
                      <a:r>
                        <a:rPr lang="en-US" sz="1700" b="0" i="0" u="none" strike="noStrike">
                          <a:solidFill>
                            <a:srgbClr val="000000"/>
                          </a:solidFill>
                          <a:effectLst/>
                          <a:latin typeface="Times New Roman"/>
                          <a:ea typeface="Times New Roman"/>
                          <a:cs typeface="Times New Roman"/>
                        </a:rPr>
                        <a:t>. Precipitation area: replace the 80 L and 600 L agitated tanks with BPE-compliant 100 L and 600 L agitated tanks; retrofit the nozzles of the DN1200 AFD (agitated filter dryer); other main equipment unchanged. All associated piping, instruments, valves, metering pumps, diaphragm pumps, etc. to be changed to centrifugal pumps, quaternary diaphragm pumps, instruments, valves, pH meters and flowmeters that meet BPE; </a:t>
                      </a:r>
                      <a:r>
                        <a:rPr lang="en-US" sz="1700" b="0" i="0" u="none" strike="noStrike">
                          <a:solidFill>
                            <a:srgbClr val="FF0000"/>
                          </a:solidFill>
                          <a:effectLst/>
                          <a:latin typeface="Times New Roman"/>
                          <a:ea typeface="Times New Roman"/>
                          <a:cs typeface="Times New Roman"/>
                        </a:rPr>
                        <a:t>tank connections and the water system do not meet 2D/3D drainability</a:t>
                      </a:r>
                      <a:r>
                        <a:rPr lang="en-US" sz="1700" b="0" i="0" u="none" strike="noStrike">
                          <a:solidFill>
                            <a:srgbClr val="000000"/>
                          </a:solidFill>
                          <a:effectLst/>
                          <a:latin typeface="Times New Roman"/>
                          <a:ea typeface="Times New Roman"/>
                          <a:cs typeface="Times New Roman"/>
                        </a:rPr>
                        <a:t>; for mobile-phase lines, 2D is not mandatory and 3D is considered; 316L material considered.</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a:solidFill>
                            <a:srgbClr val="000000"/>
                          </a:solidFill>
                          <a:effectLst/>
                          <a:latin typeface="Times New Roman"/>
                          <a:ea typeface="Times New Roman"/>
                          <a:cs typeface="Times New Roman"/>
                        </a:rPr>
                        <a:t>12/17/2026</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700" b="0" i="0" u="none" strike="noStrike">
                          <a:solidFill>
                            <a:srgbClr val="000000"/>
                          </a:solidFill>
                          <a:effectLst/>
                          <a:latin typeface="Times New Roman"/>
                          <a:ea typeface="Times New Roman"/>
                          <a:cs typeface="Times New Roman"/>
                        </a:rPr>
                        <a:t>Pros: only preparative solution-prep, preparative fraction and precipitation-area equipment replaced (old for new) and some tank nozzles retrofitted to BPE; piping components changed to centrifugal pumps, quaternary diaphragm pumps, instruments, valves, pH meters and flowmeters that meet BPE with 2D/3D drainability; short retrofit time and fewer equipment validation items.</a:t>
                      </a:r>
                    </a:p>
                    <a:p>
                      <a:pPr algn="l" fontAlgn="ctr"/>
                      <a:r>
                        <a:rPr lang="en-US" sz="1700" b="0" i="0" u="none" strike="noStrike">
                          <a:solidFill>
                            <a:srgbClr val="000000"/>
                          </a:solidFill>
                          <a:effectLst/>
                          <a:latin typeface="Times New Roman"/>
                          <a:ea typeface="Times New Roman"/>
                          <a:cs typeface="Times New Roman"/>
                        </a:rPr>
                        <a:t>Cons: materials of some AFD, reactor and tank equipment are not replaced to meet BPE; most connecting piping is not retrofitted for CIP; the resulting audit risk needs to be assessed.</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87501304"/>
                  </a:ext>
                </a:extLst>
              </a:tr>
              <a:tr h="3236926">
                <a:tc>
                  <a:txBody>
                    <a:bodyPr/>
                    <a:lstStyle/>
                    <a:p>
                      <a:pPr algn="ctr" fontAlgn="ctr"/>
                      <a:r>
                        <a:rPr lang="en-US" sz="1800" b="1" i="0" u="none" strike="noStrike">
                          <a:solidFill>
                            <a:srgbClr val="000000"/>
                          </a:solidFill>
                          <a:effectLst/>
                          <a:latin typeface="Times New Roman"/>
                          <a:ea typeface="Times New Roman"/>
                          <a:cs typeface="Times New Roman"/>
                        </a:rPr>
                        <a:t>Option 2</a:t>
                      </a:r>
                    </a:p>
                    <a:p>
                      <a:pPr algn="ctr" fontAlgn="ctr"/>
                      <a:r>
                        <a:rPr lang="en-US" sz="1800" b="1" i="0" u="none" strike="noStrike">
                          <a:solidFill>
                            <a:srgbClr val="000000"/>
                          </a:solidFill>
                          <a:effectLst/>
                          <a:latin typeface="Times New Roman"/>
                          <a:ea typeface="Times New Roman"/>
                          <a:cs typeface="Times New Roman"/>
                        </a:rPr>
                        <a:t>(Piping retrofit with CIP cleaning valves reserved)</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ctr"/>
                      <a:r>
                        <a:rPr lang="en-US" sz="1700" b="0" i="0" u="none" strike="noStrike">
                          <a:solidFill>
                            <a:srgbClr val="000000"/>
                          </a:solidFill>
                          <a:effectLst/>
                          <a:latin typeface="Times New Roman"/>
                          <a:ea typeface="Times New Roman"/>
                          <a:cs typeface="Times New Roman"/>
                        </a:rPr>
                        <a:t>Hastelloy reactor R05: replace with a new BPE-standard unit. Solution-preparation tanks: replace 7 tanks with 316L tanks. Preparative operation: replace 8 receiving drums with 8 small side-sampling receivers; retrofit the nozzles of 5 tanks in this area to BPE. UF area: replace the 1000 L feed tank with a BPE-compliant 1500 L agitated tank; </a:t>
                      </a:r>
                      <a:r>
                        <a:rPr lang="en-US" sz="1700" b="0" i="0" u="none" strike="noStrike">
                          <a:solidFill>
                            <a:srgbClr val="FF0000"/>
                          </a:solidFill>
                          <a:effectLst/>
                          <a:latin typeface="Times New Roman"/>
                          <a:ea typeface="Times New Roman"/>
                          <a:cs typeface="Times New Roman"/>
                        </a:rPr>
                        <a:t>piping arranged to establish a CIP system</a:t>
                      </a:r>
                      <a:r>
                        <a:rPr lang="en-US" sz="1700" b="0" i="0" u="none" strike="noStrike">
                          <a:solidFill>
                            <a:srgbClr val="000000"/>
                          </a:solidFill>
                          <a:effectLst/>
                          <a:latin typeface="Times New Roman"/>
                          <a:ea typeface="Times New Roman"/>
                          <a:cs typeface="Times New Roman"/>
                        </a:rPr>
                        <a:t>. Precipitation area: replace the 80 L and 600 L agitated tanks with BPE-compliant 100 L and 600 L agitated tanks; retrofit the nozzles of the DN1200 AFD; other main equipment unchanged. All associated piping, instruments, valves, metering pumps, diaphragm pumps, etc. to be changed to centrifugal pumps, quaternary diaphragm pumps, instruments, valves, pH meters, </a:t>
                      </a:r>
                      <a:r>
                        <a:rPr lang="en-US" sz="1700" b="0" i="0" u="none" strike="noStrike">
                          <a:solidFill>
                            <a:srgbClr val="FF0000"/>
                          </a:solidFill>
                          <a:effectLst/>
                          <a:latin typeface="Times New Roman"/>
                          <a:ea typeface="Times New Roman"/>
                          <a:cs typeface="Times New Roman"/>
                        </a:rPr>
                        <a:t>flowmeters that meet BPE with 2D/3D drainability; designed for CIP, with valve connections reserved for CIP cleaning lines</a:t>
                      </a:r>
                      <a:r>
                        <a:rPr lang="en-US" sz="1700" b="0" i="0" u="none" strike="noStrike">
                          <a:solidFill>
                            <a:srgbClr val="000000"/>
                          </a:solidFill>
                          <a:effectLst/>
                          <a:latin typeface="Times New Roman"/>
                          <a:ea typeface="Times New Roman"/>
                          <a:cs typeface="Times New Roman"/>
                        </a:rPr>
                        <a:t>; 316L material considered.</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a:solidFill>
                            <a:srgbClr val="000000"/>
                          </a:solidFill>
                          <a:effectLst/>
                          <a:latin typeface="Times New Roman"/>
                          <a:ea typeface="Times New Roman"/>
                          <a:cs typeface="Times New Roman"/>
                        </a:rPr>
                        <a:t>01/20/2027</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700" b="0" i="0" u="none" strike="noStrike">
                          <a:solidFill>
                            <a:srgbClr val="000000"/>
                          </a:solidFill>
                          <a:effectLst/>
                          <a:latin typeface="Times New Roman"/>
                          <a:ea typeface="Times New Roman"/>
                          <a:cs typeface="Times New Roman"/>
                        </a:rPr>
                        <a:t>Pros: preparative solution-prep, preparative fraction and precipitation-area equipment replaced (old for new) and some tank nozzles retrofitted to BPE; piping components changed to centrifugal pumps, quaternary diaphragm pumps, instruments, valves, pH meters and flowmeters that meet BPE with 2D/3D drainability; valve connections reserved for CIP cleaning lines make it easy to add a CIP system later; short retrofit time and fewer equipment validation items.</a:t>
                      </a:r>
                    </a:p>
                    <a:p>
                      <a:pPr algn="l" fontAlgn="ctr"/>
                      <a:r>
                        <a:rPr lang="en-US" sz="1700" b="0" i="0" u="none" strike="noStrike">
                          <a:solidFill>
                            <a:srgbClr val="000000"/>
                          </a:solidFill>
                          <a:effectLst/>
                          <a:latin typeface="Times New Roman"/>
                          <a:ea typeface="Times New Roman"/>
                          <a:cs typeface="Times New Roman"/>
                        </a:rPr>
                        <a:t>Cons: materials of some AFD, reactor and tank equipment are not replaced to meet BPE; most connecting piping is not retrofitted for CIP; the resulting audit risk needs to be assessed. In addition, the reserved CIP valves have a long procurement lead time.</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9931598"/>
                  </a:ext>
                </a:extLst>
              </a:tr>
              <a:tr h="3236926">
                <a:tc>
                  <a:txBody>
                    <a:bodyPr/>
                    <a:lstStyle/>
                    <a:p>
                      <a:pPr algn="ctr" fontAlgn="ctr"/>
                      <a:r>
                        <a:rPr lang="en-US" sz="1800" b="1" i="0" u="none" strike="noStrike">
                          <a:solidFill>
                            <a:srgbClr val="000000"/>
                          </a:solidFill>
                          <a:effectLst/>
                          <a:latin typeface="Times New Roman"/>
                          <a:ea typeface="Times New Roman"/>
                          <a:cs typeface="Times New Roman"/>
                        </a:rPr>
                        <a:t>Option 3</a:t>
                      </a:r>
                    </a:p>
                    <a:p>
                      <a:pPr algn="ctr" fontAlgn="ctr"/>
                      <a:r>
                        <a:rPr lang="en-US" sz="1800" b="1" i="0" u="none" strike="noStrike">
                          <a:solidFill>
                            <a:srgbClr val="000000"/>
                          </a:solidFill>
                          <a:effectLst/>
                          <a:latin typeface="Times New Roman"/>
                          <a:ea typeface="Times New Roman"/>
                          <a:cs typeface="Times New Roman"/>
                        </a:rPr>
                        <a:t>(Piping retrofit with a new CIP system)</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ctr"/>
                      <a:r>
                        <a:rPr lang="en-US" sz="1700" b="0" i="0" u="none" strike="noStrike">
                          <a:solidFill>
                            <a:srgbClr val="000000"/>
                          </a:solidFill>
                          <a:effectLst/>
                          <a:latin typeface="Times New Roman"/>
                          <a:ea typeface="Times New Roman"/>
                          <a:cs typeface="Times New Roman"/>
                        </a:rPr>
                        <a:t>Hastelloy reactor R05: replace with a new BPE-standard unit. Solution-preparation tanks: replace 7 tanks with 316L tanks; retrofit the piping to establish a CIP system. Preparative operation: replace 8 receiving drums with 8 small side-sampling receivers; retrofit the nozzles of 5 tanks in this area to BPE; </a:t>
                      </a:r>
                      <a:r>
                        <a:rPr lang="en-US" sz="1700" b="0" i="0" u="none" strike="noStrike">
                          <a:solidFill>
                            <a:srgbClr val="FF0000"/>
                          </a:solidFill>
                          <a:effectLst/>
                          <a:latin typeface="Times New Roman"/>
                          <a:ea typeface="Times New Roman"/>
                          <a:cs typeface="Times New Roman"/>
                        </a:rPr>
                        <a:t>piping arranged to establish a CIP system.</a:t>
                      </a:r>
                      <a:r>
                        <a:rPr lang="en-US" sz="1700" b="0" i="0" u="none" strike="noStrike">
                          <a:solidFill>
                            <a:srgbClr val="000000"/>
                          </a:solidFill>
                          <a:effectLst/>
                          <a:latin typeface="Times New Roman"/>
                          <a:ea typeface="Times New Roman"/>
                          <a:cs typeface="Times New Roman"/>
                        </a:rPr>
                        <a:t> UF area: replace the 1000 L feed tank with a BPE-compliant 1500 L agitated tank; retrofit the piping to establish a CIP system. Precipitation area: replace the 80 L and 600 L agitated tanks with BPE-compliant 100 L and 600 L agitated tanks; retrofit the nozzles of the DN1200 AFD; other main equipment unchanged; retrofit the piping to establish a CIP system. All associated piping, instruments, valves, metering pumps, diaphragm pumps, etc. to be changed to centrifugal pumps, quaternary diaphragm pumps, instruments, valves, pH meters and flowmeters </a:t>
                      </a:r>
                      <a:r>
                        <a:rPr lang="en-US" sz="1700" b="0" i="0" u="none" strike="noStrike">
                          <a:solidFill>
                            <a:srgbClr val="FF0000"/>
                          </a:solidFill>
                          <a:effectLst/>
                          <a:latin typeface="Times New Roman"/>
                          <a:ea typeface="Times New Roman"/>
                          <a:cs typeface="Times New Roman"/>
                        </a:rPr>
                        <a:t>that meet BPE with 2D/3D drainability; CIP piping and valve cleaning system established;</a:t>
                      </a:r>
                      <a:r>
                        <a:rPr lang="en-US" sz="1700" b="0" i="0" u="none" strike="noStrike">
                          <a:solidFill>
                            <a:srgbClr val="000000"/>
                          </a:solidFill>
                          <a:effectLst/>
                          <a:latin typeface="Times New Roman"/>
                          <a:ea typeface="Times New Roman"/>
                          <a:cs typeface="Times New Roman"/>
                        </a:rPr>
                        <a:t> 316L material considered.</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a:solidFill>
                            <a:srgbClr val="000000"/>
                          </a:solidFill>
                          <a:effectLst/>
                          <a:latin typeface="Times New Roman"/>
                          <a:ea typeface="Times New Roman"/>
                          <a:cs typeface="Times New Roman"/>
                        </a:rPr>
                        <a:t>04/25/2027</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700" b="0" i="0" u="none" strike="noStrike">
                          <a:solidFill>
                            <a:srgbClr val="000000"/>
                          </a:solidFill>
                          <a:effectLst/>
                          <a:latin typeface="Times New Roman"/>
                          <a:ea typeface="Times New Roman"/>
                          <a:cs typeface="Times New Roman"/>
                        </a:rPr>
                        <a:t>Pros: preparative solution-prep, preparative fraction and precipitation-area equipment replaced (old for new) and some tank nozzles retrofitted to BPE; piping components changed to centrifugal pumps, quaternary diaphragm pumps, instruments, valves, pH meters and flowmeters that meet BPE with 2D/3D drainability; CIP piping and valve cleaning system established, ensuring compliance to the greatest extent.</a:t>
                      </a:r>
                    </a:p>
                    <a:p>
                      <a:pPr algn="l" fontAlgn="ctr"/>
                      <a:r>
                        <a:rPr lang="en-US" sz="1700" b="0" i="0" u="none" strike="noStrike">
                          <a:solidFill>
                            <a:srgbClr val="000000"/>
                          </a:solidFill>
                          <a:effectLst/>
                          <a:latin typeface="Times New Roman"/>
                          <a:ea typeface="Times New Roman"/>
                          <a:cs typeface="Times New Roman"/>
                        </a:rPr>
                        <a:t>Cons: materials of some AFD, reactor and tank equipment are not replaced to meet BPE; long supply lead time for the CIP piping retrofit, many construction items and more subsequent validation, i.e. a long procurement, construction and validation cycle.</a:t>
                      </a:r>
                    </a:p>
                  </a:txBody>
                  <a:tcPr marL="54864" marR="54864"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18505709"/>
                  </a:ext>
                </a:extLst>
              </a:tr>
            </a:tbl>
          </a:graphicData>
        </a:graphic>
      </p:graphicFrame>
    </p:spTree>
    <p:extLst>
      <p:ext uri="{BB962C8B-B14F-4D97-AF65-F5344CB8AC3E}">
        <p14:creationId xmlns:p14="http://schemas.microsoft.com/office/powerpoint/2010/main" val="1777107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smtClean="0"/>
              <a:t>-</a:t>
            </a:r>
            <a:fld id="{FAEDECE0-B3E3-4E93-9B91-9F10B30F5B07}" type="slidenum">
              <a:rPr lang="en-US" altLang="zh-CN" smtClean="0"/>
              <a:pPr>
                <a:defRPr/>
              </a:pPr>
              <a:t>3</a:t>
            </a:fld>
            <a:r>
              <a:rPr lang="en-US" altLang="zh-CN" smtClean="0"/>
              <a:t>-</a:t>
            </a:r>
            <a:endParaRPr lang="zh-CN" altLang="en-US" dirty="0"/>
          </a:p>
        </p:txBody>
      </p:sp>
      <p:sp>
        <p:nvSpPr>
          <p:cNvPr id="45" name="TextBox 5">
            <a:extLst>
              <a:ext uri="{FF2B5EF4-FFF2-40B4-BE49-F238E27FC236}">
                <a16:creationId xmlns:a16="http://schemas.microsoft.com/office/drawing/2014/main" id="{C68F7B16-9CFC-536C-9F75-97145FE781A1}"/>
              </a:ext>
            </a:extLst>
          </p:cNvPr>
          <p:cNvSpPr txBox="1"/>
          <p:nvPr/>
        </p:nvSpPr>
        <p:spPr>
          <a:xfrm>
            <a:off x="8164267" y="690572"/>
            <a:ext cx="14113844" cy="830997"/>
          </a:xfrm>
          <a:prstGeom prst="rect">
            <a:avLst/>
          </a:prstGeom>
          <a:noFill/>
          <a:ln w="9525">
            <a:noFill/>
          </a:ln>
        </p:spPr>
        <p:txBody>
          <a:bodyPr wrap="square" anchor="t">
            <a:spAutoFit/>
          </a:bodyPr>
          <a:lstStyle/>
          <a:p>
            <a:pPr indent="0" algn="r" eaLnBrk="0" hangingPunct="0"/>
            <a:r>
              <a:rPr lang="en-US" sz="4800" b="1">
                <a:solidFill>
                  <a:srgbClr val="2F5A9E"/>
                </a:solidFill>
                <a:latin typeface="Times New Roman"/>
                <a:ea typeface="Times New Roman"/>
                <a:cs typeface="Times New Roman"/>
              </a:rPr>
              <a:t>Equipment and Tank Retrofit / Replacement Plan</a:t>
            </a:r>
            <a:endParaRPr lang="en-US" sz="4800" b="1">
              <a:solidFill>
                <a:srgbClr val="2F5A9E"/>
              </a:solidFill>
              <a:latin typeface="Times New Roman"/>
              <a:ea typeface="Times New Roman"/>
              <a:cs typeface="Times New Roman"/>
            </a:endParaRPr>
          </a:p>
        </p:txBody>
      </p:sp>
      <p:graphicFrame>
        <p:nvGraphicFramePr>
          <p:cNvPr id="5" name="表格 4"/>
          <p:cNvGraphicFramePr>
            <a:graphicFrameLocks noGrp="1"/>
          </p:cNvGraphicFramePr>
          <p:nvPr>
            <p:extLst>
              <p:ext uri="{D42A27DB-BD31-4B8C-83A1-F6EECF244321}">
                <p14:modId xmlns:p14="http://schemas.microsoft.com/office/powerpoint/2010/main" val="2789022453"/>
              </p:ext>
            </p:extLst>
          </p:nvPr>
        </p:nvGraphicFramePr>
        <p:xfrm>
          <a:off x="1901792" y="1995148"/>
          <a:ext cx="20376319" cy="10993490"/>
        </p:xfrm>
        <a:graphic>
          <a:graphicData uri="http://schemas.openxmlformats.org/drawingml/2006/table">
            <a:tbl>
              <a:tblPr/>
              <a:tblGrid>
                <a:gridCol w="1300000">
                  <a:extLst>
                    <a:ext uri="{9D8B030D-6E8A-4147-A177-3AD203B41FA5}">
                      <a16:colId xmlns:a16="http://schemas.microsoft.com/office/drawing/2014/main" val="1128240296"/>
                    </a:ext>
                  </a:extLst>
                </a:gridCol>
                <a:gridCol w="560000">
                  <a:extLst>
                    <a:ext uri="{9D8B030D-6E8A-4147-A177-3AD203B41FA5}">
                      <a16:colId xmlns:a16="http://schemas.microsoft.com/office/drawing/2014/main" val="1102909479"/>
                    </a:ext>
                  </a:extLst>
                </a:gridCol>
                <a:gridCol w="2244436">
                  <a:extLst>
                    <a:ext uri="{9D8B030D-6E8A-4147-A177-3AD203B41FA5}">
                      <a16:colId xmlns:a16="http://schemas.microsoft.com/office/drawing/2014/main" val="1698897235"/>
                    </a:ext>
                  </a:extLst>
                </a:gridCol>
                <a:gridCol w="900000">
                  <a:extLst>
                    <a:ext uri="{9D8B030D-6E8A-4147-A177-3AD203B41FA5}">
                      <a16:colId xmlns:a16="http://schemas.microsoft.com/office/drawing/2014/main" val="4203078465"/>
                    </a:ext>
                  </a:extLst>
                </a:gridCol>
                <a:gridCol w="1150000">
                  <a:extLst>
                    <a:ext uri="{9D8B030D-6E8A-4147-A177-3AD203B41FA5}">
                      <a16:colId xmlns:a16="http://schemas.microsoft.com/office/drawing/2014/main" val="1290869615"/>
                    </a:ext>
                  </a:extLst>
                </a:gridCol>
                <a:gridCol w="1350000">
                  <a:extLst>
                    <a:ext uri="{9D8B030D-6E8A-4147-A177-3AD203B41FA5}">
                      <a16:colId xmlns:a16="http://schemas.microsoft.com/office/drawing/2014/main" val="62447646"/>
                    </a:ext>
                  </a:extLst>
                </a:gridCol>
                <a:gridCol w="1000000">
                  <a:extLst>
                    <a:ext uri="{9D8B030D-6E8A-4147-A177-3AD203B41FA5}">
                      <a16:colId xmlns:a16="http://schemas.microsoft.com/office/drawing/2014/main" val="896957450"/>
                    </a:ext>
                  </a:extLst>
                </a:gridCol>
                <a:gridCol w="2400000">
                  <a:extLst>
                    <a:ext uri="{9D8B030D-6E8A-4147-A177-3AD203B41FA5}">
                      <a16:colId xmlns:a16="http://schemas.microsoft.com/office/drawing/2014/main" val="3190468727"/>
                    </a:ext>
                  </a:extLst>
                </a:gridCol>
                <a:gridCol w="1950000">
                  <a:extLst>
                    <a:ext uri="{9D8B030D-6E8A-4147-A177-3AD203B41FA5}">
                      <a16:colId xmlns:a16="http://schemas.microsoft.com/office/drawing/2014/main" val="4283328964"/>
                    </a:ext>
                  </a:extLst>
                </a:gridCol>
                <a:gridCol w="1700000">
                  <a:extLst>
                    <a:ext uri="{9D8B030D-6E8A-4147-A177-3AD203B41FA5}">
                      <a16:colId xmlns:a16="http://schemas.microsoft.com/office/drawing/2014/main" val="1702660880"/>
                    </a:ext>
                  </a:extLst>
                </a:gridCol>
                <a:gridCol w="5821883">
                  <a:extLst>
                    <a:ext uri="{9D8B030D-6E8A-4147-A177-3AD203B41FA5}">
                      <a16:colId xmlns:a16="http://schemas.microsoft.com/office/drawing/2014/main" val="1132515242"/>
                    </a:ext>
                  </a:extLst>
                </a:gridCol>
              </a:tblGrid>
              <a:tr h="627635">
                <a:tc>
                  <a:txBody>
                    <a:bodyPr/>
                    <a:lstStyle/>
                    <a:p>
                      <a:pPr algn="ctr" fontAlgn="ctr"/>
                      <a:r>
                        <a:rPr lang="en-US" sz="1400" b="1" i="0" u="none" strike="noStrike">
                          <a:solidFill>
                            <a:srgbClr val="000000"/>
                          </a:solidFill>
                          <a:effectLst/>
                          <a:latin typeface="Times New Roman"/>
                          <a:ea typeface="Times New Roman"/>
                          <a:cs typeface="Times New Roman"/>
                        </a:rPr>
                        <a:t>Process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Equipment Tag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Size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Material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Vendor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Equipment Use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Arrival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Drawings Sent to CIP Designer for Clarification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716965457"/>
                  </a:ext>
                </a:extLst>
              </a:tr>
              <a:tr h="987225">
                <a:tc rowSpan="10">
                  <a:txBody>
                    <a:bodyPr/>
                    <a:lstStyle/>
                    <a:p>
                      <a:pPr algn="ctr" fontAlgn="ctr"/>
                      <a:r>
                        <a:rPr lang="en-US" sz="1300" b="1" i="0" u="none" strike="noStrike">
                          <a:solidFill>
                            <a:srgbClr val="000000"/>
                          </a:solidFill>
                          <a:effectLst/>
                          <a:latin typeface="Times New Roman"/>
                          <a:ea typeface="Times New Roman"/>
                          <a:cs typeface="Times New Roman"/>
                        </a:rPr>
                        <a:t>Prep system tanks</a:t>
                      </a:r>
                    </a:p>
                    <a:p>
                      <a:pPr algn="ctr" fontAlgn="ctr"/>
                      <a:r>
                        <a:rPr lang="en-US" sz="1300" b="1" i="0" u="none" strike="noStrike">
                          <a:solidFill>
                            <a:srgbClr val="000000"/>
                          </a:solidFill>
                          <a:effectLst/>
                          <a:latin typeface="Times New Roman"/>
                          <a:ea typeface="Times New Roman"/>
                          <a:cs typeface="Times New Roman"/>
                        </a:rPr>
                        <a:t>Hanbon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TJ4S-1213-R05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Hastelloy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Dissolution / solution prep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FF0000"/>
                          </a:solidFill>
                          <a:effectLst/>
                          <a:latin typeface="Times New Roman"/>
                          <a:ea typeface="Times New Roman"/>
                          <a:cs typeface="Times New Roman"/>
                        </a:rPr>
                        <a:t>11/07/2026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FF0000"/>
                          </a:solidFill>
                          <a:effectLst/>
                          <a:latin typeface="Times New Roman"/>
                          <a:ea typeface="Times New Roman"/>
                          <a:cs typeface="Times New Roman"/>
                        </a:rPr>
                        <a:t>Two options:</a:t>
                      </a:r>
                    </a:p>
                    <a:p>
                      <a:pPr algn="l" fontAlgn="ctr"/>
                      <a:r>
                        <a:rPr lang="en-US" sz="1400" b="1" i="0" u="none" strike="noStrike">
                          <a:solidFill>
                            <a:srgbClr val="FF0000"/>
                          </a:solidFill>
                          <a:effectLst/>
                          <a:latin typeface="Times New Roman"/>
                          <a:ea typeface="Times New Roman"/>
                          <a:cs typeface="Times New Roman"/>
                        </a:rPr>
                        <a:t>Option 1: on-site retrofit – not enough time;</a:t>
                      </a:r>
                    </a:p>
                    <a:p>
                      <a:pPr algn="l" fontAlgn="ctr"/>
                      <a:r>
                        <a:rPr lang="en-US" sz="1400" b="1" i="0" u="none" strike="noStrike">
                          <a:solidFill>
                            <a:srgbClr val="FF0000"/>
                          </a:solidFill>
                          <a:effectLst/>
                          <a:latin typeface="Times New Roman"/>
                          <a:ea typeface="Times New Roman"/>
                          <a:cs typeface="Times New Roman"/>
                        </a:rPr>
                        <a:t>Tentatively Option 2: follow the pilot-plant area – replace with a new Chengxin reactor – supplier's new drawing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3911345"/>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600L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Tofflon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Concentrated salt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10/20/2026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3993290"/>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600L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Salt solution prep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9078019"/>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PW storage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7489313"/>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1500L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Acetonitrile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315769"/>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Mobile phase A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4519446"/>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Mobile phase B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948996"/>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TJ4S-1211-HPPC03-WT01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2000L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Waste liquid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149017"/>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TJ4S-1211-HPPC03-WT02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500L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Waste liquid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2156074"/>
                  </a:ext>
                </a:extLst>
              </a:tr>
              <a:tr h="740419">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1500L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IPA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Confirm whether IPA can use tank T06 (option cancelled) – Liu Linchong – confirmed: tank to be replaced with the Yingde 1500 L spare tank – 2026.09.27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2407629"/>
                  </a:ext>
                </a:extLst>
              </a:tr>
              <a:tr h="493612">
                <a:tc rowSpan="6">
                  <a:txBody>
                    <a:bodyPr/>
                    <a:lstStyle/>
                    <a:p>
                      <a:pPr algn="ctr" fontAlgn="ctr"/>
                      <a:r>
                        <a:rPr lang="en-US" sz="1300" b="1" i="0" u="none" strike="noStrike">
                          <a:solidFill>
                            <a:srgbClr val="000000"/>
                          </a:solidFill>
                          <a:effectLst/>
                          <a:latin typeface="Times New Roman"/>
                          <a:ea typeface="Times New Roman"/>
                          <a:cs typeface="Times New Roman"/>
                        </a:rPr>
                        <a:t>Grade D area</a:t>
                      </a:r>
                    </a:p>
                    <a:p>
                      <a:pPr algn="ctr" fontAlgn="ctr"/>
                      <a:r>
                        <a:rPr lang="en-US" sz="1300" b="1" i="0" u="none" strike="noStrike">
                          <a:solidFill>
                            <a:srgbClr val="000000"/>
                          </a:solidFill>
                          <a:effectLst/>
                          <a:latin typeface="Times New Roman"/>
                          <a:ea typeface="Times New Roman"/>
                          <a:cs typeface="Times New Roman"/>
                        </a:rPr>
                        <a:t>Hanbon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8000L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Fraction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11/05/2026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8499027"/>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Load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11/05/2026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2550051"/>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Fraction tank (buffer)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11/05/2026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6392272"/>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TJ4S-1211-HPPC03-AT06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Fraction receiver (in-spec)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11/05/2026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5499830"/>
                  </a:ext>
                </a:extLst>
              </a:tr>
              <a:tr h="493612">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TJ4S-1211-HPPC03-T06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Chase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11/05/2026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3878015"/>
                  </a:ext>
                </a:extLst>
              </a:tr>
              <a:tr h="246806">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TJ4S-1211-MTK03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600L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Hanbon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Slurry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801435"/>
                  </a:ext>
                </a:extLst>
              </a:tr>
              <a:tr h="740419">
                <a:tc>
                  <a:txBody>
                    <a:bodyPr/>
                    <a:lstStyle/>
                    <a:p>
                      <a:pPr algn="ctr" fontAlgn="ctr"/>
                      <a:r>
                        <a:rPr lang="en-US" sz="1300" b="1" i="0" u="none" strike="noStrike">
                          <a:solidFill>
                            <a:srgbClr val="000000"/>
                          </a:solidFill>
                          <a:effectLst/>
                          <a:latin typeface="Times New Roman"/>
                          <a:ea typeface="Times New Roman"/>
                          <a:cs typeface="Times New Roman"/>
                        </a:rPr>
                        <a:t>UF system</a:t>
                      </a:r>
                    </a:p>
                    <a:p>
                      <a:pPr algn="ctr" fontAlgn="ctr"/>
                      <a:r>
                        <a:rPr lang="en-US" sz="1300" b="1" i="0" u="none" strike="noStrike">
                          <a:solidFill>
                            <a:srgbClr val="000000"/>
                          </a:solidFill>
                          <a:effectLst/>
                          <a:latin typeface="Times New Roman"/>
                          <a:ea typeface="Times New Roman"/>
                          <a:cs typeface="Times New Roman"/>
                        </a:rPr>
                        <a:t>Tofflon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TJ4S-1211-TFF02-T01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1500L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UF receiving tank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6810236"/>
                  </a:ext>
                </a:extLst>
              </a:tr>
              <a:tr h="493612">
                <a:tc rowSpan="4">
                  <a:txBody>
                    <a:bodyPr/>
                    <a:lstStyle/>
                    <a:p>
                      <a:pPr algn="ctr" fontAlgn="ctr"/>
                      <a:r>
                        <a:rPr lang="en-US" sz="1300" b="1" i="0" u="none" strike="noStrike">
                          <a:solidFill>
                            <a:srgbClr val="000000"/>
                          </a:solidFill>
                          <a:effectLst/>
                          <a:latin typeface="Times New Roman"/>
                          <a:ea typeface="Times New Roman"/>
                          <a:cs typeface="Times New Roman"/>
                        </a:rPr>
                        <a:t>Salt conversion &amp; crystallization reactors, AFD</a:t>
                      </a:r>
                    </a:p>
                    <a:p>
                      <a:pPr algn="ctr" fontAlgn="ctr"/>
                      <a:r>
                        <a:rPr lang="en-US" sz="1300" b="1" i="0" u="none" strike="noStrike">
                          <a:solidFill>
                            <a:srgbClr val="000000"/>
                          </a:solidFill>
                          <a:effectLst/>
                          <a:latin typeface="Times New Roman"/>
                          <a:ea typeface="Times New Roman"/>
                          <a:cs typeface="Times New Roman"/>
                        </a:rPr>
                        <a:t>Yaguang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400" b="1" i="0" u="none" strike="noStrike">
                          <a:solidFill>
                            <a:srgbClr val="000000"/>
                          </a:solidFill>
                          <a:effectLst/>
                          <a:latin typeface="Times New Roman"/>
                          <a:ea typeface="Times New Roman"/>
                          <a:cs typeface="Times New Roman"/>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TJ4S-1211-AT02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NaOH+MeOH storage solution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7055811"/>
                  </a:ext>
                </a:extLst>
              </a:tr>
              <a:tr h="246806">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TJ4S-1211-AT01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600L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316L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Replace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Yingde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Salt conversion reactor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10/18/2026 arrival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Replace tank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5352642"/>
                  </a:ext>
                </a:extLst>
              </a:tr>
              <a:tr h="246806">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TJ4S-1211-R01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2000L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Hastelloy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No retrofit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Chengxin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Crystallization reactor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No nozzle retrofit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4785922"/>
                  </a:ext>
                </a:extLst>
              </a:tr>
              <a:tr h="246806">
                <a:tc vMerge="1">
                  <a:txBody>
                    <a:bodyPr/>
                    <a:lstStyle/>
                    <a:p>
                      <a:endParaRPr lang="zh-CN" altLang="en-US"/>
                    </a:p>
                  </a:txBody>
                  <a:tcPr/>
                </a:tc>
                <a:tc>
                  <a:txBody>
                    <a:bodyPr/>
                    <a:lstStyle/>
                    <a:p>
                      <a:pPr algn="ctr" fontAlgn="ctr"/>
                      <a:r>
                        <a:rPr lang="en-US" sz="1400" b="1" i="0" u="none" strike="noStrike">
                          <a:solidFill>
                            <a:srgbClr val="000000"/>
                          </a:solidFill>
                          <a:effectLst/>
                          <a:latin typeface="Times New Roman"/>
                          <a:ea typeface="Times New Roman"/>
                          <a:cs typeface="Times New Roman"/>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TJ4S-1211-FD01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DN1200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Hastelloy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Retrofit nozzles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Yaguang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AFD drying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11/10/2026 retrofitted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a:ea typeface="Times New Roman"/>
                          <a:cs typeface="Times New Roman"/>
                        </a:rPr>
                        <a:t>Yes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1" i="0" u="none" strike="noStrike">
                          <a:solidFill>
                            <a:srgbClr val="000000"/>
                          </a:solidFill>
                          <a:effectLst/>
                          <a:latin typeface="Times New Roman"/>
                          <a:ea typeface="Times New Roman"/>
                          <a:cs typeface="Times New Roman"/>
                        </a:rPr>
                        <a:t>Retrofit nozzles – supplier info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1988020"/>
                  </a:ext>
                </a:extLst>
              </a:tr>
            </a:tbl>
          </a:graphicData>
        </a:graphic>
      </p:graphicFrame>
    </p:spTree>
    <p:extLst>
      <p:ext uri="{BB962C8B-B14F-4D97-AF65-F5344CB8AC3E}">
        <p14:creationId xmlns:p14="http://schemas.microsoft.com/office/powerpoint/2010/main" val="9034653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smtClean="0"/>
              <a:t>-</a:t>
            </a:r>
            <a:fld id="{FAEDECE0-B3E3-4E93-9B91-9F10B30F5B07}" type="slidenum">
              <a:rPr lang="en-US" altLang="zh-CN" smtClean="0"/>
              <a:pPr>
                <a:defRPr/>
              </a:pPr>
              <a:t>4</a:t>
            </a:fld>
            <a:r>
              <a:rPr lang="en-US" altLang="zh-CN" smtClean="0"/>
              <a:t>-</a:t>
            </a:r>
            <a:endParaRPr lang="zh-CN" altLang="en-US" dirty="0"/>
          </a:p>
        </p:txBody>
      </p:sp>
      <p:sp>
        <p:nvSpPr>
          <p:cNvPr id="5" name="TextBox 5"/>
          <p:cNvSpPr txBox="1"/>
          <p:nvPr/>
        </p:nvSpPr>
        <p:spPr>
          <a:xfrm>
            <a:off x="16472050" y="2776118"/>
            <a:ext cx="4544790" cy="8309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defPPr>
              <a:defRPr lang="en-US"/>
            </a:defPPr>
            <a:lvl1pPr marL="0" marR="0" lvl="0" indent="0" algn="r" eaLnBrk="1" fontAlgn="auto" latinLnBrk="0">
              <a:lnSpc>
                <a:spcPct val="100000"/>
              </a:lnSpc>
              <a:spcBef>
                <a:spcPts val="0"/>
              </a:spcBef>
              <a:spcAft>
                <a:spcPts val="0"/>
              </a:spcAft>
              <a:buClrTx/>
              <a:buSzTx/>
              <a:buFontTx/>
              <a:buNone/>
              <a:tabLst/>
              <a:defRPr sz="4800" b="1">
                <a:solidFill>
                  <a:srgbClr val="2F5A9E"/>
                </a:solidFill>
                <a:latin typeface="+mj-ea"/>
                <a:ea typeface="+mj-ea"/>
              </a:defRPr>
            </a:lvl1pPr>
          </a:lstStyle>
          <a:p>
            <a:r>
              <a:rPr lang="en-US">
                <a:latin typeface="Times New Roman"/>
                <a:ea typeface="Times New Roman"/>
                <a:cs typeface="Times New Roman"/>
                <a:sym typeface="Arial" panose="020B0704020202020204" pitchFamily="34" charset="0"/>
              </a:rPr>
              <a:t>Option 3</a:t>
            </a:r>
            <a:endParaRPr lang="en-US">
              <a:latin typeface="Times New Roman"/>
              <a:ea typeface="Times New Roman"/>
              <a:cs typeface="Times New Roman"/>
              <a:sym typeface="Arial" panose="020B0704020202020204" pitchFamily="34" charset="0"/>
            </a:endParaRPr>
          </a:p>
        </p:txBody>
      </p:sp>
      <p:sp>
        <p:nvSpPr>
          <p:cNvPr id="6" name="TextBox 5"/>
          <p:cNvSpPr txBox="1"/>
          <p:nvPr/>
        </p:nvSpPr>
        <p:spPr>
          <a:xfrm>
            <a:off x="7583084" y="2797232"/>
            <a:ext cx="4753178" cy="8309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defPPr>
              <a:defRPr lang="en-US"/>
            </a:defPPr>
            <a:lvl1pPr marL="0" marR="0" lvl="0" indent="0" algn="r" eaLnBrk="1" fontAlgn="auto" latinLnBrk="0">
              <a:lnSpc>
                <a:spcPct val="100000"/>
              </a:lnSpc>
              <a:spcBef>
                <a:spcPts val="0"/>
              </a:spcBef>
              <a:spcAft>
                <a:spcPts val="0"/>
              </a:spcAft>
              <a:buClrTx/>
              <a:buSzTx/>
              <a:buFontTx/>
              <a:buNone/>
              <a:tabLst/>
              <a:defRPr sz="4800" b="1">
                <a:solidFill>
                  <a:srgbClr val="2F5A9E"/>
                </a:solidFill>
                <a:latin typeface="+mj-ea"/>
                <a:ea typeface="+mj-ea"/>
              </a:defRPr>
            </a:lvl1pPr>
          </a:lstStyle>
          <a:p>
            <a:r>
              <a:rPr lang="en-US">
                <a:latin typeface="Times New Roman"/>
                <a:ea typeface="Times New Roman"/>
                <a:cs typeface="Times New Roman"/>
                <a:sym typeface="Arial" panose="020B0704020202020204" pitchFamily="34" charset="0"/>
              </a:rPr>
              <a:t>Option 2</a:t>
            </a:r>
            <a:endParaRPr lang="en-US">
              <a:latin typeface="Times New Roman"/>
              <a:ea typeface="Times New Roman"/>
              <a:cs typeface="Times New Roman"/>
              <a:sym typeface="Arial" panose="020B0704020202020204" pitchFamily="34" charset="0"/>
            </a:endParaRPr>
          </a:p>
        </p:txBody>
      </p:sp>
      <p:sp>
        <p:nvSpPr>
          <p:cNvPr id="7" name="TextBox 5"/>
          <p:cNvSpPr txBox="1"/>
          <p:nvPr/>
        </p:nvSpPr>
        <p:spPr>
          <a:xfrm>
            <a:off x="-1760375" y="2825105"/>
            <a:ext cx="6830423" cy="8309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defPPr>
              <a:defRPr lang="en-US"/>
            </a:defPPr>
            <a:lvl1pPr marL="0" marR="0" lvl="0" indent="0" algn="r" eaLnBrk="1" fontAlgn="auto" latinLnBrk="0">
              <a:lnSpc>
                <a:spcPct val="100000"/>
              </a:lnSpc>
              <a:spcBef>
                <a:spcPts val="0"/>
              </a:spcBef>
              <a:spcAft>
                <a:spcPts val="0"/>
              </a:spcAft>
              <a:buClrTx/>
              <a:buSzTx/>
              <a:buFontTx/>
              <a:buNone/>
              <a:tabLst/>
              <a:defRPr sz="4800" b="1">
                <a:solidFill>
                  <a:srgbClr val="2F5A9E"/>
                </a:solidFill>
                <a:latin typeface="+mj-ea"/>
                <a:ea typeface="+mj-ea"/>
              </a:defRPr>
            </a:lvl1pPr>
          </a:lstStyle>
          <a:p>
            <a:r>
              <a:rPr lang="en-US">
                <a:latin typeface="Times New Roman"/>
                <a:ea typeface="Times New Roman"/>
                <a:cs typeface="Times New Roman"/>
                <a:sym typeface="Arial" panose="020B0704020202020204" pitchFamily="34" charset="0"/>
              </a:rPr>
              <a:t>Option 1</a:t>
            </a:r>
            <a:endParaRPr lang="en-US">
              <a:latin typeface="Times New Roman"/>
              <a:ea typeface="Times New Roman"/>
              <a:cs typeface="Times New Roman"/>
              <a:sym typeface="Arial" panose="020B0704020202020204" pitchFamily="34" charset="0"/>
            </a:endParaRPr>
          </a:p>
        </p:txBody>
      </p:sp>
      <p:sp>
        <p:nvSpPr>
          <p:cNvPr id="8" name="TextBox 5"/>
          <p:cNvSpPr txBox="1"/>
          <p:nvPr/>
        </p:nvSpPr>
        <p:spPr>
          <a:xfrm>
            <a:off x="12781149" y="825663"/>
            <a:ext cx="10252660" cy="8309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defPPr>
              <a:defRPr lang="en-US"/>
            </a:defPPr>
            <a:lvl1pPr marL="0" marR="0" lvl="0" indent="0" algn="r" eaLnBrk="1" fontAlgn="auto" latinLnBrk="0">
              <a:lnSpc>
                <a:spcPct val="100000"/>
              </a:lnSpc>
              <a:spcBef>
                <a:spcPts val="0"/>
              </a:spcBef>
              <a:spcAft>
                <a:spcPts val="0"/>
              </a:spcAft>
              <a:buClrTx/>
              <a:buSzTx/>
              <a:buFontTx/>
              <a:buNone/>
              <a:tabLst/>
              <a:defRPr sz="4800" b="1">
                <a:solidFill>
                  <a:srgbClr val="2F5A9E"/>
                </a:solidFill>
                <a:latin typeface="+mj-ea"/>
                <a:ea typeface="+mj-ea"/>
              </a:defRPr>
            </a:lvl1pPr>
          </a:lstStyle>
          <a:p>
            <a:r>
              <a:rPr lang="en-US">
                <a:latin typeface="Times New Roman"/>
                <a:ea typeface="Times New Roman"/>
                <a:cs typeface="Times New Roman"/>
                <a:sym typeface="Arial" panose="020B0704020202020204" pitchFamily="34" charset="0"/>
              </a:rPr>
              <a:t>Piping Retrofit Options (Schematic)</a:t>
            </a:r>
            <a:endParaRPr lang="en-US">
              <a:latin typeface="Times New Roman"/>
              <a:ea typeface="Times New Roman"/>
              <a:cs typeface="Times New Roman"/>
              <a:sym typeface="Arial" panose="020B0704020202020204" pitchFamily="34" charset="0"/>
            </a:endParaRP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10891" t="6715" r="6703" b="1981"/>
          <a:stretch/>
        </p:blipFill>
        <p:spPr>
          <a:xfrm>
            <a:off x="186876" y="4750903"/>
            <a:ext cx="7883697" cy="626165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l="11181" t="8877" r="7076" b="734"/>
          <a:stretch/>
        </p:blipFill>
        <p:spPr>
          <a:xfrm>
            <a:off x="8434837" y="4722680"/>
            <a:ext cx="7792278" cy="628152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图片 8"/>
          <p:cNvPicPr>
            <a:picLocks noChangeAspect="1"/>
          </p:cNvPicPr>
          <p:nvPr/>
        </p:nvPicPr>
        <p:blipFill rotWithShape="1">
          <a:blip r:embed="rId5">
            <a:extLst>
              <a:ext uri="{28A0092B-C50C-407E-A947-70E740481C1C}">
                <a14:useLocalDpi xmlns:a14="http://schemas.microsoft.com/office/drawing/2010/main" val="0"/>
              </a:ext>
            </a:extLst>
          </a:blip>
          <a:srcRect l="12749" t="6521" r="6838" b="3090"/>
          <a:stretch/>
        </p:blipFill>
        <p:spPr>
          <a:xfrm>
            <a:off x="16591379" y="4722681"/>
            <a:ext cx="7633253" cy="628152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10" name="对象 9"/>
          <p:cNvGraphicFramePr>
            <a:graphicFrameLocks noChangeAspect="1"/>
          </p:cNvGraphicFramePr>
          <p:nvPr>
            <p:extLst>
              <p:ext uri="{D42A27DB-BD31-4B8C-83A1-F6EECF244321}">
                <p14:modId xmlns:p14="http://schemas.microsoft.com/office/powerpoint/2010/main" val="4069765552"/>
              </p:ext>
            </p:extLst>
          </p:nvPr>
        </p:nvGraphicFramePr>
        <p:xfrm>
          <a:off x="21016840" y="11455401"/>
          <a:ext cx="2016969" cy="1736834"/>
        </p:xfrm>
        <a:graphic>
          <a:graphicData uri="http://schemas.openxmlformats.org/presentationml/2006/ole">
            <mc:AlternateContent xmlns:mc="http://schemas.openxmlformats.org/markup-compatibility/2006">
              <mc:Choice xmlns:v="urn:schemas-microsoft-com:vml" Requires="v">
                <p:oleObj spid="_x0000_s1027" name="ZWCAD Drawing" showAsIcon="1" r:id="rId6" imgW="914400" imgH="787320" progId="ZWCAD.Drawing.2020">
                  <p:embed/>
                </p:oleObj>
              </mc:Choice>
              <mc:Fallback>
                <p:oleObj name="ZWCAD Drawing" showAsIcon="1" r:id="rId6" imgW="914400" imgH="787320" progId="ZWCAD.Drawing.2020">
                  <p:embed/>
                  <p:pic>
                    <p:nvPicPr>
                      <p:cNvPr id="0" name=""/>
                      <p:cNvPicPr/>
                      <p:nvPr/>
                    </p:nvPicPr>
                    <p:blipFill>
                      <a:blip r:embed="rId7"/>
                      <a:stretch>
                        <a:fillRect/>
                      </a:stretch>
                    </p:blipFill>
                    <p:spPr>
                      <a:xfrm>
                        <a:off x="21016840" y="11455401"/>
                        <a:ext cx="2016969" cy="1736834"/>
                      </a:xfrm>
                      <a:prstGeom prst="rect">
                        <a:avLst/>
                      </a:prstGeom>
                    </p:spPr>
                  </p:pic>
                </p:oleObj>
              </mc:Fallback>
            </mc:AlternateContent>
          </a:graphicData>
        </a:graphic>
      </p:graphicFrame>
      <p:sp>
        <p:nvSpPr>
          <p:cNvPr id="11" name="Rectangle 10"/>
          <p:cNvSpPr/>
          <p:nvPr/>
        </p:nvSpPr>
        <p:spPr>
          <a:xfrm>
            <a:off x="8511995" y="5797417"/>
            <a:ext cx="2571759" cy="217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b" wrap="none" lIns="25400" rIns="25400" tIns="0" bIns="0"/>
          <a:lstStyle/>
          <a:p>
            <a:pPr algn="l">
              <a:lnSpc>
                <a:spcPct val="100000"/>
              </a:lnSpc>
            </a:pPr>
            <a:r>
              <a:rPr sz="1000" lang="en-US">
                <a:solidFill>
                  <a:srgbClr val="000000"/>
                </a:solidFill>
                <a:latin typeface="Times New Roman"/>
                <a:ea typeface="Times New Roman"/>
                <a:cs typeface="Times New Roman"/>
              </a:rPr>
              <a:t>Block valve / GMP-type valve, L ≤ 2D</a:t>
            </a:r>
          </a:p>
        </p:txBody>
      </p:sp>
      <p:sp>
        <p:nvSpPr>
          <p:cNvPr id="12" name="Rectangle 11"/>
          <p:cNvSpPr/>
          <p:nvPr/>
        </p:nvSpPr>
        <p:spPr>
          <a:xfrm>
            <a:off x="8511995" y="6151747"/>
            <a:ext cx="275464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5400" rIns="25400" tIns="0" bIns="0"/>
          <a:lstStyle/>
          <a:p>
            <a:pPr algn="l">
              <a:lnSpc>
                <a:spcPct val="100000"/>
              </a:lnSpc>
            </a:pPr>
            <a:r>
              <a:rPr sz="1000" lang="en-US">
                <a:solidFill>
                  <a:srgbClr val="000000"/>
                </a:solidFill>
                <a:latin typeface="Times New Roman"/>
                <a:ea typeface="Times New Roman"/>
                <a:cs typeface="Times New Roman"/>
              </a:rPr>
              <a:t>Main valve horizontal, self-draining;</a:t>
            </a:r>
          </a:p>
          <a:p>
            <a:pPr algn="l">
              <a:lnSpc>
                <a:spcPct val="100000"/>
              </a:lnSpc>
            </a:pPr>
            <a:r>
              <a:rPr sz="1000" lang="en-US">
                <a:solidFill>
                  <a:srgbClr val="000000"/>
                </a:solidFill>
                <a:latin typeface="Times New Roman"/>
                <a:ea typeface="Times New Roman"/>
                <a:cs typeface="Times New Roman"/>
              </a:rPr>
              <a:t>branch valve mounted vertically upward</a:t>
            </a:r>
          </a:p>
          <a:p>
            <a:pPr algn="l">
              <a:lnSpc>
                <a:spcPct val="100000"/>
              </a:lnSpc>
            </a:pPr>
            <a:r>
              <a:rPr sz="1000" lang="en-US">
                <a:solidFill>
                  <a:srgbClr val="000000"/>
                </a:solidFill>
                <a:latin typeface="Times New Roman"/>
                <a:ea typeface="Times New Roman"/>
                <a:cs typeface="Times New Roman"/>
              </a:rPr>
              <a:t>on the right; main/branch valve diaphragm</a:t>
            </a:r>
          </a:p>
          <a:p>
            <a:pPr algn="l">
              <a:lnSpc>
                <a:spcPct val="100000"/>
              </a:lnSpc>
            </a:pPr>
            <a:r>
              <a:rPr sz="1000" lang="en-US">
                <a:solidFill>
                  <a:srgbClr val="000000"/>
                </a:solidFill>
                <a:latin typeface="Times New Roman"/>
                <a:ea typeface="Times New Roman"/>
                <a:cs typeface="Times New Roman"/>
              </a:rPr>
              <a:t>orientation similar to HVL02</a:t>
            </a:r>
          </a:p>
        </p:txBody>
      </p:sp>
      <p:sp>
        <p:nvSpPr>
          <p:cNvPr id="13" name="Rectangle 12"/>
          <p:cNvSpPr/>
          <p:nvPr/>
        </p:nvSpPr>
        <p:spPr>
          <a:xfrm>
            <a:off x="11626681" y="6077452"/>
            <a:ext cx="1228729" cy="2686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b" wrap="none" lIns="25400" rIns="25400" tIns="0" bIns="0"/>
          <a:lstStyle/>
          <a:p>
            <a:pPr algn="l">
              <a:lnSpc>
                <a:spcPct val="100000"/>
              </a:lnSpc>
            </a:pPr>
            <a:r>
              <a:rPr sz="900" lang="en-US">
                <a:solidFill>
                  <a:srgbClr val="000000"/>
                </a:solidFill>
                <a:latin typeface="Times New Roman"/>
                <a:ea typeface="Times New Roman"/>
                <a:cs typeface="Times New Roman"/>
              </a:rPr>
              <a:t>Highest point:</a:t>
            </a:r>
          </a:p>
          <a:p>
            <a:pPr algn="l">
              <a:lnSpc>
                <a:spcPct val="100000"/>
              </a:lnSpc>
            </a:pPr>
            <a:r>
              <a:rPr sz="900" lang="en-US">
                <a:solidFill>
                  <a:srgbClr val="000000"/>
                </a:solidFill>
                <a:latin typeface="Times New Roman"/>
                <a:ea typeface="Times New Roman"/>
                <a:cs typeface="Times New Roman"/>
              </a:rPr>
              <a:t>connect cleaning water</a:t>
            </a:r>
          </a:p>
        </p:txBody>
      </p:sp>
      <p:sp>
        <p:nvSpPr>
          <p:cNvPr id="14" name="Rectangle 13"/>
          <p:cNvSpPr/>
          <p:nvPr/>
        </p:nvSpPr>
        <p:spPr>
          <a:xfrm>
            <a:off x="13032576" y="6266047"/>
            <a:ext cx="1708791" cy="3314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b" wrap="none" lIns="25400" rIns="25400" tIns="0" bIns="0"/>
          <a:lstStyle/>
          <a:p>
            <a:pPr algn="l">
              <a:lnSpc>
                <a:spcPct val="100000"/>
              </a:lnSpc>
            </a:pPr>
            <a:r>
              <a:rPr sz="1000" lang="en-US">
                <a:solidFill>
                  <a:srgbClr val="000000"/>
                </a:solidFill>
                <a:latin typeface="Times New Roman"/>
                <a:ea typeface="Times New Roman"/>
                <a:cs typeface="Times New Roman"/>
              </a:rPr>
              <a:t>Piping high point:</a:t>
            </a:r>
          </a:p>
          <a:p>
            <a:pPr algn="l">
              <a:lnSpc>
                <a:spcPct val="100000"/>
              </a:lnSpc>
            </a:pPr>
            <a:r>
              <a:rPr sz="1000" lang="en-US">
                <a:solidFill>
                  <a:srgbClr val="000000"/>
                </a:solidFill>
                <a:latin typeface="Times New Roman"/>
                <a:ea typeface="Times New Roman"/>
                <a:cs typeface="Times New Roman"/>
              </a:rPr>
              <a:t>new cleaning valve set added</a:t>
            </a:r>
          </a:p>
        </p:txBody>
      </p:sp>
      <p:sp>
        <p:nvSpPr>
          <p:cNvPr id="15" name="Rectangle 14"/>
          <p:cNvSpPr/>
          <p:nvPr/>
        </p:nvSpPr>
        <p:spPr>
          <a:xfrm>
            <a:off x="16638465" y="6041157"/>
            <a:ext cx="2514585" cy="211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b" wrap="none" lIns="25400" rIns="25400" tIns="0" bIns="0"/>
          <a:lstStyle/>
          <a:p>
            <a:pPr algn="l">
              <a:lnSpc>
                <a:spcPct val="100000"/>
              </a:lnSpc>
            </a:pPr>
            <a:r>
              <a:rPr sz="1000" lang="en-US">
                <a:solidFill>
                  <a:srgbClr val="000000"/>
                </a:solidFill>
                <a:latin typeface="Times New Roman"/>
                <a:ea typeface="Times New Roman"/>
                <a:cs typeface="Times New Roman"/>
              </a:rPr>
              <a:t>Block valve / GMP-type valve, L ≤ 2D</a:t>
            </a:r>
          </a:p>
        </p:txBody>
      </p:sp>
      <p:sp>
        <p:nvSpPr>
          <p:cNvPr id="16" name="Rectangle 15"/>
          <p:cNvSpPr/>
          <p:nvPr/>
        </p:nvSpPr>
        <p:spPr>
          <a:xfrm>
            <a:off x="16638465" y="6406917"/>
            <a:ext cx="268603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5400" rIns="25400" tIns="0" bIns="0"/>
          <a:lstStyle/>
          <a:p>
            <a:pPr algn="l">
              <a:lnSpc>
                <a:spcPct val="100000"/>
              </a:lnSpc>
            </a:pPr>
            <a:r>
              <a:rPr sz="1000" lang="en-US">
                <a:solidFill>
                  <a:srgbClr val="000000"/>
                </a:solidFill>
                <a:latin typeface="Times New Roman"/>
                <a:ea typeface="Times New Roman"/>
                <a:cs typeface="Times New Roman"/>
              </a:rPr>
              <a:t>Main valve horizontal, self-draining;</a:t>
            </a:r>
          </a:p>
          <a:p>
            <a:pPr algn="l">
              <a:lnSpc>
                <a:spcPct val="100000"/>
              </a:lnSpc>
            </a:pPr>
            <a:r>
              <a:rPr sz="1000" lang="en-US">
                <a:solidFill>
                  <a:srgbClr val="000000"/>
                </a:solidFill>
                <a:latin typeface="Times New Roman"/>
                <a:ea typeface="Times New Roman"/>
                <a:cs typeface="Times New Roman"/>
              </a:rPr>
              <a:t>branch valve mounted vertically upward</a:t>
            </a:r>
          </a:p>
          <a:p>
            <a:pPr algn="l">
              <a:lnSpc>
                <a:spcPct val="100000"/>
              </a:lnSpc>
            </a:pPr>
            <a:r>
              <a:rPr sz="1000" lang="en-US">
                <a:solidFill>
                  <a:srgbClr val="000000"/>
                </a:solidFill>
                <a:latin typeface="Times New Roman"/>
                <a:ea typeface="Times New Roman"/>
                <a:cs typeface="Times New Roman"/>
              </a:rPr>
              <a:t>on the right; main/branch valve diaphragm</a:t>
            </a:r>
          </a:p>
          <a:p>
            <a:pPr algn="l">
              <a:lnSpc>
                <a:spcPct val="100000"/>
              </a:lnSpc>
            </a:pPr>
            <a:r>
              <a:rPr sz="1000" lang="en-US">
                <a:solidFill>
                  <a:srgbClr val="000000"/>
                </a:solidFill>
                <a:latin typeface="Times New Roman"/>
                <a:ea typeface="Times New Roman"/>
                <a:cs typeface="Times New Roman"/>
              </a:rPr>
              <a:t>orientation similar to HVL02</a:t>
            </a:r>
          </a:p>
        </p:txBody>
      </p:sp>
      <p:sp>
        <p:nvSpPr>
          <p:cNvPr id="17" name="Rectangle 16"/>
          <p:cNvSpPr/>
          <p:nvPr/>
        </p:nvSpPr>
        <p:spPr>
          <a:xfrm>
            <a:off x="21010415" y="6521217"/>
            <a:ext cx="1714490" cy="3314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b" wrap="none" lIns="25400" rIns="25400" tIns="0" bIns="0"/>
          <a:lstStyle/>
          <a:p>
            <a:pPr algn="l">
              <a:lnSpc>
                <a:spcPct val="100000"/>
              </a:lnSpc>
            </a:pPr>
            <a:r>
              <a:rPr sz="1000" lang="en-US">
                <a:solidFill>
                  <a:srgbClr val="000000"/>
                </a:solidFill>
                <a:latin typeface="Times New Roman"/>
                <a:ea typeface="Times New Roman"/>
                <a:cs typeface="Times New Roman"/>
              </a:rPr>
              <a:t>Piping high point:</a:t>
            </a:r>
          </a:p>
          <a:p>
            <a:pPr algn="l">
              <a:lnSpc>
                <a:spcPct val="100000"/>
              </a:lnSpc>
            </a:pPr>
            <a:r>
              <a:rPr sz="1000" lang="en-US">
                <a:solidFill>
                  <a:srgbClr val="000000"/>
                </a:solidFill>
                <a:latin typeface="Times New Roman"/>
                <a:ea typeface="Times New Roman"/>
                <a:cs typeface="Times New Roman"/>
              </a:rPr>
              <a:t>new cleaning valve set added</a:t>
            </a:r>
          </a:p>
        </p:txBody>
      </p:sp>
      <p:sp>
        <p:nvSpPr>
          <p:cNvPr id="18" name="Pentagon 17"/>
          <p:cNvSpPr/>
          <p:nvPr/>
        </p:nvSpPr>
        <p:spPr>
          <a:xfrm>
            <a:off x="16609890" y="5458227"/>
            <a:ext cx="1028694" cy="285750"/>
          </a:xfrm>
          <a:prstGeom prst="homePlate">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l">
              <a:lnSpc>
                <a:spcPct val="100000"/>
              </a:lnSpc>
            </a:pPr>
            <a:r>
              <a:rPr sz="800" lang="en-US">
                <a:solidFill>
                  <a:srgbClr val="000000"/>
                </a:solidFill>
                <a:latin typeface="Times New Roman"/>
                <a:ea typeface="Times New Roman"/>
                <a:cs typeface="Times New Roman"/>
              </a:rPr>
              <a:t>PW / CCA / solvent</a:t>
            </a:r>
          </a:p>
          <a:p>
            <a:pPr algn="l">
              <a:lnSpc>
                <a:spcPct val="100000"/>
              </a:lnSpc>
            </a:pPr>
            <a:r>
              <a:rPr sz="800" lang="en-US">
                <a:solidFill>
                  <a:srgbClr val="000000"/>
                </a:solidFill>
                <a:latin typeface="Times New Roman"/>
                <a:ea typeface="Times New Roman"/>
                <a:cs typeface="Times New Roman"/>
              </a:rPr>
              <a:t>from wash station</a:t>
            </a:r>
          </a:p>
        </p:txBody>
      </p:sp>
    </p:spTree>
    <p:extLst>
      <p:ext uri="{BB962C8B-B14F-4D97-AF65-F5344CB8AC3E}">
        <p14:creationId xmlns:p14="http://schemas.microsoft.com/office/powerpoint/2010/main" val="13243583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bwMode="auto">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981698" y="4845097"/>
            <a:ext cx="1115191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8100" tIns="38100" rIns="38100" bIns="38100">
            <a:spAutoFit/>
          </a:bodyPr>
          <a:lstStyle>
            <a:lvl1pPr>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1pPr>
            <a:lvl2pPr marL="742950" indent="-28575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2pPr>
            <a:lvl3pPr marL="11430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3pPr>
            <a:lvl4pPr marL="16002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4pPr>
            <a:lvl5pPr marL="2057400" indent="-228600">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5pPr>
            <a:lvl6pPr marL="25146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6pPr>
            <a:lvl7pPr marL="29718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7pPr>
            <a:lvl8pPr marL="34290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8pPr>
            <a:lvl9pPr marL="38862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itchFamily="2" charset="0"/>
                <a:cs typeface="Helvetica Neue" pitchFamily="2" charset="0"/>
                <a:sym typeface="Arial" panose="020B0604020202020204" pitchFamily="34" charset="0"/>
              </a:defRPr>
            </a:lvl9pPr>
          </a:lstStyle>
          <a:p>
            <a:pPr algn="dist" eaLnBrk="1">
              <a:buFont typeface="Arial" panose="020B0604020202020204" pitchFamily="34" charset="0"/>
              <a:buNone/>
            </a:pPr>
            <a:r>
              <a:rPr lang="en-US" sz="11500" b="1">
                <a:solidFill>
                  <a:srgbClr val="386DB4"/>
                </a:solidFill>
                <a:latin typeface="Times New Roman"/>
                <a:ea typeface="Times New Roman"/>
                <a:cs typeface="Times New Roman"/>
                <a:sym typeface="Impact" panose="020B0806030902050204" pitchFamily="34" charset="0"/>
              </a:rPr>
              <a:t>THANK YOU!</a:t>
            </a:r>
            <a:endParaRPr lang="en-US" sz="11500" b="1">
              <a:solidFill>
                <a:srgbClr val="386DB4"/>
              </a:solidFill>
              <a:latin typeface="Times New Roman"/>
              <a:ea typeface="Times New Roman"/>
              <a:cs typeface="Times New Roman"/>
              <a:sym typeface="Impact" panose="020B0806030902050204" pitchFamily="34" charset="0"/>
            </a:endParaRPr>
          </a:p>
        </p:txBody>
      </p:sp>
      <p:pic>
        <p:nvPicPr>
          <p:cNvPr id="6148" name="图片 1" descr="2"/>
          <p:cNvPicPr>
            <a:picLocks noChangeAspect="1" noChangeArrowheads="1"/>
          </p:cNvPicPr>
          <p:nvPr/>
        </p:nvPicPr>
        <p:blipFill>
          <a:blip r:embed="rId4"/>
          <a:srcRect/>
          <a:stretch>
            <a:fillRect/>
          </a:stretch>
        </p:blipFill>
        <p:spPr bwMode="auto">
          <a:xfrm>
            <a:off x="8175625" y="2317750"/>
            <a:ext cx="753427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
            <a:extLst>
              <a:ext uri="{FF2B5EF4-FFF2-40B4-BE49-F238E27FC236}">
                <a16:creationId xmlns:a16="http://schemas.microsoft.com/office/drawing/2014/main" id="{13DCAC9C-694B-D84A-9701-CF02A6618ADC}"/>
              </a:ext>
            </a:extLst>
          </p:cNvPr>
          <p:cNvSpPr txBox="1">
            <a:spLocks noChangeArrowheads="1"/>
          </p:cNvSpPr>
          <p:nvPr/>
        </p:nvSpPr>
        <p:spPr bwMode="auto">
          <a:xfrm>
            <a:off x="2293754" y="16387430"/>
            <a:ext cx="6917387" cy="100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8100" tIns="38100" rIns="38100" bIns="38100">
            <a:spAutoFit/>
          </a:bodyPr>
          <a:lstStyle>
            <a:lvl1pPr>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1pPr>
            <a:lvl2pPr marL="742950" indent="-28575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2pPr>
            <a:lvl3pPr marL="11430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3pPr>
            <a:lvl4pPr marL="16002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4pPr>
            <a:lvl5pPr marL="20574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5pPr>
            <a:lvl6pPr marL="25146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6pPr>
            <a:lvl7pPr marL="29718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7pPr>
            <a:lvl8pPr marL="34290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8pPr>
            <a:lvl9pPr marL="38862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9pPr>
          </a:lstStyle>
          <a:p>
            <a:pPr eaLnBrk="1">
              <a:buFont typeface="Arial" panose="020B0604020202020204" pitchFamily="34" charset="0"/>
              <a:buNone/>
            </a:pPr>
            <a:r>
              <a:rPr lang="en-US" altLang="zh-CN" sz="6000" dirty="0" err="1">
                <a:solidFill>
                  <a:srgbClr val="386DB4"/>
                </a:solidFill>
                <a:ea typeface="宋体" pitchFamily="2" charset="-122"/>
                <a:cs typeface="Arial" panose="020B0604020202020204" pitchFamily="34" charset="0"/>
                <a:sym typeface="Impact" panose="020B0806030902050204" pitchFamily="34" charset="0"/>
              </a:rPr>
              <a:t>Asymchem</a:t>
            </a:r>
            <a:r>
              <a:rPr lang="zh-CN" altLang="en-US" sz="6000" dirty="0">
                <a:solidFill>
                  <a:srgbClr val="386DB4"/>
                </a:solidFill>
                <a:ea typeface="宋体" pitchFamily="2" charset="-122"/>
                <a:cs typeface="Arial" panose="020B0604020202020204" pitchFamily="34" charset="0"/>
                <a:sym typeface="Impact" panose="020B0806030902050204" pitchFamily="34" charset="0"/>
              </a:rPr>
              <a:t> </a:t>
            </a:r>
            <a:r>
              <a:rPr lang="en-US" altLang="zh-CN" sz="6000" dirty="0">
                <a:solidFill>
                  <a:srgbClr val="386DB4"/>
                </a:solidFill>
                <a:ea typeface="宋体" pitchFamily="2" charset="-122"/>
                <a:cs typeface="Arial" panose="020B0604020202020204" pitchFamily="34" charset="0"/>
                <a:sym typeface="Impact" panose="020B0806030902050204" pitchFamily="34" charset="0"/>
              </a:rPr>
              <a:t>Labs.</a:t>
            </a:r>
          </a:p>
        </p:txBody>
      </p:sp>
      <p:sp>
        <p:nvSpPr>
          <p:cNvPr id="11" name="Rectangle 111">
            <a:extLst>
              <a:ext uri="{FF2B5EF4-FFF2-40B4-BE49-F238E27FC236}">
                <a16:creationId xmlns:a16="http://schemas.microsoft.com/office/drawing/2014/main" id="{8C014153-421C-604C-A54E-889CAFF2DF5C}"/>
              </a:ext>
            </a:extLst>
          </p:cNvPr>
          <p:cNvSpPr txBox="1"/>
          <p:nvPr/>
        </p:nvSpPr>
        <p:spPr>
          <a:xfrm>
            <a:off x="18037608" y="12518380"/>
            <a:ext cx="5680220" cy="664797"/>
          </a:xfrm>
          <a:prstGeom prst="rect">
            <a:avLst/>
          </a:prstGeom>
          <a:noFill/>
          <a:ln w="12700">
            <a:noFill/>
          </a:ln>
        </p:spPr>
        <p:txBody>
          <a:bodyPr wrap="square" lIns="45719" rIns="45719" anchor="t">
            <a:spAutoFit/>
          </a:bodyPr>
          <a:lstStyle/>
          <a:p>
            <a:pPr algn="ctr">
              <a:lnSpc>
                <a:spcPct val="150000"/>
              </a:lnSpc>
            </a:pPr>
            <a:r>
              <a:rPr lang="en-US" altLang="zh-CN" sz="2800" dirty="0">
                <a:solidFill>
                  <a:schemeClr val="bg1">
                    <a:alpha val="50000"/>
                  </a:schemeClr>
                </a:solidFill>
                <a:latin typeface="Microsoft YaHei" panose="020B0503020204020204" pitchFamily="34" charset="-122"/>
                <a:ea typeface="Microsoft YaHei" panose="020B0503020204020204" pitchFamily="34" charset="-122"/>
                <a:sym typeface="Arial" panose="020B0604020202020204"/>
              </a:rPr>
              <a:t>Conﬁdential | </a:t>
            </a:r>
            <a:r>
              <a:rPr lang="zh-CN" altLang="en-US" sz="2800" dirty="0">
                <a:solidFill>
                  <a:schemeClr val="bg1">
                    <a:alpha val="50000"/>
                  </a:schemeClr>
                </a:solidFill>
                <a:latin typeface="Microsoft YaHei" panose="020B0503020204020204" pitchFamily="34" charset="-122"/>
                <a:ea typeface="Microsoft YaHei" panose="020B0503020204020204" pitchFamily="34" charset="-122"/>
                <a:sym typeface="Arial" panose="020B0604020202020204"/>
              </a:rPr>
              <a:t>保密文件</a:t>
            </a:r>
          </a:p>
        </p:txBody>
      </p:sp>
      <p:pic>
        <p:nvPicPr>
          <p:cNvPr id="8" name="图片 7">
            <a:extLst>
              <a:ext uri="{FF2B5EF4-FFF2-40B4-BE49-F238E27FC236}">
                <a16:creationId xmlns:a16="http://schemas.microsoft.com/office/drawing/2014/main" id="{F517F5A2-E84D-1F43-9967-5657A0A10F4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663934" y="1591206"/>
            <a:ext cx="10360072" cy="1798765"/>
          </a:xfrm>
          <a:prstGeom prst="rect">
            <a:avLst/>
          </a:prstGeom>
        </p:spPr>
      </p:pic>
      <p:sp>
        <p:nvSpPr>
          <p:cNvPr id="12" name="Rectangle 111">
            <a:extLst>
              <a:ext uri="{FF2B5EF4-FFF2-40B4-BE49-F238E27FC236}">
                <a16:creationId xmlns:a16="http://schemas.microsoft.com/office/drawing/2014/main" id="{5EC36887-00C0-664F-8211-76772A72E1A7}"/>
              </a:ext>
            </a:extLst>
          </p:cNvPr>
          <p:cNvSpPr txBox="1"/>
          <p:nvPr/>
        </p:nvSpPr>
        <p:spPr>
          <a:xfrm>
            <a:off x="2172351" y="12402700"/>
            <a:ext cx="12036572" cy="820609"/>
          </a:xfrm>
          <a:prstGeom prst="rect">
            <a:avLst/>
          </a:prstGeom>
          <a:noFill/>
          <a:ln w="12700">
            <a:noFill/>
          </a:ln>
        </p:spPr>
        <p:txBody>
          <a:bodyPr wrap="square" lIns="45719" rIns="45719" anchor="t">
            <a:spAutoFit/>
          </a:bodyPr>
          <a:lstStyle/>
          <a:p>
            <a:pPr algn="ctr">
              <a:lnSpc>
                <a:spcPct val="150000"/>
              </a:lnSpc>
            </a:pPr>
            <a:r>
              <a:rPr lang="en-US" altLang="zh-CN" sz="3600" dirty="0" err="1">
                <a:solidFill>
                  <a:schemeClr val="bg1"/>
                </a:solidFill>
                <a:latin typeface="Arial" panose="020B0604020202020204"/>
                <a:ea typeface="Arial" panose="020B0604020202020204"/>
                <a:sym typeface="Arial" panose="020B0604020202020204"/>
              </a:rPr>
              <a:t>www.asymchem.com</a:t>
            </a:r>
            <a:r>
              <a:rPr lang="en-US" altLang="zh-CN" sz="3600" dirty="0">
                <a:solidFill>
                  <a:schemeClr val="bg1"/>
                </a:solidFill>
                <a:latin typeface="Arial" panose="020B0604020202020204"/>
                <a:ea typeface="Arial" panose="020B0604020202020204"/>
                <a:sym typeface="Arial" panose="020B0604020202020204"/>
              </a:rPr>
              <a:t>     Stock Code: 002821.SZ / 6821.HK</a:t>
            </a:r>
          </a:p>
        </p:txBody>
      </p:sp>
      <p:sp>
        <p:nvSpPr>
          <p:cNvPr id="2" name="灯片编号占位符 1"/>
          <p:cNvSpPr>
            <a:spLocks noGrp="1"/>
          </p:cNvSpPr>
          <p:nvPr>
            <p:ph type="sldNum" sz="quarter" idx="12"/>
          </p:nvPr>
        </p:nvSpPr>
        <p:spPr/>
        <p:txBody>
          <a:bodyPr/>
          <a:lstStyle/>
          <a:p>
            <a:fld id="{49AE70B2-8BF9-45C0-BB95-33D1B9D3A854}" type="slidenum">
              <a:rPr lang="zh-CN" altLang="en-US" smtClean="0"/>
              <a:t>5</a:t>
            </a:fld>
            <a:endParaRPr lang="zh-CN" altLang="en-US" dirty="0"/>
          </a:p>
        </p:txBody>
      </p:sp>
    </p:spTree>
    <p:extLst>
      <p:ext uri="{BB962C8B-B14F-4D97-AF65-F5344CB8AC3E}">
        <p14:creationId xmlns:p14="http://schemas.microsoft.com/office/powerpoint/2010/main" val="3372428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8376</TotalTime>
  <Words>1293</Words>
  <Application>Microsoft Office PowerPoint</Application>
  <PresentationFormat>自定义</PresentationFormat>
  <Paragraphs>259</Paragraphs>
  <Slides>5</Slides>
  <Notes>2</Notes>
  <HiddenSlides>0</HiddenSlides>
  <MMClips>0</MMClips>
  <ScaleCrop>false</ScaleCrop>
  <HeadingPairs>
    <vt:vector size="8" baseType="variant">
      <vt:variant>
        <vt:lpstr>已用的字体</vt:lpstr>
      </vt:variant>
      <vt:variant>
        <vt:i4>10</vt:i4>
      </vt:variant>
      <vt:variant>
        <vt:lpstr>主题</vt:lpstr>
      </vt:variant>
      <vt:variant>
        <vt:i4>19</vt:i4>
      </vt:variant>
      <vt:variant>
        <vt:lpstr>嵌入 OLE 服务器</vt:lpstr>
      </vt:variant>
      <vt:variant>
        <vt:i4>1</vt:i4>
      </vt:variant>
      <vt:variant>
        <vt:lpstr>幻灯片标题</vt:lpstr>
      </vt:variant>
      <vt:variant>
        <vt:i4>5</vt:i4>
      </vt:variant>
    </vt:vector>
  </HeadingPairs>
  <TitlesOfParts>
    <vt:vector size="35" baseType="lpstr">
      <vt:lpstr>Helvetica Light</vt:lpstr>
      <vt:lpstr>Helvetica Neue</vt:lpstr>
      <vt:lpstr>等线</vt:lpstr>
      <vt:lpstr>仿宋</vt:lpstr>
      <vt:lpstr>黑体</vt:lpstr>
      <vt:lpstr>宋体</vt:lpstr>
      <vt:lpstr>微软雅黑</vt:lpstr>
      <vt:lpstr>微软雅黑</vt:lpstr>
      <vt:lpstr>Arial</vt:lpstr>
      <vt:lpstr>Impact</vt:lpstr>
      <vt:lpstr>webwppDefTheme</vt:lpstr>
      <vt:lpstr>1_webwppDefTheme</vt:lpstr>
      <vt:lpstr>2_webwppDefTheme</vt:lpstr>
      <vt:lpstr>3_webwppDefTheme</vt:lpstr>
      <vt:lpstr>4_webwppDefTheme</vt:lpstr>
      <vt:lpstr>27_webwppDefTheme</vt:lpstr>
      <vt:lpstr>21_webwppDefTheme</vt:lpstr>
      <vt:lpstr>24_webwppDefTheme</vt:lpstr>
      <vt:lpstr>22_webwppDefTheme</vt:lpstr>
      <vt:lpstr>23_webwppDefTheme</vt:lpstr>
      <vt:lpstr>5_webwppDefTheme</vt:lpstr>
      <vt:lpstr>6_webwppDefTheme</vt:lpstr>
      <vt:lpstr>7_webwppDefTheme</vt:lpstr>
      <vt:lpstr>8_webwppDefTheme</vt:lpstr>
      <vt:lpstr>9_webwppDefTheme</vt:lpstr>
      <vt:lpstr>10_webwppDefTheme</vt:lpstr>
      <vt:lpstr>11_webwppDefTheme</vt:lpstr>
      <vt:lpstr>12_webwppDefTheme</vt:lpstr>
      <vt:lpstr>13_webwppDefTheme</vt:lpstr>
      <vt:lpstr>ZWCAD Drawing</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qianjianghao</dc:creator>
  <cp:lastModifiedBy>Hongjie Guo</cp:lastModifiedBy>
  <cp:revision>1252</cp:revision>
  <cp:lastPrinted>2020-08-24T06:52:00Z</cp:lastPrinted>
  <dcterms:created xsi:type="dcterms:W3CDTF">2020-08-24T06:52:00Z</dcterms:created>
  <dcterms:modified xsi:type="dcterms:W3CDTF">2026-10-01T11:12:34Z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2052-11.1.0.10463</vt:lpwstr>
  </property>
  <property fmtid="{D5CDD505-2E9C-101B-9397-08002B2CF9AE}" pid="3" name="ICV">
    <vt:lpwstr>6CE3AC170A46476F9F966556CB5A9253</vt:lpwstr>
  </property>
</Properties>
</file>