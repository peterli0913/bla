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 id="2147483670" r:id="rId3"/>
    <p:sldMasterId id="2147483682" r:id="rId4"/>
    <p:sldMasterId id="2147483694" r:id="rId5"/>
    <p:sldMasterId id="2147483706" r:id="rId6"/>
    <p:sldMasterId id="2147483718" r:id="rId7"/>
    <p:sldMasterId id="2147483730" r:id="rId8"/>
    <p:sldMasterId id="2147483741" r:id="rId9"/>
    <p:sldMasterId id="2147483752" r:id="rId10"/>
    <p:sldMasterId id="2147483764" r:id="rId11"/>
    <p:sldMasterId id="2147483776" r:id="rId12"/>
    <p:sldMasterId id="2147483788" r:id="rId13"/>
    <p:sldMasterId id="2147483799" r:id="rId14"/>
  </p:sldMasterIdLst>
  <p:notesMasterIdLst>
    <p:notesMasterId r:id="rId16"/>
  </p:notesMasterIdLst>
  <p:sldIdLst>
    <p:sldId id="854" r:id="rId15"/>
  </p:sldIdLst>
  <p:sldSz cx="24384000" cy="13716000"/>
  <p:notesSz cx="6858000" cy="9144000"/>
  <p:defaultTextStyle>
    <a:defPPr>
      <a:defRPr lang="en-US"/>
    </a:defPPr>
    <a:lvl1pPr marL="0" lvl="0" indent="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1pPr>
    <a:lvl2pPr marL="0" lvl="1" indent="2286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2pPr>
    <a:lvl3pPr marL="0" lvl="2" indent="4572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3pPr>
    <a:lvl4pPr marL="0" lvl="3" indent="6858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4pPr>
    <a:lvl5pPr marL="0" lvl="4"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5pPr>
    <a:lvl6pPr marL="2286000" lvl="5"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6pPr>
    <a:lvl7pPr marL="2743200" lvl="6"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7pPr>
    <a:lvl8pPr marL="3200400" lvl="7"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8pPr>
    <a:lvl9pPr marL="3657600" lvl="8" indent="914400" algn="l" defTabSz="825500" rtl="0" eaLnBrk="1" fontAlgn="base" latinLnBrk="0" hangingPunct="1">
      <a:lnSpc>
        <a:spcPct val="100000"/>
      </a:lnSpc>
      <a:spcBef>
        <a:spcPct val="0"/>
      </a:spcBef>
      <a:spcAft>
        <a:spcPct val="0"/>
      </a:spcAft>
      <a:buNone/>
      <a:defRPr sz="2000" b="0" i="0" u="none" kern="1200" baseline="0">
        <a:solidFill>
          <a:srgbClr val="252D30"/>
        </a:solidFill>
        <a:latin typeface="Arial" panose="020B0604020202020204" pitchFamily="34" charset="0"/>
        <a:ea typeface="Arial" panose="020B0604020202020204" pitchFamily="34" charset="0"/>
        <a:cs typeface="+mn-cs"/>
        <a:sym typeface="Arial" panose="020B0604020202020204" pitchFamily="34" charset="0"/>
      </a:defRPr>
    </a:lvl9pPr>
  </p:defaultTextStyle>
  <p:extLst>
    <p:ext uri="{521415D9-36F7-43E2-AB2F-B90AF26B5E84}">
      <p14:sectionLst xmlns:p14="http://schemas.microsoft.com/office/powerpoint/2010/main">
        <p14:section name="默认节" id="{9F88E6D3-50D6-4DCD-8379-A30ED8483401}">
          <p14:sldIdLst>
            <p14:sldId id="854"/>
          </p14:sldIdLst>
        </p14:section>
      </p14:sectionLst>
    </p:ext>
    <p:ext uri="{EFAFB233-063F-42B5-8137-9DF3F51BA10A}">
      <p15:sldGuideLst xmlns:p15="http://schemas.microsoft.com/office/powerpoint/2012/main">
        <p15:guide id="1" pos="7680">
          <p15:clr>
            <a:srgbClr val="A4A3A4"/>
          </p15:clr>
        </p15:guide>
        <p15:guide id="2" orient="horz" pos="43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3" name="Yonggang Shi" initials="YS" lastIdx="1" clrIdx="0"/>
  <p:cmAuthor id="4" name="Qichen Liu" initials="QL" lastIdx="3" clrIdx="1"/>
  <p:cmAuthor id="5" name="Kai Liu9244" initials="KL" lastIdx="1" clrIdx="2"/>
  <p:cmAuthor id="6" name="Jiantao Zhang14824" initials="JZ"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A6DB4"/>
    <a:srgbClr val="00356A"/>
    <a:srgbClr val="3F6E9A"/>
    <a:srgbClr val="CDDCEA"/>
    <a:srgbClr val="6897C1"/>
    <a:srgbClr val="2D4F6E"/>
    <a:srgbClr val="144479"/>
    <a:srgbClr val="39648C"/>
    <a:srgbClr val="2F5A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55" autoAdjust="0"/>
    <p:restoredTop sz="94012" autoAdjust="0"/>
  </p:normalViewPr>
  <p:slideViewPr>
    <p:cSldViewPr snapToGrid="0" snapToObjects="1" showGuides="1">
      <p:cViewPr varScale="1">
        <p:scale>
          <a:sx n="59" d="100"/>
          <a:sy n="59" d="100"/>
        </p:scale>
        <p:origin x="248" y="84"/>
      </p:cViewPr>
      <p:guideLst>
        <p:guide pos="7680"/>
        <p:guide orient="horz" pos="4320"/>
      </p:guideLst>
    </p:cSldViewPr>
  </p:slideViewPr>
  <p:notesTextViewPr>
    <p:cViewPr>
      <p:scale>
        <a:sx n="1" d="1"/>
        <a:sy n="1" d="1"/>
      </p:scale>
      <p:origin x="0" y="0"/>
    </p:cViewPr>
  </p:notesTextViewPr>
  <p:sorterViewPr showFormatting="0">
    <p:cViewPr>
      <p:scale>
        <a:sx n="42" d="100"/>
        <a:sy n="42"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11" Type="http://schemas.openxmlformats.org/officeDocument/2006/relationships/slideMaster" Target="slideMasters/slideMaster11.xml"/><Relationship Id="rId12" Type="http://schemas.openxmlformats.org/officeDocument/2006/relationships/slideMaster" Target="slideMasters/slideMaster12.xml"/><Relationship Id="rId13" Type="http://schemas.openxmlformats.org/officeDocument/2006/relationships/slideMaster" Target="slideMasters/slideMaster13.xml"/><Relationship Id="rId14" Type="http://schemas.openxmlformats.org/officeDocument/2006/relationships/slideMaster" Target="slideMasters/slideMaster14.xml"/><Relationship Id="rId15" Type="http://schemas.openxmlformats.org/officeDocument/2006/relationships/slide" Target="slides/slide1.xml"/><Relationship Id="rId16" Type="http://schemas.openxmlformats.org/officeDocument/2006/relationships/notesMaster" Target="notesMasters/notesMaster1.xml"/><Relationship Id="rId17" Type="http://schemas.openxmlformats.org/officeDocument/2006/relationships/commentAuthors" Target="commentAuthor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6" dt="2026-10-15T15:27:56.275" idx="1">
    <p:pos x="10" y="10"/>
    <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46" name="Shape 66"/>
          <p:cNvSpPr>
            <a:spLocks noGrp="1" noRot="1" noChangeAspect="1"/>
          </p:cNvSpPr>
          <p:nvPr>
            <p:ph type="sldImg"/>
          </p:nvPr>
        </p:nvSpPr>
        <p:spPr>
          <a:xfrm>
            <a:off x="1143000" y="685800"/>
            <a:ext cx="4572000" cy="3429000"/>
          </a:xfrm>
          <a:prstGeom prst="rect">
            <a:avLst/>
          </a:prstGeom>
          <a:noFill/>
          <a:ln w="9525">
            <a:noFill/>
          </a:ln>
        </p:spPr>
      </p:sp>
      <p:sp>
        <p:nvSpPr>
          <p:cNvPr id="6147" name="Shape 67"/>
          <p:cNvSpPr>
            <a:spLocks noGrp="1"/>
          </p:cNvSpPr>
          <p:nvPr>
            <p:ph type="body" sz="quarter"/>
          </p:nvPr>
        </p:nvSpPr>
        <p:spPr>
          <a:xfrm>
            <a:off x="914400" y="4343400"/>
            <a:ext cx="5029200" cy="4114800"/>
          </a:xfrm>
          <a:prstGeom prst="rect">
            <a:avLst/>
          </a:prstGeom>
          <a:noFill/>
          <a:ln w="9525">
            <a:noFill/>
          </a:ln>
        </p:spPr>
        <p:txBody>
          <a:bodyPr anchor="t"/>
          <a:lstStyle/>
          <a:p>
            <a:pPr lvl="0"/>
            <a:endParaRPr lang="zh-CN" altLang="zh-CN"/>
          </a:p>
        </p:txBody>
      </p:sp>
    </p:spTree>
  </p:cSld>
  <p:clrMap bg1="lt1" tx1="dk1" bg2="lt2" tx2="dk2" accent1="accent1" accent2="accent2" accent3="accent3" accent4="accent4" accent5="accent5" accent6="accent6" hlink="hlink" folHlink="folHlink"/>
  <p:hf sldNum="0" hdr="0" ftr="0" dt="0"/>
  <p:notesStyle>
    <a:lvl1pPr defTabSz="457200" latinLnBrk="0">
      <a:lnSpc>
        <a:spcPct val="117000"/>
      </a:lnSpc>
      <a:defRPr sz="2200">
        <a:latin typeface="+mn-lt"/>
        <a:ea typeface="+mn-ea"/>
        <a:cs typeface="+mn-cs"/>
        <a:sym typeface="Helvetica Neue" panose="02000503000000020004"/>
      </a:defRPr>
    </a:lvl1pPr>
    <a:lvl2pPr indent="228600" defTabSz="457200" latinLnBrk="0">
      <a:lnSpc>
        <a:spcPct val="117000"/>
      </a:lnSpc>
      <a:defRPr sz="2200">
        <a:latin typeface="+mn-lt"/>
        <a:ea typeface="+mn-ea"/>
        <a:cs typeface="+mn-cs"/>
        <a:sym typeface="Helvetica Neue" panose="02000503000000020004"/>
      </a:defRPr>
    </a:lvl2pPr>
    <a:lvl3pPr indent="457200" defTabSz="457200" latinLnBrk="0">
      <a:lnSpc>
        <a:spcPct val="117000"/>
      </a:lnSpc>
      <a:defRPr sz="2200">
        <a:latin typeface="+mn-lt"/>
        <a:ea typeface="+mn-ea"/>
        <a:cs typeface="+mn-cs"/>
        <a:sym typeface="Helvetica Neue" panose="02000503000000020004"/>
      </a:defRPr>
    </a:lvl3pPr>
    <a:lvl4pPr indent="685800" defTabSz="457200" latinLnBrk="0">
      <a:lnSpc>
        <a:spcPct val="117000"/>
      </a:lnSpc>
      <a:defRPr sz="2200">
        <a:latin typeface="+mn-lt"/>
        <a:ea typeface="+mn-ea"/>
        <a:cs typeface="+mn-cs"/>
        <a:sym typeface="Helvetica Neue" panose="02000503000000020004"/>
      </a:defRPr>
    </a:lvl4pPr>
    <a:lvl5pPr indent="914400" defTabSz="457200" latinLnBrk="0">
      <a:lnSpc>
        <a:spcPct val="117000"/>
      </a:lnSpc>
      <a:defRPr sz="2200">
        <a:latin typeface="+mn-lt"/>
        <a:ea typeface="+mn-ea"/>
        <a:cs typeface="+mn-cs"/>
        <a:sym typeface="Helvetica Neue" panose="02000503000000020004"/>
      </a:defRPr>
    </a:lvl5pPr>
    <a:lvl6pPr indent="1143000" defTabSz="457200" latinLnBrk="0">
      <a:lnSpc>
        <a:spcPct val="117000"/>
      </a:lnSpc>
      <a:defRPr sz="2200">
        <a:latin typeface="+mn-lt"/>
        <a:ea typeface="+mn-ea"/>
        <a:cs typeface="+mn-cs"/>
        <a:sym typeface="Helvetica Neue" panose="02000503000000020004"/>
      </a:defRPr>
    </a:lvl6pPr>
    <a:lvl7pPr indent="1371600" defTabSz="457200" latinLnBrk="0">
      <a:lnSpc>
        <a:spcPct val="117000"/>
      </a:lnSpc>
      <a:defRPr sz="2200">
        <a:latin typeface="+mn-lt"/>
        <a:ea typeface="+mn-ea"/>
        <a:cs typeface="+mn-cs"/>
        <a:sym typeface="Helvetica Neue" panose="02000503000000020004"/>
      </a:defRPr>
    </a:lvl7pPr>
    <a:lvl8pPr indent="1600200" defTabSz="457200" latinLnBrk="0">
      <a:lnSpc>
        <a:spcPct val="117000"/>
      </a:lnSpc>
      <a:defRPr sz="2200">
        <a:latin typeface="+mn-lt"/>
        <a:ea typeface="+mn-ea"/>
        <a:cs typeface="+mn-cs"/>
        <a:sym typeface="Helvetica Neue" panose="02000503000000020004"/>
      </a:defRPr>
    </a:lvl8pPr>
    <a:lvl9pPr indent="1828800" defTabSz="457200" latinLnBrk="0">
      <a:lnSpc>
        <a:spcPct val="117000"/>
      </a:lnSpc>
      <a:defRPr sz="2200">
        <a:latin typeface="+mn-lt"/>
        <a:ea typeface="+mn-ea"/>
        <a:cs typeface="+mn-cs"/>
        <a:sym typeface="Helvetica Neue" panose="02000503000000020004"/>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jpe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jpe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3.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2.jpe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3.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jpe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 Id="rId2" Type="http://schemas.openxmlformats.org/officeDocument/2006/relationships/image" Target="../media/image1.jpe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2.jpe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Relationship Id="rId2" Type="http://schemas.openxmlformats.org/officeDocument/2006/relationships/image" Target="../media/image3.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2.jpe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Relationship Id="rId2" Type="http://schemas.openxmlformats.org/officeDocument/2006/relationships/image" Target="../media/image3.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2.jpe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Relationship Id="rId2" Type="http://schemas.openxmlformats.org/officeDocument/2006/relationships/image" Target="../media/image3.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1.jpeg"/></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2.jpeg"/></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3.png"/></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Relationship Id="rId2" Type="http://schemas.openxmlformats.org/officeDocument/2006/relationships/image" Target="../media/image4.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822313" y="1309370"/>
            <a:ext cx="17549495" cy="635"/>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76200" y="12949238"/>
            <a:ext cx="245364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88" y="12949238"/>
            <a:ext cx="1738313"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4" name="灯片编号占位符 3"/>
          <p:cNvSpPr>
            <a:spLocks noGrp="1"/>
          </p:cNvSpPr>
          <p:nvPr>
            <p:ph type="sldNum" sz="quarter" idx="10"/>
          </p:nvPr>
        </p:nvSpPr>
        <p:spPr>
          <a:xfrm>
            <a:off x="22762277" y="13027152"/>
            <a:ext cx="754758" cy="384721"/>
          </a:xfrm>
          <a:prstGeom prst="rect">
            <a:avLst/>
          </a:prstGeom>
          <a:noFill/>
          <a:ln w="12700">
            <a:noFill/>
          </a:ln>
        </p:spPr>
        <p:txBody>
          <a:bodyPr wrap="none" lIns="38100" tIns="38100" rIns="38100" bIns="38100">
            <a:spAutoFit/>
          </a:bodyPr>
          <a:lstStyle>
            <a:lvl1pPr>
              <a:defRPr b="1">
                <a:solidFill>
                  <a:srgbClr val="FFFFFF"/>
                </a:solidFill>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9A0DB2DC-4C9A-4742-B13C-FB6460FD3503}" type="slidenum">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a:t>
            </a:fld>
            <a:r>
              <a:rPr kumimoji="0" lang="zh-CN" altLang="en-US"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 </a:t>
            </a:r>
            <a:r>
              <a:rPr kumimoji="0" lang="en-US" altLang="zh-CN" sz="2400" b="1" i="0" u="none" strike="noStrike" kern="1200" cap="none" spc="0" normalizeH="0" baseline="0" noProof="1" smtClean="0">
                <a:ln>
                  <a:noFill/>
                </a:ln>
                <a:solidFill>
                  <a:srgbClr val="FFFFFF"/>
                </a:solidFill>
                <a:effectLst/>
                <a:uLnTx/>
                <a:uFillTx/>
                <a:latin typeface="微软雅黑"/>
                <a:cs typeface="Open Sans" panose="020B0606030504020204" pitchFamily="34" charset="0"/>
                <a:sym typeface="Open Sans" panose="020B0606030504020204" pitchFamily="34" charset="0"/>
              </a:rPr>
              <a:t>/27</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pic>
        <p:nvPicPr>
          <p:cNvPr id="5" name="图片 4" descr="123"/>
          <p:cNvPicPr>
            <a:picLocks noChangeAspect="1"/>
          </p:cNvPicPr>
          <p:nvPr userDrawn="1"/>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smtClean="0">
                <a:solidFill>
                  <a:prstClr val="white"/>
                </a:solidFill>
                <a:ea typeface="微软雅黑"/>
              </a:rPr>
              <a:t>-</a:t>
            </a:r>
            <a:fld id="{FAEDECE0-B3E3-4E93-9B91-9F10B30F5B07}" type="slidenum">
              <a:rPr lang="en-US" altLang="zh-CN" smtClean="0">
                <a:solidFill>
                  <a:prstClr val="white"/>
                </a:solidFill>
                <a:ea typeface="微软雅黑"/>
              </a:rPr>
              <a:t>‹#›</a:t>
            </a:fld>
            <a:r>
              <a:rPr lang="en-US" altLang="zh-CN" smtClean="0">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3"/>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1"/>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1"/>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1"/>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1"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3"/>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7" y="13192235"/>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smtClean="0">
                <a:solidFill>
                  <a:prstClr val="white"/>
                </a:solidFill>
                <a:ea typeface="微软雅黑"/>
              </a:rPr>
              <a:t>-</a:t>
            </a:r>
            <a:fld id="{FAEDECE0-B3E3-4E93-9B91-9F10B30F5B07}" type="slidenum">
              <a:rPr lang="en-US" altLang="zh-CN" smtClean="0">
                <a:solidFill>
                  <a:prstClr val="white"/>
                </a:solidFill>
                <a:ea typeface="微软雅黑"/>
              </a:rPr>
              <a:t>‹#›</a:t>
            </a:fld>
            <a:r>
              <a:rPr lang="en-US" altLang="zh-CN" smtClean="0">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5"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18" name="灯片编号占位符 17"/>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页脚占位符 3"/>
          <p:cNvSpPr>
            <a:spLocks noGrp="1"/>
          </p:cNvSpPr>
          <p:nvPr>
            <p:ph type="ftr" sz="quarter" idx="11"/>
          </p:nvPr>
        </p:nvSpPr>
        <p:spPr/>
        <p:txBody>
          <a:body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4" name="灯片编号占位符 3"/>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灯片编号占位符 6"/>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FABC47A4-756D-490B-A52F-7D9E2C9FC05F}"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marL="0" marR="0" lvl="0" indent="0" algn="ctr" defTabSz="8255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fld id="{FAEDECE0-B3E3-4E93-9B91-9F10B30F5B07}" type="slidenum">
              <a:rPr kumimoji="0" lang="en-US" altLang="zh-CN" sz="2400" b="0" i="0" u="none" strike="noStrike" kern="1200" cap="none" spc="0" normalizeH="0" baseline="0" noProof="0" smtClean="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fld>
            <a:r>
              <a:rPr kumimoji="0" lang="en-US" altLang="zh-CN" sz="2400" b="0" i="0" u="none" strike="noStrike" kern="1200" cap="none" spc="0" normalizeH="0" baseline="0" noProof="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rPr>
              <a:t>-</a:t>
            </a:r>
            <a:endParaRPr kumimoji="0" lang="zh-CN" altLang="en-US" sz="24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sym typeface="Arial" panose="020B0604020202020204" pitchFamily="34" charset="0"/>
            </a:endParaRPr>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lvl="0" indent="0" algn="ctr" defTabSz="825500" rtl="0" eaLnBrk="1"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7"/>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5" name="灯片编号占位符 4"/>
          <p:cNvSpPr>
            <a:spLocks noGrp="1"/>
          </p:cNvSpPr>
          <p:nvPr>
            <p:ph type="sldNum" sz="quarter" idx="12"/>
          </p:nvPr>
        </p:nvSpPr>
        <p:spPr/>
        <p:txBody>
          <a:bodyPr/>
          <a:lstStyle>
            <a:lvl1pPr>
              <a:defRPr>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p:nvSpPr>
        <p:spPr>
          <a:xfrm flipV="1">
            <a:off x="6986905" y="1310004"/>
            <a:ext cx="17397095" cy="0"/>
          </a:xfrm>
          <a:prstGeom prst="line">
            <a:avLst/>
          </a:prstGeom>
          <a:ln w="57150" cap="flat" cmpd="sng">
            <a:solidFill>
              <a:srgbClr val="2F5A9E"/>
            </a:solidFill>
            <a:prstDash val="solid"/>
            <a:miter/>
            <a:headEnd type="none" w="med" len="med"/>
            <a:tailEnd type="none" w="med" len="med"/>
          </a:ln>
        </p:spPr>
      </p:sp>
      <p:sp>
        <p:nvSpPr>
          <p:cNvPr id="6" name="矩形 5"/>
          <p:cNvSpPr/>
          <p:nvPr/>
        </p:nvSpPr>
        <p:spPr>
          <a:xfrm>
            <a:off x="0" y="12949238"/>
            <a:ext cx="24384000" cy="568325"/>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p:nvSpPr>
        <p:spPr>
          <a:xfrm>
            <a:off x="22721889" y="12949238"/>
            <a:ext cx="1662112" cy="568325"/>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p:nvPicPr>
        <p:blipFill>
          <a:blip r:embed="rId2"/>
          <a:stretch>
            <a:fillRect/>
          </a:stretch>
        </p:blipFill>
        <p:spPr>
          <a:xfrm>
            <a:off x="1032510" y="608330"/>
            <a:ext cx="5297805" cy="1052830"/>
          </a:xfrm>
          <a:prstGeom prst="rect">
            <a:avLst/>
          </a:prstGeom>
        </p:spPr>
      </p:pic>
    </p:spTree>
  </p:cSld>
  <p:clrMapOvr>
    <a:masterClrMapping/>
  </p:clrMapOvr>
  <p:transition spd="med"/>
  <p:timing>
    <p:tnLst>
      <p:par>
        <p:cTn id="1" dur="indefinite" restart="never" nodeType="tmRoot"/>
      </p:par>
    </p:tn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4" y="4617762"/>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dirty="0"/>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dirty="0"/>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endParaRPr lang="zh-CN" altLang="en-US" dirty="0"/>
          </a:p>
        </p:txBody>
      </p:sp>
      <p:sp>
        <p:nvSpPr>
          <p:cNvPr id="18" name="灯片编号占位符 17"/>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文本占位符 6"/>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endParaRPr lang="zh-CN" altLang="en-US"/>
          </a:p>
        </p:txBody>
      </p:sp>
      <p:sp>
        <p:nvSpPr>
          <p:cNvPr id="4" name="灯片编号占位符 3"/>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0"/>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0"/>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endParaRPr lang="zh-CN" altLang="en-US" dirty="0"/>
          </a:p>
        </p:txBody>
      </p:sp>
      <p:sp>
        <p:nvSpPr>
          <p:cNvPr id="7" name="灯片编号占位符 6"/>
          <p:cNvSpPr>
            <a:spLocks noGrp="1"/>
          </p:cNvSpPr>
          <p:nvPr>
            <p:ph type="sldNum" sz="quarter" idx="12"/>
          </p:nvPr>
        </p:nvSpPr>
        <p:spPr/>
        <p:txBody>
          <a:bodyPr/>
          <a:lstStyle>
            <a:lvl1pPr>
              <a:defRPr>
                <a:latin typeface="+mn-ea"/>
              </a:defRPr>
            </a:lvl1pPr>
          </a:lstStyle>
          <a:p>
            <a:fld id="{FABC47A4-756D-490B-A52F-7D9E2C9FC05F}" type="slidenum">
              <a:rPr lang="zh-CN" altLang="en-US" smtClean="0"/>
              <a:t>‹#›</a:t>
            </a:fld>
            <a:endParaRPr lang="zh-CN" altLang="en-US"/>
          </a:p>
        </p:txBody>
      </p:sp>
      <p:sp>
        <p:nvSpPr>
          <p:cNvPr id="9" name="标题 8"/>
          <p:cNvSpPr>
            <a:spLocks noGrp="1"/>
          </p:cNvSpPr>
          <p:nvPr>
            <p:ph type="title" hasCustomPrompt="1"/>
          </p:nvPr>
        </p:nvSpPr>
        <p:spPr>
          <a:xfrm>
            <a:off x="1339850" y="11210290"/>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0"/>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endParaRPr lang="zh-CN" altLang="en-US"/>
          </a:p>
        </p:txBody>
      </p:sp>
      <p:sp>
        <p:nvSpPr>
          <p:cNvPr id="6" name="灯片编号占位符 5"/>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7" name="内容占位符 6"/>
          <p:cNvSpPr>
            <a:spLocks noGrp="1"/>
          </p:cNvSpPr>
          <p:nvPr>
            <p:ph idx="1" hasCustomPrompt="1"/>
          </p:nvPr>
        </p:nvSpPr>
        <p:spPr>
          <a:xfrm>
            <a:off x="0"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725"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dirty="0">
                <a:sym typeface="+mn-ea"/>
              </a:rPr>
              <a:t>单击此处编辑</a:t>
            </a:r>
            <a:r>
              <a:rPr>
                <a:sym typeface="+mn-ea"/>
              </a:rPr>
              <a:t>正文</a:t>
            </a:r>
            <a:endParaRPr dirty="0">
              <a:sym typeface="+mn-ea"/>
            </a:endParaRPr>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a:p>
        </p:txBody>
      </p:sp>
      <p:sp>
        <p:nvSpPr>
          <p:cNvPr id="2" name="标题 1"/>
          <p:cNvSpPr>
            <a:spLocks noGrp="1"/>
          </p:cNvSpPr>
          <p:nvPr>
            <p:ph type="title" hasCustomPrompt="1"/>
          </p:nvPr>
        </p:nvSpPr>
        <p:spPr>
          <a:xfrm>
            <a:off x="1339764" y="1247182"/>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5" y="13192234"/>
            <a:ext cx="1464945" cy="323165"/>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a:defRPr/>
            </a:pPr>
            <a:r>
              <a:rPr lang="en-US" altLang="zh-CN"/>
              <a:t>-</a:t>
            </a:r>
            <a:fld id="{FAEDECE0-B3E3-4E93-9B91-9F10B30F5B07}" type="slidenum">
              <a:rPr lang="en-US" altLang="zh-CN" smtClean="0"/>
              <a:t>‹#›</a:t>
            </a:fld>
            <a:r>
              <a:rPr lang="en-US" altLang="zh-CN"/>
              <a:t>-</a:t>
            </a:r>
            <a:endParaRPr lang="zh-CN" altLang="en-US" dirty="0"/>
          </a:p>
        </p:txBody>
      </p:sp>
      <p:sp>
        <p:nvSpPr>
          <p:cNvPr id="7" name="文本框 6"/>
          <p:cNvSpPr txBox="1"/>
          <p:nvPr userDrawn="1"/>
        </p:nvSpPr>
        <p:spPr>
          <a:xfrm>
            <a:off x="19842084" y="13153762"/>
            <a:ext cx="5068389" cy="40010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ctr" defTabSz="825500" rtl="0" fontAlgn="auto" latinLnBrk="0" hangingPunct="0">
              <a:lnSpc>
                <a:spcPct val="100000"/>
              </a:lnSpc>
              <a:spcBef>
                <a:spcPts val="0"/>
              </a:spcBef>
              <a:spcAft>
                <a:spcPts val="0"/>
              </a:spcAft>
              <a:buClrTx/>
              <a:buSzTx/>
              <a:buFontTx/>
              <a:buNone/>
            </a:pPr>
            <a:r>
              <a:rPr kumimoji="0" lang="en-US" altLang="zh-CN"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cap="none" spc="0" normalizeH="0" baseline="0" dirty="0">
                <a:ln>
                  <a:noFill/>
                </a:ln>
                <a:solidFill>
                  <a:schemeClr val="bg1"/>
                </a:solidFill>
                <a:effectLst/>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endParaRPr lang="zh-CN" altLang="en-US" dirty="0"/>
          </a:p>
        </p:txBody>
      </p:sp>
      <p:sp>
        <p:nvSpPr>
          <p:cNvPr id="5" name="灯片编号占位符 4"/>
          <p:cNvSpPr>
            <a:spLocks noGrp="1"/>
          </p:cNvSpPr>
          <p:nvPr>
            <p:ph type="sldNum" sz="quarter" idx="12"/>
          </p:nvPr>
        </p:nvSpPr>
        <p:spPr/>
        <p:txBody>
          <a:bodyPr/>
          <a:lstStyle>
            <a:lvl1pPr>
              <a:defRPr>
                <a:latin typeface="+mn-ea"/>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reserve="1">
  <p:cSld name="标题和副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339765" y="4617765"/>
            <a:ext cx="21704474" cy="1798334"/>
          </a:xfrm>
        </p:spPr>
        <p:txBody>
          <a:bodyPr lIns="101600" tIns="38100" rIns="25400" bIns="38100" anchor="t" anchorCtr="0">
            <a:noAutofit/>
          </a:bodyPr>
          <a:lstStyle>
            <a:lvl1pPr algn="ctr">
              <a:defRPr sz="10800" b="0" spc="600">
                <a:effectLst/>
                <a:latin typeface="+mn-ea"/>
                <a:ea typeface="+mn-ea"/>
              </a:defRPr>
            </a:lvl1pPr>
          </a:lstStyle>
          <a:p>
            <a:r>
              <a:rPr lang="zh-CN" altLang="en-US"/>
              <a:t>单击此处编辑标题</a:t>
            </a:r>
          </a:p>
        </p:txBody>
      </p:sp>
      <p:sp>
        <p:nvSpPr>
          <p:cNvPr id="3" name="副标题 2"/>
          <p:cNvSpPr>
            <a:spLocks noGrp="1"/>
          </p:cNvSpPr>
          <p:nvPr>
            <p:ph type="subTitle" idx="1" hasCustomPrompt="1"/>
          </p:nvPr>
        </p:nvSpPr>
        <p:spPr>
          <a:xfrm>
            <a:off x="1339850" y="7131050"/>
            <a:ext cx="21704300" cy="1602740"/>
          </a:xfrm>
        </p:spPr>
        <p:txBody>
          <a:bodyPr lIns="101600" tIns="38100" rIns="76200" bIns="38100" anchor="ctr" anchorCtr="0">
            <a:noAutofit/>
          </a:bodyPr>
          <a:lstStyle>
            <a:lvl1pPr marL="0" indent="0" algn="ctr" eaLnBrk="1" fontAlgn="auto" latinLnBrk="0" hangingPunct="1">
              <a:lnSpc>
                <a:spcPct val="100000"/>
              </a:lnSpc>
              <a:buNone/>
              <a:defRPr sz="4800" u="none" strike="noStrike" kern="1200" cap="none" spc="200" normalizeH="0" baseline="0">
                <a:solidFill>
                  <a:schemeClr val="tx1"/>
                </a:solidFill>
                <a:uFillTx/>
                <a:latin typeface="+mn-ea"/>
                <a:ea typeface="+mn-ea"/>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zh-CN" altLang="en-US"/>
              <a:t>单击此处编辑副标题</a:t>
            </a:r>
          </a:p>
        </p:txBody>
      </p:sp>
      <p:sp>
        <p:nvSpPr>
          <p:cNvPr id="17" name="页脚占位符 16"/>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18" name="灯片编号占位符 17"/>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t>单击此处编辑母版标题样式</a:t>
            </a:r>
          </a:p>
        </p:txBody>
      </p:sp>
      <p:sp>
        <p:nvSpPr>
          <p:cNvPr id="3" name="日期占位符 2"/>
          <p:cNvSpPr>
            <a:spLocks noGrp="1"/>
          </p:cNvSpPr>
          <p:nvPr>
            <p:ph type="dt" sz="half" idx="10"/>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页脚占位符 3"/>
          <p:cNvSpPr>
            <a:spLocks noGrp="1"/>
          </p:cNvSpPr>
          <p:nvPr>
            <p:ph type="ftr" sz="quarter" idx="11"/>
          </p:nvPr>
        </p:nvSpPr>
        <p:spPr/>
        <p:txBody>
          <a:body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obj" preserve="1">
  <p:cSld name="标题和正文">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文本占位符 6"/>
          <p:cNvSpPr>
            <a:spLocks noGrp="1"/>
          </p:cNvSpPr>
          <p:nvPr>
            <p:ph type="body" idx="1" hasCustomPrompt="1"/>
          </p:nvPr>
        </p:nvSpPr>
        <p:spPr>
          <a:xfrm>
            <a:off x="1339850" y="3016253"/>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reserve="1">
  <p:cSld name="标题与图文">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4" name="灯片编号占位符 3"/>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5" name="标题 4"/>
          <p:cNvSpPr>
            <a:spLocks noGrp="1"/>
          </p:cNvSpPr>
          <p:nvPr>
            <p:ph type="title" hasCustomPrompt="1"/>
          </p:nvPr>
        </p:nvSpPr>
        <p:spPr>
          <a:xfrm>
            <a:off x="1680210" y="1455420"/>
            <a:ext cx="7863840" cy="2230120"/>
          </a:xfrm>
        </p:spPr>
        <p:txBody>
          <a:bodyPr anchor="ctr" anchorCtr="0"/>
          <a:lstStyle>
            <a:lvl1pPr>
              <a:defRPr sz="6400">
                <a:latin typeface="+mn-ea"/>
                <a:ea typeface="+mn-ea"/>
              </a:defRPr>
            </a:lvl1pPr>
          </a:lstStyle>
          <a:p>
            <a:r>
              <a:rPr lang="zh-CN" altLang="en-US"/>
              <a:t>单击此处编辑标题</a:t>
            </a:r>
          </a:p>
        </p:txBody>
      </p:sp>
      <p:sp>
        <p:nvSpPr>
          <p:cNvPr id="6" name="内容占位符 5"/>
          <p:cNvSpPr>
            <a:spLocks noGrp="1"/>
          </p:cNvSpPr>
          <p:nvPr>
            <p:ph idx="1" hasCustomPrompt="1"/>
          </p:nvPr>
        </p:nvSpPr>
        <p:spPr>
          <a:xfrm>
            <a:off x="10276840" y="1455421"/>
            <a:ext cx="12344400" cy="10806430"/>
          </a:xfrm>
        </p:spPr>
        <p:txBody>
          <a:bodyPr/>
          <a:lstStyle>
            <a:lvl1pPr>
              <a:defRPr sz="4800">
                <a:latin typeface="+mn-ea"/>
                <a:ea typeface="+mn-ea"/>
              </a:defRPr>
            </a:lvl1pPr>
            <a:lvl2pPr marL="914400" indent="0">
              <a:buNone/>
              <a:defRPr sz="4800">
                <a:latin typeface="+mn-ea"/>
                <a:ea typeface="+mn-ea"/>
              </a:defRPr>
            </a:lvl2pPr>
            <a:lvl3pPr>
              <a:defRPr sz="4800">
                <a:latin typeface="+mn-ea"/>
                <a:ea typeface="+mn-ea"/>
              </a:defRPr>
            </a:lvl3pPr>
            <a:lvl4pPr>
              <a:defRPr sz="4800">
                <a:latin typeface="+mn-ea"/>
                <a:ea typeface="+mn-ea"/>
              </a:defRPr>
            </a:lvl4pPr>
            <a:lvl5pPr>
              <a:defRPr sz="4800">
                <a:latin typeface="+mn-ea"/>
                <a:ea typeface="+mn-ea"/>
              </a:defRPr>
            </a:lvl5pPr>
            <a:lvl6pPr>
              <a:defRPr sz="4000"/>
            </a:lvl6pPr>
            <a:lvl7pPr>
              <a:defRPr sz="4000"/>
            </a:lvl7pPr>
            <a:lvl8pPr>
              <a:defRPr sz="4000"/>
            </a:lvl8pPr>
            <a:lvl9pPr>
              <a:defRPr sz="4000"/>
            </a:lvl9pPr>
          </a:lstStyle>
          <a:p>
            <a:pPr lvl="0"/>
            <a:r>
              <a:rPr lang="zh-CN" altLang="en-US"/>
              <a:t>单击此处编辑正文</a:t>
            </a:r>
          </a:p>
        </p:txBody>
      </p:sp>
      <p:sp>
        <p:nvSpPr>
          <p:cNvPr id="7" name="文本占位符 6"/>
          <p:cNvSpPr>
            <a:spLocks noGrp="1"/>
          </p:cNvSpPr>
          <p:nvPr>
            <p:ph type="body" sz="half" idx="2" hasCustomPrompt="1"/>
          </p:nvPr>
        </p:nvSpPr>
        <p:spPr>
          <a:xfrm>
            <a:off x="1680210" y="4479293"/>
            <a:ext cx="7863840" cy="7783830"/>
          </a:xfrm>
        </p:spPr>
        <p:txBody>
          <a:bodyPr/>
          <a:lstStyle>
            <a:lvl1pPr marL="685800" indent="-685800">
              <a:buFont typeface="Arial" panose="020B0604020202020204" pitchFamily="34" charset="0"/>
              <a:buChar char="•"/>
              <a:defRPr sz="4800">
                <a:latin typeface="+mn-ea"/>
                <a:ea typeface="+mn-ea"/>
              </a:defRPr>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p>
          <a:p>
            <a:pPr lvl="0"/>
            <a:r>
              <a:rPr lang="zh-CN" altLang="en-US">
                <a:sym typeface="+mn-ea"/>
              </a:rPr>
              <a:t>单击此处编辑正文</a:t>
            </a:r>
            <a:endParaRPr lang="zh-CN" altLang="en-US"/>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图片与注释">
    <p:spTree>
      <p:nvGrpSpPr>
        <p:cNvPr id="1" name=""/>
        <p:cNvGrpSpPr/>
        <p:nvPr/>
      </p:nvGrpSpPr>
      <p:grpSpPr>
        <a:xfrm>
          <a:off x="0" y="0"/>
          <a:ext cx="0" cy="0"/>
          <a:chOff x="0" y="0"/>
          <a:chExt cx="0" cy="0"/>
        </a:xfrm>
      </p:grpSpPr>
      <p:sp>
        <p:nvSpPr>
          <p:cNvPr id="6" name="页脚占位符 5"/>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7" name="灯片编号占位符 6"/>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FABC47A4-756D-490B-A52F-7D9E2C9FC05F}"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9" name="标题 8"/>
          <p:cNvSpPr>
            <a:spLocks noGrp="1"/>
          </p:cNvSpPr>
          <p:nvPr>
            <p:ph type="title" hasCustomPrompt="1"/>
          </p:nvPr>
        </p:nvSpPr>
        <p:spPr>
          <a:xfrm>
            <a:off x="1339850" y="11210293"/>
            <a:ext cx="21704300" cy="1116330"/>
          </a:xfrm>
        </p:spPr>
        <p:txBody>
          <a:bodyPr/>
          <a:lstStyle>
            <a:lvl1pPr>
              <a:defRPr b="0">
                <a:latin typeface="+mn-ea"/>
                <a:ea typeface="+mn-ea"/>
              </a:defRPr>
            </a:lvl1pPr>
          </a:lstStyle>
          <a:p>
            <a:r>
              <a:rPr lang="zh-CN" altLang="en-US"/>
              <a:t>单击此处编辑正文</a:t>
            </a:r>
          </a:p>
        </p:txBody>
      </p:sp>
      <p:sp>
        <p:nvSpPr>
          <p:cNvPr id="8" name="内容占位符 7"/>
          <p:cNvSpPr>
            <a:spLocks noGrp="1"/>
          </p:cNvSpPr>
          <p:nvPr>
            <p:ph idx="1" hasCustomPrompt="1"/>
          </p:nvPr>
        </p:nvSpPr>
        <p:spPr>
          <a:xfrm>
            <a:off x="1339850" y="1282703"/>
            <a:ext cx="21704300" cy="911225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vertTitleAndTx" preserve="1">
  <p:cSld name="单张大图">
    <p:spTree>
      <p:nvGrpSpPr>
        <p:cNvPr id="1" name=""/>
        <p:cNvGrpSpPr/>
        <p:nvPr/>
      </p:nvGrpSpPr>
      <p:grpSpPr>
        <a:xfrm>
          <a:off x="0" y="0"/>
          <a:ext cx="0" cy="0"/>
          <a:chOff x="0" y="0"/>
          <a:chExt cx="0" cy="0"/>
        </a:xfrm>
      </p:grpSpPr>
      <p:sp>
        <p:nvSpPr>
          <p:cNvPr id="5" name="页脚占位符 4"/>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内容占位符 6"/>
          <p:cNvSpPr>
            <a:spLocks noGrp="1"/>
          </p:cNvSpPr>
          <p:nvPr>
            <p:ph idx="1" hasCustomPrompt="1"/>
          </p:nvPr>
        </p:nvSpPr>
        <p:spPr>
          <a:xfrm>
            <a:off x="3" y="0"/>
            <a:ext cx="24392890" cy="1373632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914400" marR="0" lvl="1" indent="0" algn="l" defTabSz="914400" rtl="0" eaLnBrk="1" fontAlgn="auto" latinLnBrk="0" hangingPunct="1">
              <a:lnSpc>
                <a:spcPct val="130000"/>
              </a:lnSpc>
              <a:spcBef>
                <a:spcPct val="1000"/>
              </a:spcBef>
              <a:spcAft>
                <a:spcPts val="1000"/>
              </a:spcAft>
              <a:buFont typeface="Arial" panose="020B0604020202020204" pitchFamily="34" charset="0"/>
              <a:buNone/>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两联图片">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内容占位符 1"/>
          <p:cNvSpPr>
            <a:spLocks noGrp="1"/>
          </p:cNvSpPr>
          <p:nvPr>
            <p:ph sz="half" idx="2" hasCustomPrompt="1"/>
          </p:nvPr>
        </p:nvSpPr>
        <p:spPr>
          <a:xfrm>
            <a:off x="93599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
        <p:nvSpPr>
          <p:cNvPr id="6" name="内容占位符 5"/>
          <p:cNvSpPr>
            <a:spLocks noGrp="1"/>
          </p:cNvSpPr>
          <p:nvPr>
            <p:ph sz="half" idx="13" hasCustomPrompt="1"/>
          </p:nvPr>
        </p:nvSpPr>
        <p:spPr>
          <a:xfrm>
            <a:off x="12575540" y="1130300"/>
            <a:ext cx="10800080" cy="11455400"/>
          </a:xfrm>
        </p:spPr>
        <p:txBody>
          <a:bodyPr vert="horz" lIns="101600" tIns="0" rIns="82550" bIns="0" rtlCol="0">
            <a:noAutofit/>
          </a:bodyPr>
          <a:lstStyle>
            <a:lvl1pPr marL="457200" marR="0" lvl="0"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1pPr>
            <a:lvl2pPr marL="1371600" marR="0" lvl="1" indent="-457200" algn="l" defTabSz="914400" rtl="0" eaLnBrk="1" fontAlgn="auto" latinLnBrk="0" hangingPunct="1">
              <a:lnSpc>
                <a:spcPct val="130000"/>
              </a:lnSpc>
              <a:spcBef>
                <a:spcPct val="1000"/>
              </a:spcBef>
              <a:spcAft>
                <a:spcPts val="1000"/>
              </a:spcAft>
              <a:buFont typeface="Arial" panose="020B0604020202020204" pitchFamily="34" charset="0"/>
              <a:buChar char="•"/>
              <a:tabLst>
                <a:tab pos="1609090" algn="l"/>
              </a:tabLst>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2pPr>
            <a:lvl3pPr marL="2286000" marR="0" lvl="2"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3pPr>
            <a:lvl4pPr marL="3200400" marR="0" lvl="3"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4pPr>
            <a:lvl5pPr marL="4114800" marR="0" lvl="4" indent="-457200" algn="l" defTabSz="914400" rtl="0" eaLnBrk="1" fontAlgn="auto" latinLnBrk="0" hangingPunct="1">
              <a:lnSpc>
                <a:spcPct val="130000"/>
              </a:lnSpc>
              <a:spcBef>
                <a:spcPct val="1000"/>
              </a:spcBef>
              <a:spcAft>
                <a:spcPts val="1000"/>
              </a:spcAft>
              <a:buFont typeface="Arial" panose="020B0604020202020204" pitchFamily="34" charset="0"/>
              <a:buChar char="•"/>
              <a:defRPr kumimoji="0" lang="zh-CN" altLang="en-US" sz="4800" b="0" i="0" u="none" strike="noStrike" kern="1200" cap="none" spc="150" normalizeH="0" baseline="0" noProof="1" dirty="0">
                <a:solidFill>
                  <a:schemeClr val="tx1">
                    <a:lumMod val="75000"/>
                    <a:lumOff val="25000"/>
                  </a:schemeClr>
                </a:solidFill>
                <a:uFillTx/>
                <a:latin typeface="+mn-ea"/>
                <a:ea typeface="+mn-ea"/>
                <a:cs typeface="+mn-cs"/>
                <a:sym typeface="+mn-ea"/>
              </a:defRPr>
            </a:lvl5pPr>
          </a:lstStyle>
          <a:p>
            <a:pPr lvl="0"/>
            <a:r>
              <a:rPr>
                <a:sym typeface="+mn-ea"/>
              </a:rPr>
              <a:t>单击此处编辑正文</a:t>
            </a:r>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2" name="标题 1"/>
          <p:cNvSpPr>
            <a:spLocks noGrp="1"/>
          </p:cNvSpPr>
          <p:nvPr>
            <p:ph type="title" hasCustomPrompt="1"/>
          </p:nvPr>
        </p:nvSpPr>
        <p:spPr>
          <a:xfrm>
            <a:off x="1339765" y="1247185"/>
            <a:ext cx="21704474" cy="1798334"/>
          </a:xfrm>
        </p:spPr>
        <p:txBody>
          <a:bodyPr vert="horz" lIns="101600" tIns="38100" rIns="25400" bIns="38100" rtlCol="0" anchor="ctr" anchorCtr="0">
            <a:noAutofit/>
          </a:bodyPr>
          <a:lstStyle>
            <a:lvl1pPr marL="0" marR="0" algn="ctr" defTabSz="914400" rtl="0" eaLnBrk="1" fontAlgn="auto" latinLnBrk="0" hangingPunct="1">
              <a:lnSpc>
                <a:spcPct val="100000"/>
              </a:lnSpc>
              <a:buNone/>
              <a:defRPr kumimoji="0" lang="zh-CN" altLang="en-US" sz="6400" b="0" i="0" u="none" strike="noStrike" kern="1200" cap="none" spc="600" normalizeH="0" baseline="0" noProof="1" dirty="0">
                <a:solidFill>
                  <a:schemeClr val="tx1"/>
                </a:solidFill>
                <a:effectLst/>
                <a:uFillTx/>
                <a:latin typeface="+mn-ea"/>
                <a:ea typeface="+mn-ea"/>
                <a:cs typeface="+mj-cs"/>
                <a:sym typeface="+mn-ea"/>
              </a:defRPr>
            </a:lvl1pPr>
          </a:lstStyle>
          <a:p>
            <a:pPr lvl="0"/>
            <a:r>
              <a:rPr>
                <a:sym typeface="+mn-ea"/>
              </a:rPr>
              <a:t>单击此处编辑标题</a:t>
            </a: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1_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9" y="13192237"/>
            <a:ext cx="1464946"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smtClean="0">
                <a:solidFill>
                  <a:prstClr val="white"/>
                </a:solidFill>
                <a:ea typeface="微软雅黑"/>
              </a:rPr>
              <a:t>-</a:t>
            </a:r>
            <a:fld id="{FAEDECE0-B3E3-4E93-9B91-9F10B30F5B07}" type="slidenum">
              <a:rPr lang="en-US" altLang="zh-CN" smtClean="0">
                <a:solidFill>
                  <a:prstClr val="white"/>
                </a:solidFill>
                <a:ea typeface="微软雅黑"/>
              </a:rPr>
              <a:t>‹#›</a:t>
            </a:fld>
            <a:r>
              <a:rPr lang="en-US" altLang="zh-CN" smtClean="0">
                <a:solidFill>
                  <a:prstClr val="white"/>
                </a:solidFill>
                <a:ea typeface="微软雅黑"/>
              </a:rPr>
              <a:t>-</a:t>
            </a:r>
            <a:endParaRPr lang="zh-CN" altLang="en-US">
              <a:solidFill>
                <a:prstClr val="white"/>
              </a:solidFill>
              <a:ea typeface="微软雅黑"/>
            </a:endParaRPr>
          </a:p>
        </p:txBody>
      </p:sp>
      <p:sp>
        <p:nvSpPr>
          <p:cNvPr id="7" name="文本框 6"/>
          <p:cNvSpPr txBox="1"/>
          <p:nvPr/>
        </p:nvSpPr>
        <p:spPr>
          <a:xfrm>
            <a:off x="19842087" y="13153762"/>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5500" rtl="0" eaLnBrk="0"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p:nvCxnSpPr>
        <p:spPr>
          <a:xfrm>
            <a:off x="6540063" y="1830048"/>
            <a:ext cx="17130242"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lvl1pPr>
              <a:defRPr>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灯片编号占位符 4"/>
          <p:cNvSpPr>
            <a:spLocks noGrp="1"/>
          </p:cNvSpPr>
          <p:nvPr>
            <p:ph type="sldNum" sz="quarter" idx="12"/>
          </p:nvPr>
        </p:nvSpPr>
        <p:spPr/>
        <p:txBody>
          <a:bodyPr/>
          <a:lstStyle>
            <a:lvl1pPr>
              <a:defRPr>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tx">
  <p:cSld name="Blank with photo">
    <p:bg>
      <p:bgPr>
        <a:solidFill>
          <a:srgbClr val="FFFFFF"/>
        </a:solidFill>
        <a:effectLst/>
      </p:bgPr>
    </p:bg>
    <p:spTree>
      <p:nvGrpSpPr>
        <p:cNvPr id="1" name=""/>
        <p:cNvGrpSpPr/>
        <p:nvPr/>
      </p:nvGrpSpPr>
      <p:grpSpPr>
        <a:xfrm>
          <a:off x="0" y="0"/>
          <a:ext cx="0" cy="0"/>
          <a:chOff x="0" y="0"/>
          <a:chExt cx="0" cy="0"/>
        </a:xfrm>
      </p:grpSpPr>
      <p:sp>
        <p:nvSpPr>
          <p:cNvPr id="2050" name="Линия"/>
          <p:cNvSpPr/>
          <p:nvPr userDrawn="1"/>
        </p:nvSpPr>
        <p:spPr>
          <a:xfrm flipV="1">
            <a:off x="6986906" y="1310004"/>
            <a:ext cx="17397096" cy="0"/>
          </a:xfrm>
          <a:prstGeom prst="line">
            <a:avLst/>
          </a:prstGeom>
          <a:ln w="57150" cap="flat" cmpd="sng">
            <a:solidFill>
              <a:srgbClr val="2F5A9E"/>
            </a:solidFill>
            <a:prstDash val="solid"/>
            <a:miter/>
            <a:headEnd type="none" w="med" len="med"/>
            <a:tailEnd type="none" w="med" len="med"/>
          </a:ln>
        </p:spPr>
      </p:sp>
      <p:sp>
        <p:nvSpPr>
          <p:cNvPr id="6" name="矩形 5"/>
          <p:cNvSpPr/>
          <p:nvPr userDrawn="1"/>
        </p:nvSpPr>
        <p:spPr>
          <a:xfrm>
            <a:off x="0" y="12948714"/>
            <a:ext cx="24384000" cy="569387"/>
          </a:xfrm>
          <a:prstGeom prst="rect">
            <a:avLst/>
          </a:prstGeom>
          <a:solidFill>
            <a:srgbClr val="2F5A9E"/>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sp>
        <p:nvSpPr>
          <p:cNvPr id="11" name="矩形 10"/>
          <p:cNvSpPr/>
          <p:nvPr userDrawn="1"/>
        </p:nvSpPr>
        <p:spPr>
          <a:xfrm>
            <a:off x="22721890" y="12948714"/>
            <a:ext cx="1662112" cy="569387"/>
          </a:xfrm>
          <a:prstGeom prst="rect">
            <a:avLst/>
          </a:prstGeom>
          <a:solidFill>
            <a:schemeClr val="accent2">
              <a:lumMod val="60000"/>
              <a:lumOff val="40000"/>
            </a:schemeClr>
          </a:solid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38100" tIns="38100" rIns="38100" bIns="38100" numCol="1" spcCol="38100" rtlCol="0" anchor="ctr" forceAA="0">
            <a:spAutoFit/>
          </a:bodyPr>
          <a:lstStyle/>
          <a:p>
            <a:pPr marL="0" marR="0" lvl="0" indent="0" algn="ctr" defTabSz="825500" rtl="0" eaLnBrk="1" fontAlgn="auto" latinLnBrk="0" hangingPunct="0">
              <a:lnSpc>
                <a:spcPct val="100000"/>
              </a:lnSpc>
              <a:spcBef>
                <a:spcPts val="0"/>
              </a:spcBef>
              <a:spcAft>
                <a:spcPts val="0"/>
              </a:spcAft>
              <a:buClrTx/>
              <a:buSzTx/>
              <a:buFontTx/>
              <a:buNone/>
              <a:defRPr/>
            </a:pPr>
            <a:endParaRPr kumimoji="0" lang="zh-CN" altLang="en-US" sz="3200" b="1" i="0" u="none" strike="noStrike" kern="1200" cap="none" spc="0" normalizeH="0" baseline="0" noProof="1">
              <a:ln>
                <a:noFill/>
              </a:ln>
              <a:solidFill>
                <a:srgbClr val="FFFFFF"/>
              </a:solidFill>
              <a:effectLst/>
              <a:uLnTx/>
              <a:uFillTx/>
              <a:latin typeface="Helvetica Light"/>
              <a:ea typeface="Helvetica Light"/>
              <a:cs typeface="Helvetica Light"/>
              <a:sym typeface="Helvetica Light"/>
            </a:endParaRPr>
          </a:p>
        </p:txBody>
      </p:sp>
      <p:pic>
        <p:nvPicPr>
          <p:cNvPr id="5" name="图片 4" descr="123"/>
          <p:cNvPicPr>
            <a:picLocks noChangeAspect="1"/>
          </p:cNvPicPr>
          <p:nvPr userDrawn="1"/>
        </p:nvPicPr>
        <p:blipFill>
          <a:blip r:embed="rId2"/>
          <a:stretch>
            <a:fillRect/>
          </a:stretch>
        </p:blipFill>
        <p:spPr>
          <a:xfrm>
            <a:off x="1032511" y="608337"/>
            <a:ext cx="5297806" cy="1052830"/>
          </a:xfrm>
          <a:prstGeom prst="rect">
            <a:avLst/>
          </a:prstGeom>
        </p:spPr>
      </p:pic>
    </p:spTree>
  </p:cSld>
  <p:clrMapOvr>
    <a:masterClrMapping/>
  </p:clrMapOvr>
  <p:transition spd="med"/>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Mar 202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灯片编号占位符 2"/>
          <p:cNvSpPr>
            <a:spLocks noGrp="1"/>
          </p:cNvSpPr>
          <p:nvPr>
            <p:ph type="sldNum" sz="quarter" idx="10"/>
          </p:nvPr>
        </p:nvSpPr>
        <p:spPr>
          <a:xfrm>
            <a:off x="11129646" y="13192239"/>
            <a:ext cx="1464944" cy="323166"/>
          </a:xfrm>
        </p:spPr>
        <p:txBody>
          <a:bodyPr wrap="square">
            <a:noAutofit/>
          </a:bodyPr>
          <a:lstStyle>
            <a:lvl1pPr algn="ctr">
              <a:defRPr sz="2400">
                <a:solidFill>
                  <a:schemeClr val="bg1"/>
                </a:solidFill>
                <a:latin typeface="Arial" panose="020B0604020202020204" pitchFamily="34" charset="0"/>
                <a:cs typeface="Arial" panose="020B0604020202020204" pitchFamily="34" charset="0"/>
              </a:defRPr>
            </a:lvl1pPr>
          </a:lstStyle>
          <a:p>
            <a:pPr defTabSz="1828800" fontAlgn="auto">
              <a:spcBef>
                <a:spcPts val="0"/>
              </a:spcBef>
              <a:spcAft>
                <a:spcPts val="0"/>
              </a:spcAft>
              <a:defRPr/>
            </a:pPr>
            <a:r>
              <a:rPr lang="en-US" altLang="zh-CN" smtClean="0">
                <a:solidFill>
                  <a:prstClr val="white"/>
                </a:solidFill>
                <a:ea typeface="微软雅黑"/>
              </a:rPr>
              <a:t>-</a:t>
            </a:r>
            <a:fld id="{FAEDECE0-B3E3-4E93-9B91-9F10B30F5B07}" type="slidenum">
              <a:rPr lang="en-US" altLang="zh-CN" smtClean="0">
                <a:solidFill>
                  <a:prstClr val="white"/>
                </a:solidFill>
                <a:ea typeface="微软雅黑"/>
              </a:rPr>
              <a:t>‹#›</a:t>
            </a:fld>
            <a:r>
              <a:rPr lang="en-US" altLang="zh-CN" smtClean="0">
                <a:solidFill>
                  <a:prstClr val="white"/>
                </a:solidFill>
                <a:ea typeface="微软雅黑"/>
              </a:rPr>
              <a:t>-</a:t>
            </a:r>
            <a:endParaRPr lang="zh-CN" altLang="en-US" dirty="0">
              <a:solidFill>
                <a:prstClr val="white"/>
              </a:solidFill>
              <a:ea typeface="微软雅黑"/>
            </a:endParaRPr>
          </a:p>
        </p:txBody>
      </p:sp>
      <p:sp>
        <p:nvSpPr>
          <p:cNvPr id="7" name="文本框 6"/>
          <p:cNvSpPr txBox="1"/>
          <p:nvPr userDrawn="1"/>
        </p:nvSpPr>
        <p:spPr>
          <a:xfrm>
            <a:off x="19842089" y="13228216"/>
            <a:ext cx="5068390" cy="40011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45720" tIns="45720" rIns="45720" bIns="45720" numCol="1" spcCol="38100" rtlCol="0" anchor="t">
            <a:spAutoFit/>
          </a:bodyPr>
          <a:lstStyle/>
          <a:p>
            <a:pPr marL="0" marR="0" lvl="0" indent="0" algn="ctr" defTabSz="826770" rtl="0" eaLnBrk="0" fontAlgn="auto" latinLnBrk="0" hangingPunct="0">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Confidential | </a:t>
            </a:r>
            <a:r>
              <a:rPr kumimoji="0" lang="zh-CN" altLang="en-US" sz="2000" b="0" i="0" u="none" strike="noStrike" kern="1200" cap="none" spc="0" normalizeH="0" baseline="0" noProof="0" dirty="0">
                <a:ln>
                  <a:noFill/>
                </a:ln>
                <a:solidFill>
                  <a:prstClr val="white"/>
                </a:solidFill>
                <a:effectLst/>
                <a:uLnTx/>
                <a:uFillTx/>
                <a:latin typeface="微软雅黑" panose="020B0703020204020201" pitchFamily="34" charset="-122"/>
                <a:ea typeface="微软雅黑" panose="020B0703020204020201" pitchFamily="34" charset="-122"/>
                <a:cs typeface="Arial" panose="020B0604020202020204" pitchFamily="34" charset="0"/>
                <a:sym typeface="Arial" panose="020B0604020202020204"/>
              </a:rPr>
              <a:t>保密文件</a:t>
            </a:r>
          </a:p>
        </p:txBody>
      </p:sp>
      <p:cxnSp>
        <p:nvCxnSpPr>
          <p:cNvPr id="9" name="直线连接符 3"/>
          <p:cNvCxnSpPr/>
          <p:nvPr userDrawn="1"/>
        </p:nvCxnSpPr>
        <p:spPr>
          <a:xfrm>
            <a:off x="6540062" y="1830048"/>
            <a:ext cx="17130244" cy="0"/>
          </a:xfrm>
          <a:prstGeom prst="line">
            <a:avLst/>
          </a:prstGeom>
          <a:noFill/>
          <a:ln w="25400" cap="flat">
            <a:solidFill>
              <a:schemeClr val="bg1">
                <a:lumMod val="85000"/>
              </a:schemeClr>
            </a:solidFill>
            <a:prstDash val="solid"/>
            <a:miter lim="800000"/>
          </a:ln>
        </p:spPr>
        <p:style>
          <a:lnRef idx="0">
            <a:scrgbClr r="0" g="0" b="0"/>
          </a:lnRef>
          <a:fillRef idx="0">
            <a:scrgbClr r="0" g="0" b="0"/>
          </a:fillRef>
          <a:effectRef idx="0">
            <a:scrgbClr r="0" g="0" b="0"/>
          </a:effectRef>
          <a:fontRef idx="none"/>
        </p:style>
      </p:cxnSp>
      <p:sp>
        <p:nvSpPr>
          <p:cNvPr id="2" name="标题 1"/>
          <p:cNvSpPr>
            <a:spLocks noGrp="1"/>
          </p:cNvSpPr>
          <p:nvPr>
            <p:ph type="title" hasCustomPrompt="1"/>
          </p:nvPr>
        </p:nvSpPr>
        <p:spPr>
          <a:xfrm>
            <a:off x="6540062" y="705609"/>
            <a:ext cx="17130244" cy="1099798"/>
          </a:xfrm>
        </p:spPr>
        <p:txBody>
          <a:bodyPr>
            <a:normAutofit/>
          </a:bodyPr>
          <a:lstStyle>
            <a:lvl1pPr algn="r">
              <a:defRPr sz="4800" b="1">
                <a:solidFill>
                  <a:srgbClr val="2E5A9E"/>
                </a:solidFill>
                <a:latin typeface="+mn-lt"/>
                <a:cs typeface="Arial" panose="020B0604020202020204" pitchFamily="34" charset="0"/>
              </a:defRPr>
            </a:lvl1pPr>
          </a:lstStyle>
          <a:p>
            <a:r>
              <a:rPr lang="en-US" altLang="zh-CN" dirty="0"/>
              <a:t>Title</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 Id="rId9" Type="http://schemas.openxmlformats.org/officeDocument/2006/relationships/slideLayout" Target="../slideLayouts/slideLayout29.xml"/><Relationship Id="rId10" Type="http://schemas.openxmlformats.org/officeDocument/2006/relationships/slideLayout" Target="../slideLayouts/slideLayout30.xml"/><Relationship Id="rId11" Type="http://schemas.openxmlformats.org/officeDocument/2006/relationships/slideLayout" Target="../slideLayouts/slideLayout31.xml"/><Relationship Id="rId1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slideLayout" Target="../slideLayouts/slideLayout33.xml"/><Relationship Id="rId3" Type="http://schemas.openxmlformats.org/officeDocument/2006/relationships/slideLayout" Target="../slideLayouts/slideLayout34.xml"/><Relationship Id="rId4" Type="http://schemas.openxmlformats.org/officeDocument/2006/relationships/slideLayout" Target="../slideLayouts/slideLayout35.xml"/><Relationship Id="rId5" Type="http://schemas.openxmlformats.org/officeDocument/2006/relationships/slideLayout" Target="../slideLayouts/slideLayout36.xml"/><Relationship Id="rId6" Type="http://schemas.openxmlformats.org/officeDocument/2006/relationships/slideLayout" Target="../slideLayouts/slideLayout37.xml"/><Relationship Id="rId7" Type="http://schemas.openxmlformats.org/officeDocument/2006/relationships/slideLayout" Target="../slideLayouts/slideLayout38.xml"/><Relationship Id="rId8" Type="http://schemas.openxmlformats.org/officeDocument/2006/relationships/slideLayout" Target="../slideLayouts/slideLayout39.xml"/><Relationship Id="rId9" Type="http://schemas.openxmlformats.org/officeDocument/2006/relationships/slideLayout" Target="../slideLayouts/slideLayout40.xml"/><Relationship Id="rId10" Type="http://schemas.openxmlformats.org/officeDocument/2006/relationships/slideLayout" Target="../slideLayouts/slideLayout41.xml"/><Relationship Id="rId11" Type="http://schemas.openxmlformats.org/officeDocument/2006/relationships/slideLayout" Target="../slideLayouts/slideLayout42.xml"/><Relationship Id="rId1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slideLayout" Target="../slideLayouts/slideLayout59.xml"/><Relationship Id="rId7" Type="http://schemas.openxmlformats.org/officeDocument/2006/relationships/slideLayout" Target="../slideLayouts/slideLayout60.xml"/><Relationship Id="rId8" Type="http://schemas.openxmlformats.org/officeDocument/2006/relationships/slideLayout" Target="../slideLayouts/slideLayout61.xml"/><Relationship Id="rId9" Type="http://schemas.openxmlformats.org/officeDocument/2006/relationships/slideLayout" Target="../slideLayouts/slideLayout62.xml"/><Relationship Id="rId10" Type="http://schemas.openxmlformats.org/officeDocument/2006/relationships/slideLayout" Target="../slideLayouts/slideLayout63.xml"/><Relationship Id="rId11" Type="http://schemas.openxmlformats.org/officeDocument/2006/relationships/slideLayout" Target="../slideLayouts/slideLayout64.xml"/><Relationship Id="rId1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slideLayout" Target="../slideLayouts/slideLayout66.xml"/><Relationship Id="rId3" Type="http://schemas.openxmlformats.org/officeDocument/2006/relationships/slideLayout" Target="../slideLayouts/slideLayout67.xml"/><Relationship Id="rId4" Type="http://schemas.openxmlformats.org/officeDocument/2006/relationships/slideLayout" Target="../slideLayouts/slideLayout68.xml"/><Relationship Id="rId5" Type="http://schemas.openxmlformats.org/officeDocument/2006/relationships/slideLayout" Target="../slideLayouts/slideLayout69.xml"/><Relationship Id="rId6" Type="http://schemas.openxmlformats.org/officeDocument/2006/relationships/slideLayout" Target="../slideLayouts/slideLayout70.xml"/><Relationship Id="rId7" Type="http://schemas.openxmlformats.org/officeDocument/2006/relationships/slideLayout" Target="../slideLayouts/slideLayout71.xml"/><Relationship Id="rId8" Type="http://schemas.openxmlformats.org/officeDocument/2006/relationships/slideLayout" Target="../slideLayouts/slideLayout72.xml"/><Relationship Id="rId9" Type="http://schemas.openxmlformats.org/officeDocument/2006/relationships/slideLayout" Target="../slideLayouts/slideLayout73.xml"/><Relationship Id="rId10" Type="http://schemas.openxmlformats.org/officeDocument/2006/relationships/slideLayout" Target="../slideLayouts/slideLayout74.xml"/><Relationship Id="rId11" Type="http://schemas.openxmlformats.org/officeDocument/2006/relationships/slideLayout" Target="../slideLayouts/slideLayout75.xml"/><Relationship Id="rId12"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6.xml"/><Relationship Id="rId2" Type="http://schemas.openxmlformats.org/officeDocument/2006/relationships/slideLayout" Target="../slideLayouts/slideLayout77.xml"/><Relationship Id="rId3" Type="http://schemas.openxmlformats.org/officeDocument/2006/relationships/slideLayout" Target="../slideLayouts/slideLayout78.xml"/><Relationship Id="rId4" Type="http://schemas.openxmlformats.org/officeDocument/2006/relationships/slideLayout" Target="../slideLayouts/slideLayout79.xml"/><Relationship Id="rId5" Type="http://schemas.openxmlformats.org/officeDocument/2006/relationships/slideLayout" Target="../slideLayouts/slideLayout80.xml"/><Relationship Id="rId6" Type="http://schemas.openxmlformats.org/officeDocument/2006/relationships/slideLayout" Target="../slideLayouts/slideLayout81.xml"/><Relationship Id="rId7" Type="http://schemas.openxmlformats.org/officeDocument/2006/relationships/slideLayout" Target="../slideLayouts/slideLayout82.xml"/><Relationship Id="rId8" Type="http://schemas.openxmlformats.org/officeDocument/2006/relationships/slideLayout" Target="../slideLayouts/slideLayout83.xml"/><Relationship Id="rId9" Type="http://schemas.openxmlformats.org/officeDocument/2006/relationships/slideLayout" Target="../slideLayouts/slideLayout84.xml"/><Relationship Id="rId10" Type="http://schemas.openxmlformats.org/officeDocument/2006/relationships/slideLayout" Target="../slideLayouts/slideLayout85.xml"/><Relationship Id="rId11"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6.xml"/><Relationship Id="rId2" Type="http://schemas.openxmlformats.org/officeDocument/2006/relationships/slideLayout" Target="../slideLayouts/slideLayout87.xml"/><Relationship Id="rId3" Type="http://schemas.openxmlformats.org/officeDocument/2006/relationships/slideLayout" Target="../slideLayouts/slideLayout88.xml"/><Relationship Id="rId4" Type="http://schemas.openxmlformats.org/officeDocument/2006/relationships/slideLayout" Target="../slideLayouts/slideLayout89.xml"/><Relationship Id="rId5" Type="http://schemas.openxmlformats.org/officeDocument/2006/relationships/slideLayout" Target="../slideLayouts/slideLayout90.xml"/><Relationship Id="rId6" Type="http://schemas.openxmlformats.org/officeDocument/2006/relationships/slideLayout" Target="../slideLayouts/slideLayout91.xml"/><Relationship Id="rId7" Type="http://schemas.openxmlformats.org/officeDocument/2006/relationships/slideLayout" Target="../slideLayouts/slideLayout92.xml"/><Relationship Id="rId8" Type="http://schemas.openxmlformats.org/officeDocument/2006/relationships/slideLayout" Target="../slideLayouts/slideLayout93.xml"/><Relationship Id="rId9" Type="http://schemas.openxmlformats.org/officeDocument/2006/relationships/slideLayout" Target="../slideLayouts/slideLayout94.xml"/><Relationship Id="rId10" Type="http://schemas.openxmlformats.org/officeDocument/2006/relationships/slideLayout" Target="../slideLayouts/slideLayout95.xml"/><Relationship Id="rId11"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6.xml"/><Relationship Id="rId2" Type="http://schemas.openxmlformats.org/officeDocument/2006/relationships/slideLayout" Target="../slideLayouts/slideLayout97.xml"/><Relationship Id="rId3" Type="http://schemas.openxmlformats.org/officeDocument/2006/relationships/slideLayout" Target="../slideLayouts/slideLayout98.xml"/><Relationship Id="rId4" Type="http://schemas.openxmlformats.org/officeDocument/2006/relationships/slideLayout" Target="../slideLayouts/slideLayout99.xml"/><Relationship Id="rId5" Type="http://schemas.openxmlformats.org/officeDocument/2006/relationships/slideLayout" Target="../slideLayouts/slideLayout100.xml"/><Relationship Id="rId6" Type="http://schemas.openxmlformats.org/officeDocument/2006/relationships/slideLayout" Target="../slideLayouts/slideLayout101.xml"/><Relationship Id="rId7" Type="http://schemas.openxmlformats.org/officeDocument/2006/relationships/slideLayout" Target="../slideLayouts/slideLayout102.xml"/><Relationship Id="rId8" Type="http://schemas.openxmlformats.org/officeDocument/2006/relationships/slideLayout" Target="../slideLayouts/slideLayout103.xml"/><Relationship Id="rId9" Type="http://schemas.openxmlformats.org/officeDocument/2006/relationships/slideLayout" Target="../slideLayouts/slideLayout104.xml"/><Relationship Id="rId10" Type="http://schemas.openxmlformats.org/officeDocument/2006/relationships/slideLayout" Target="../slideLayouts/slideLayout105.xml"/><Relationship Id="rId11" Type="http://schemas.openxmlformats.org/officeDocument/2006/relationships/slideLayout" Target="../slideLayouts/slideLayout106.xml"/><Relationship Id="rId12" Type="http://schemas.openxmlformats.org/officeDocument/2006/relationships/theme" Target="../theme/theme10.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slideLayout" Target="../slideLayouts/slideLayout108.xml"/><Relationship Id="rId3" Type="http://schemas.openxmlformats.org/officeDocument/2006/relationships/slideLayout" Target="../slideLayouts/slideLayout109.xml"/><Relationship Id="rId4" Type="http://schemas.openxmlformats.org/officeDocument/2006/relationships/slideLayout" Target="../slideLayouts/slideLayout110.xml"/><Relationship Id="rId5" Type="http://schemas.openxmlformats.org/officeDocument/2006/relationships/slideLayout" Target="../slideLayouts/slideLayout111.xml"/><Relationship Id="rId6" Type="http://schemas.openxmlformats.org/officeDocument/2006/relationships/slideLayout" Target="../slideLayouts/slideLayout112.xml"/><Relationship Id="rId7" Type="http://schemas.openxmlformats.org/officeDocument/2006/relationships/slideLayout" Target="../slideLayouts/slideLayout113.xml"/><Relationship Id="rId8" Type="http://schemas.openxmlformats.org/officeDocument/2006/relationships/slideLayout" Target="../slideLayouts/slideLayout114.xml"/><Relationship Id="rId9" Type="http://schemas.openxmlformats.org/officeDocument/2006/relationships/slideLayout" Target="../slideLayouts/slideLayout115.xml"/><Relationship Id="rId10" Type="http://schemas.openxmlformats.org/officeDocument/2006/relationships/slideLayout" Target="../slideLayouts/slideLayout116.xml"/><Relationship Id="rId11" Type="http://schemas.openxmlformats.org/officeDocument/2006/relationships/slideLayout" Target="../slideLayouts/slideLayout117.xml"/><Relationship Id="rId12" Type="http://schemas.openxmlformats.org/officeDocument/2006/relationships/theme" Target="../theme/theme11.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8.xml"/><Relationship Id="rId2" Type="http://schemas.openxmlformats.org/officeDocument/2006/relationships/slideLayout" Target="../slideLayouts/slideLayout119.xml"/><Relationship Id="rId3" Type="http://schemas.openxmlformats.org/officeDocument/2006/relationships/slideLayout" Target="../slideLayouts/slideLayout120.xml"/><Relationship Id="rId4" Type="http://schemas.openxmlformats.org/officeDocument/2006/relationships/slideLayout" Target="../slideLayouts/slideLayout121.xml"/><Relationship Id="rId5" Type="http://schemas.openxmlformats.org/officeDocument/2006/relationships/slideLayout" Target="../slideLayouts/slideLayout122.xml"/><Relationship Id="rId6" Type="http://schemas.openxmlformats.org/officeDocument/2006/relationships/slideLayout" Target="../slideLayouts/slideLayout123.xml"/><Relationship Id="rId7" Type="http://schemas.openxmlformats.org/officeDocument/2006/relationships/slideLayout" Target="../slideLayouts/slideLayout124.xml"/><Relationship Id="rId8" Type="http://schemas.openxmlformats.org/officeDocument/2006/relationships/slideLayout" Target="../slideLayouts/slideLayout125.xml"/><Relationship Id="rId9" Type="http://schemas.openxmlformats.org/officeDocument/2006/relationships/slideLayout" Target="../slideLayouts/slideLayout126.xml"/><Relationship Id="rId10" Type="http://schemas.openxmlformats.org/officeDocument/2006/relationships/slideLayout" Target="../slideLayouts/slideLayout127.xml"/><Relationship Id="rId11" Type="http://schemas.openxmlformats.org/officeDocument/2006/relationships/slideLayout" Target="../slideLayouts/slideLayout128.xml"/><Relationship Id="rId12"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1" Type="http://schemas.openxmlformats.org/officeDocument/2006/relationships/slideLayout" Target="../slideLayouts/slideLayout129.xml"/><Relationship Id="rId2" Type="http://schemas.openxmlformats.org/officeDocument/2006/relationships/slideLayout" Target="../slideLayouts/slideLayout130.xml"/><Relationship Id="rId3" Type="http://schemas.openxmlformats.org/officeDocument/2006/relationships/slideLayout" Target="../slideLayouts/slideLayout131.xml"/><Relationship Id="rId4" Type="http://schemas.openxmlformats.org/officeDocument/2006/relationships/slideLayout" Target="../slideLayouts/slideLayout132.xml"/><Relationship Id="rId5" Type="http://schemas.openxmlformats.org/officeDocument/2006/relationships/slideLayout" Target="../slideLayouts/slideLayout133.xml"/><Relationship Id="rId6" Type="http://schemas.openxmlformats.org/officeDocument/2006/relationships/slideLayout" Target="../slideLayouts/slideLayout134.xml"/><Relationship Id="rId7" Type="http://schemas.openxmlformats.org/officeDocument/2006/relationships/slideLayout" Target="../slideLayouts/slideLayout135.xml"/><Relationship Id="rId8" Type="http://schemas.openxmlformats.org/officeDocument/2006/relationships/slideLayout" Target="../slideLayouts/slideLayout136.xml"/><Relationship Id="rId9" Type="http://schemas.openxmlformats.org/officeDocument/2006/relationships/slideLayout" Target="../slideLayouts/slideLayout137.xml"/><Relationship Id="rId10" Type="http://schemas.openxmlformats.org/officeDocument/2006/relationships/slideLayout" Target="../slideLayouts/slideLayout138.xml"/><Relationship Id="rId11"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1" Type="http://schemas.openxmlformats.org/officeDocument/2006/relationships/slideLayout" Target="../slideLayouts/slideLayout139.xml"/><Relationship Id="rId2" Type="http://schemas.openxmlformats.org/officeDocument/2006/relationships/slideLayout" Target="../slideLayouts/slideLayout140.xml"/><Relationship Id="rId3" Type="http://schemas.openxmlformats.org/officeDocument/2006/relationships/slideLayout" Target="../slideLayouts/slideLayout141.xml"/><Relationship Id="rId4" Type="http://schemas.openxmlformats.org/officeDocument/2006/relationships/slideLayout" Target="../slideLayouts/slideLayout142.xml"/><Relationship Id="rId5" Type="http://schemas.openxmlformats.org/officeDocument/2006/relationships/slideLayout" Target="../slideLayouts/slideLayout143.xml"/><Relationship Id="rId6" Type="http://schemas.openxmlformats.org/officeDocument/2006/relationships/slideLayout" Target="../slideLayouts/slideLayout144.xml"/><Relationship Id="rId7" Type="http://schemas.openxmlformats.org/officeDocument/2006/relationships/slideLayout" Target="../slideLayouts/slideLayout145.xml"/><Relationship Id="rId8" Type="http://schemas.openxmlformats.org/officeDocument/2006/relationships/slideLayout" Target="../slideLayouts/slideLayout146.xml"/><Relationship Id="rId9" Type="http://schemas.openxmlformats.org/officeDocument/2006/relationships/slideLayout" Target="../slideLayouts/slideLayout147.xml"/><Relationship Id="rId10" Type="http://schemas.openxmlformats.org/officeDocument/2006/relationships/slideLayout" Target="../slideLayouts/slideLayout148.xml"/><Relationship Id="rId11" Type="http://schemas.openxmlformats.org/officeDocument/2006/relationships/slideLayout" Target="../slideLayouts/slideLayout149.xml"/><Relationship Id="rId12" Type="http://schemas.openxmlformats.org/officeDocument/2006/relationships/slideLayout" Target="../slideLayouts/slideLayout150.xml"/><Relationship Id="rId13" Type="http://schemas.openxmlformats.org/officeDocument/2006/relationships/theme" Target="../theme/theme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dirty="0">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dirty="0">
              <a:solidFill>
                <a:prstClr val="black">
                  <a:tint val="75000"/>
                </a:prstClr>
              </a:solidFill>
              <a:ea typeface="微软雅黑"/>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1"/>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marL="0" marR="0" lvl="0" indent="0" algn="l"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a:ln>
                <a:noFill/>
              </a:ln>
              <a:solidFill>
                <a:prstClr val="black">
                  <a:tint val="75000"/>
                </a:prstClr>
              </a:solidFill>
              <a:effectLst/>
              <a:uLnTx/>
              <a:uFillTx/>
              <a:latin typeface="微软雅黑"/>
              <a:cs typeface="+mn-cs"/>
              <a:sym typeface="Arial" panose="020B0604020202020204" pitchFamily="34" charset="0"/>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marL="0" marR="0" lvl="0" indent="0" algn="r" defTabSz="825500" rtl="0" eaLnBrk="1" fontAlgn="base" latinLnBrk="0" hangingPunct="1">
              <a:lnSpc>
                <a:spcPct val="100000"/>
              </a:lnSpc>
              <a:spcBef>
                <a:spcPct val="0"/>
              </a:spcBef>
              <a:spcAft>
                <a:spcPct val="0"/>
              </a:spcAft>
              <a:buClrTx/>
              <a:buSzTx/>
              <a:buFontTx/>
              <a:buNone/>
              <a:defRPr/>
            </a:pPr>
            <a:fld id="{49AE70B2-8BF9-45C0-BB95-33D1B9D3A854}" type="slidenum">
              <a:rPr kumimoji="0" lang="zh-CN" altLang="en-US" sz="2400" b="0" i="0" u="none" strike="noStrike" kern="1200" cap="none" spc="0" normalizeH="0" baseline="0" noProof="0" smtClean="0">
                <a:ln>
                  <a:noFill/>
                </a:ln>
                <a:solidFill>
                  <a:prstClr val="black">
                    <a:tint val="75000"/>
                  </a:prstClr>
                </a:solidFill>
                <a:effectLst/>
                <a:uLnTx/>
                <a:uFillTx/>
                <a:latin typeface="微软雅黑"/>
                <a:cs typeface="+mn-cs"/>
                <a:sym typeface="Arial" panose="020B0604020202020204" pitchFamily="34" charset="0"/>
              </a:rPr>
              <a:t>‹#›</a:t>
            </a:fld>
            <a:endParaRPr kumimoji="0" lang="zh-CN" altLang="en-US" sz="2400" b="0" i="0" u="none" strike="noStrike" kern="1200" cap="none" spc="0" normalizeH="0" baseline="0" noProof="0" dirty="0">
              <a:ln>
                <a:noFill/>
              </a:ln>
              <a:solidFill>
                <a:prstClr val="black">
                  <a:tint val="75000"/>
                </a:prstClr>
              </a:solidFill>
              <a:effectLst/>
              <a:uLnTx/>
              <a:uFillTx/>
              <a:latin typeface="微软雅黑"/>
              <a:cs typeface="+mn-cs"/>
              <a:sym typeface="Arial" panose="020B0604020202020204" pitchFamily="34" charset="0"/>
            </a:endParaRPr>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1" fontAlgn="base" latinLnBrk="0" hangingPunct="1">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 id="2147483781" r:id="rId5"/>
    <p:sldLayoutId id="2147483782" r:id="rId6"/>
    <p:sldLayoutId id="2147483783" r:id="rId7"/>
    <p:sldLayoutId id="2147483784" r:id="rId8"/>
    <p:sldLayoutId id="2147483785" r:id="rId9"/>
    <p:sldLayoutId id="2147483786" r:id="rId10"/>
    <p:sldLayoutId id="2147483787" r:id="rId11"/>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endParaRPr lang="zh-CN" altLang="en-US"/>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endParaRPr lang="zh-CN" altLang="en-US" dirty="0"/>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fld id="{49AE70B2-8BF9-45C0-BB95-33D1B9D3A854}" type="slidenum">
              <a:rPr lang="zh-CN" altLang="en-US" smtClean="0"/>
              <a:t>‹#›</a:t>
            </a:fld>
            <a:endParaRPr lang="zh-CN" altLang="en-US" dirty="0"/>
          </a:p>
        </p:txBody>
      </p:sp>
      <p:sp>
        <p:nvSpPr>
          <p:cNvPr id="7" name="KSO_TEMPLATE" hidden="1"/>
          <p:cNvSpPr/>
          <p:nvPr userDrawn="1"/>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4000"/>
          </a:p>
        </p:txBody>
      </p:sp>
      <p:sp>
        <p:nvSpPr>
          <p:cNvPr id="8" name="标题 7"/>
          <p:cNvSpPr>
            <a:spLocks noGrp="1"/>
          </p:cNvSpPr>
          <p:nvPr>
            <p:ph type="title" hasCustomPrompt="1"/>
          </p:nvPr>
        </p:nvSpPr>
        <p:spPr>
          <a:xfrm>
            <a:off x="1339764"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dirty="0">
                <a:sym typeface="+mn-ea"/>
              </a:rPr>
              <a:t>单击此处编辑标题</a:t>
            </a:r>
          </a:p>
        </p:txBody>
      </p:sp>
      <p:sp>
        <p:nvSpPr>
          <p:cNvPr id="9" name="文本占位符 8"/>
          <p:cNvSpPr>
            <a:spLocks noGrp="1"/>
          </p:cNvSpPr>
          <p:nvPr>
            <p:ph type="body" idx="1" hasCustomPrompt="1"/>
          </p:nvPr>
        </p:nvSpPr>
        <p:spPr>
          <a:xfrm>
            <a:off x="1339850" y="3016250"/>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dirty="0"/>
              <a:t>单击此处编辑正文</a:t>
            </a:r>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a:p>
            <a:pPr lvl="0"/>
            <a:r>
              <a:rPr lang="zh-CN" altLang="en-US" dirty="0">
                <a:sym typeface="+mn-ea"/>
              </a:rPr>
              <a:t>单击此处编辑正文</a:t>
            </a:r>
            <a:endParaRPr lang="zh-CN" altLang="en-US" dirty="0"/>
          </a:p>
        </p:txBody>
      </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1759484" y="12699666"/>
            <a:ext cx="5400000" cy="633600"/>
          </a:xfrm>
          <a:prstGeom prst="rect">
            <a:avLst/>
          </a:prstGeom>
        </p:spPr>
        <p:txBody>
          <a:bodyPr vert="horz" lIns="91440" tIns="45720" rIns="91440" bIns="45720" rtlCol="0" anchor="ctr">
            <a:normAutofit/>
          </a:bodyPr>
          <a:lstStyle>
            <a:lvl1pPr algn="l">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5" name="页脚占位符 4"/>
          <p:cNvSpPr>
            <a:spLocks noGrp="1"/>
          </p:cNvSpPr>
          <p:nvPr>
            <p:ph type="ftr" sz="quarter" idx="3"/>
          </p:nvPr>
        </p:nvSpPr>
        <p:spPr>
          <a:xfrm>
            <a:off x="8232000" y="12699666"/>
            <a:ext cx="7920000" cy="633600"/>
          </a:xfrm>
          <a:prstGeom prst="rect">
            <a:avLst/>
          </a:prstGeom>
        </p:spPr>
        <p:txBody>
          <a:bodyPr vert="horz" lIns="91440" tIns="45720" rIns="91440" bIns="45720" rtlCol="0" anchor="ctr">
            <a:normAutofit/>
          </a:bodyPr>
          <a:lstStyle>
            <a:lvl1pPr algn="ctr">
              <a:defRPr sz="2400">
                <a:solidFill>
                  <a:schemeClr val="tx1">
                    <a:tint val="75000"/>
                  </a:schemeClr>
                </a:solidFill>
                <a:latin typeface="+mn-ea"/>
              </a:defRPr>
            </a:lvl1pPr>
          </a:lstStyle>
          <a:p>
            <a:pPr defTabSz="1828800" fontAlgn="auto">
              <a:spcBef>
                <a:spcPts val="0"/>
              </a:spcBef>
              <a:spcAft>
                <a:spcPts val="0"/>
              </a:spcAft>
            </a:pPr>
            <a:endParaRPr lang="zh-CN" altLang="en-US">
              <a:solidFill>
                <a:prstClr val="black">
                  <a:tint val="75000"/>
                </a:prstClr>
              </a:solidFill>
              <a:ea typeface="微软雅黑"/>
            </a:endParaRPr>
          </a:p>
        </p:txBody>
      </p:sp>
      <p:sp>
        <p:nvSpPr>
          <p:cNvPr id="6" name="灯片编号占位符 5"/>
          <p:cNvSpPr>
            <a:spLocks noGrp="1"/>
          </p:cNvSpPr>
          <p:nvPr>
            <p:ph type="sldNum" sz="quarter" idx="4"/>
          </p:nvPr>
        </p:nvSpPr>
        <p:spPr>
          <a:xfrm>
            <a:off x="17221200" y="12699666"/>
            <a:ext cx="5400000" cy="633600"/>
          </a:xfrm>
          <a:prstGeom prst="rect">
            <a:avLst/>
          </a:prstGeom>
        </p:spPr>
        <p:txBody>
          <a:bodyPr vert="horz" lIns="91440" tIns="45720" rIns="91440" bIns="45720" rtlCol="0" anchor="ctr">
            <a:normAutofit/>
          </a:bodyPr>
          <a:lstStyle>
            <a:lvl1pPr algn="r">
              <a:defRPr sz="2400">
                <a:solidFill>
                  <a:schemeClr val="tx1">
                    <a:tint val="75000"/>
                  </a:schemeClr>
                </a:solidFill>
                <a:latin typeface="+mn-ea"/>
              </a:defRPr>
            </a:lvl1pPr>
          </a:lstStyle>
          <a:p>
            <a:pPr defTabSz="1828800" fontAlgn="auto">
              <a:spcBef>
                <a:spcPts val="0"/>
              </a:spcBef>
              <a:spcAft>
                <a:spcPts val="0"/>
              </a:spcAft>
            </a:pPr>
            <a:fld id="{49AE70B2-8BF9-45C0-BB95-33D1B9D3A854}" type="slidenum">
              <a:rPr lang="zh-CN" altLang="en-US" smtClean="0">
                <a:solidFill>
                  <a:prstClr val="black">
                    <a:tint val="75000"/>
                  </a:prstClr>
                </a:solidFill>
                <a:ea typeface="微软雅黑"/>
              </a:rPr>
              <a:t>‹#›</a:t>
            </a:fld>
            <a:endParaRPr lang="zh-CN" altLang="en-US">
              <a:solidFill>
                <a:prstClr val="black">
                  <a:tint val="75000"/>
                </a:prstClr>
              </a:solidFill>
              <a:ea typeface="微软雅黑"/>
            </a:endParaRPr>
          </a:p>
        </p:txBody>
      </p:sp>
      <p:sp>
        <p:nvSpPr>
          <p:cNvPr id="7" name="KSO_TEMPLATE" hidden="1"/>
          <p:cNvSpPr/>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825500" rtl="0" eaLnBrk="0" fontAlgn="base" latinLnBrk="0" hangingPunct="0">
              <a:lnSpc>
                <a:spcPct val="100000"/>
              </a:lnSpc>
              <a:spcBef>
                <a:spcPct val="0"/>
              </a:spcBef>
              <a:spcAft>
                <a:spcPct val="0"/>
              </a:spcAft>
              <a:buClrTx/>
              <a:buSzTx/>
              <a:buFontTx/>
              <a:buNone/>
              <a:defRPr/>
            </a:pPr>
            <a:endParaRPr kumimoji="0" lang="zh-CN" altLang="en-US" sz="4000" b="0" i="0" u="none" strike="noStrike" kern="1200" cap="none" spc="0" normalizeH="0" baseline="0" noProof="0">
              <a:ln>
                <a:noFill/>
              </a:ln>
              <a:solidFill>
                <a:prstClr val="white"/>
              </a:solidFill>
              <a:effectLst/>
              <a:uLnTx/>
              <a:uFillTx/>
              <a:latin typeface="Arial" panose="020B0604020202020204"/>
              <a:ea typeface="微软雅黑"/>
              <a:cs typeface="+mn-cs"/>
              <a:sym typeface="Arial" panose="020B0604020202020204" pitchFamily="34" charset="0"/>
            </a:endParaRPr>
          </a:p>
        </p:txBody>
      </p:sp>
      <p:sp>
        <p:nvSpPr>
          <p:cNvPr id="8" name="标题 7"/>
          <p:cNvSpPr>
            <a:spLocks noGrp="1"/>
          </p:cNvSpPr>
          <p:nvPr>
            <p:ph type="title" hasCustomPrompt="1"/>
          </p:nvPr>
        </p:nvSpPr>
        <p:spPr>
          <a:xfrm>
            <a:off x="1339765" y="1162450"/>
            <a:ext cx="21704474" cy="1296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6400" b="1" i="0" u="none" strike="noStrike" kern="1200" cap="none" spc="200" normalizeH="0" baseline="0" noProof="1" dirty="0">
                <a:solidFill>
                  <a:schemeClr val="tx1"/>
                </a:solidFill>
                <a:uFillTx/>
                <a:latin typeface="+mn-ea"/>
                <a:ea typeface="+mn-ea"/>
                <a:cs typeface="+mj-cs"/>
                <a:sym typeface="+mn-ea"/>
              </a:defRPr>
            </a:lvl1pPr>
          </a:lstStyle>
          <a:p>
            <a:pPr lvl="0"/>
            <a:r>
              <a:rPr>
                <a:sym typeface="+mn-ea"/>
              </a:rPr>
              <a:t>单击此处编辑标题</a:t>
            </a:r>
          </a:p>
        </p:txBody>
      </p:sp>
      <p:sp>
        <p:nvSpPr>
          <p:cNvPr id="9" name="文本占位符 8"/>
          <p:cNvSpPr>
            <a:spLocks noGrp="1"/>
          </p:cNvSpPr>
          <p:nvPr>
            <p:ph type="body" idx="1" hasCustomPrompt="1"/>
          </p:nvPr>
        </p:nvSpPr>
        <p:spPr>
          <a:xfrm>
            <a:off x="1339850" y="3016253"/>
            <a:ext cx="21704300" cy="9498330"/>
          </a:xfrm>
          <a:prstGeom prst="rect">
            <a:avLst/>
          </a:prstGeom>
        </p:spPr>
        <p:txBody>
          <a:bodyPr vert="horz" lIns="101600" tIns="0" rIns="82550" bIns="0" rtlCol="0">
            <a:normAutofit/>
          </a:bodyPr>
          <a:lstStyle>
            <a:lvl1pPr>
              <a:defRPr sz="4800"/>
            </a:lvl1pPr>
            <a:lvl2pPr>
              <a:defRPr sz="4800"/>
            </a:lvl2pPr>
            <a:lvl3pPr>
              <a:defRPr sz="4800"/>
            </a:lvl3pPr>
            <a:lvl4pPr>
              <a:defRPr sz="4800"/>
            </a:lvl4pPr>
            <a:lvl5pPr>
              <a:defRPr sz="4800"/>
            </a:lvl5pPr>
          </a:lstStyle>
          <a:p>
            <a:pPr lvl="0"/>
            <a:r>
              <a:rPr lang="zh-CN" altLang="en-US"/>
              <a:t>单击此处编辑正文</a:t>
            </a:r>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a:p>
            <a:pPr lvl="0"/>
            <a:r>
              <a:rPr lang="zh-CN" altLang="en-US">
                <a:sym typeface="+mn-ea"/>
              </a:rPr>
              <a:t>单击此处编辑正文</a:t>
            </a:r>
            <a:endParaRPr lang="zh-CN" altLang="en-US"/>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Lst>
  <p:hf hdr="0" ftr="0" dt="0"/>
  <p:txStyles>
    <p:titleStyle>
      <a:lvl1pPr algn="l" defTabSz="1828800" rtl="0" eaLnBrk="1" fontAlgn="auto" latinLnBrk="0" hangingPunct="1">
        <a:lnSpc>
          <a:spcPct val="100000"/>
        </a:lnSpc>
        <a:spcBef>
          <a:spcPct val="0"/>
        </a:spcBef>
        <a:buNone/>
        <a:defRPr sz="5600" b="1" u="none" strike="noStrike" kern="1200" cap="none" spc="200" normalizeH="0">
          <a:solidFill>
            <a:schemeClr val="tx1"/>
          </a:solidFill>
          <a:uFillTx/>
          <a:latin typeface="+mn-ea"/>
          <a:ea typeface="+mn-ea"/>
          <a:cs typeface="+mj-cs"/>
        </a:defRPr>
      </a:lvl1pPr>
    </p:titleStyle>
    <p:bodyStyle>
      <a:lvl1pPr marL="4572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1pPr>
      <a:lvl2pPr marL="1371600" indent="-457200" algn="l" defTabSz="1828800" rtl="0" eaLnBrk="1" fontAlgn="auto" latinLnBrk="0" hangingPunct="1">
        <a:lnSpc>
          <a:spcPct val="130000"/>
        </a:lnSpc>
        <a:spcBef>
          <a:spcPct val="1000"/>
        </a:spcBef>
        <a:spcAft>
          <a:spcPts val="1000"/>
        </a:spcAft>
        <a:buFont typeface="Arial" panose="020B0604020202020204" pitchFamily="34" charset="0"/>
        <a:buChar char="•"/>
        <a:tabLst>
          <a:tab pos="3219450" algn="l"/>
        </a:tabLst>
        <a:defRPr sz="3200" u="none" strike="noStrike" kern="1200" cap="none" spc="150" normalizeH="0" baseline="0">
          <a:solidFill>
            <a:schemeClr val="tx1"/>
          </a:solidFill>
          <a:uFillTx/>
          <a:latin typeface="+mn-ea"/>
          <a:ea typeface="+mn-ea"/>
          <a:cs typeface="+mn-cs"/>
        </a:defRPr>
      </a:lvl2pPr>
      <a:lvl3pPr marL="22860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3pPr>
      <a:lvl4pPr marL="32004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4pPr>
      <a:lvl5pPr marL="4114800" indent="-457200" algn="l" defTabSz="1828800" rtl="0" eaLnBrk="1" fontAlgn="auto" latinLnBrk="0" hangingPunct="1">
        <a:lnSpc>
          <a:spcPct val="130000"/>
        </a:lnSpc>
        <a:spcBef>
          <a:spcPct val="1000"/>
        </a:spcBef>
        <a:spcAft>
          <a:spcPts val="1000"/>
        </a:spcAft>
        <a:buFont typeface="Arial" panose="020B0604020202020204" pitchFamily="34" charset="0"/>
        <a:buChar char="•"/>
        <a:defRPr sz="3200" u="none" strike="noStrike" kern="1200" cap="none" spc="150" normalizeH="0" baseline="0">
          <a:solidFill>
            <a:schemeClr val="tx1"/>
          </a:solidFill>
          <a:uFillTx/>
          <a:latin typeface="+mn-ea"/>
          <a:ea typeface="+mn-ea"/>
          <a:cs typeface="+mn-cs"/>
        </a:defRPr>
      </a:lvl5pPr>
      <a:lvl6pPr marL="50292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ct val="201000"/>
        </a:spcBef>
        <a:buFont typeface="Arial" panose="020B0604020202020204" pitchFamily="34" charset="0"/>
        <a:buChar char="•"/>
        <a:defRPr sz="3600" kern="1200">
          <a:solidFill>
            <a:schemeClr val="tx1"/>
          </a:solidFill>
          <a:latin typeface="+mn-lt"/>
          <a:ea typeface="+mn-ea"/>
          <a:cs typeface="+mn-cs"/>
        </a:defRPr>
      </a:lvl9pPr>
    </p:bodyStyle>
    <p:otherStyle>
      <a:defPPr>
        <a:defRPr lang="zh-CN"/>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comments" Target="../comments/commen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a:xfrm>
            <a:off x="23012089" y="12996375"/>
            <a:ext cx="504946" cy="446276"/>
          </a:xfrm>
        </p:spPr>
        <p:txBody>
          <a:bodyPr/>
          <a:lstStyle/>
          <a:p>
            <a:pPr marL="0" marR="0" lvl="0" indent="0" algn="r" defTabSz="8255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1" smtClean="0">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rPr>
              <a:t>1/1</a:t>
            </a:r>
            <a:endParaRPr kumimoji="0" lang="zh-CN" altLang="en-US" sz="2400" b="1" i="0" u="none" strike="noStrike" kern="1200" cap="none" spc="0" normalizeH="0" baseline="0" noProof="1">
              <a:ln>
                <a:noFill/>
              </a:ln>
              <a:solidFill>
                <a:srgbClr val="FFFFFF"/>
              </a:solidFill>
              <a:effectLst/>
              <a:uLnTx/>
              <a:uFillTx/>
              <a:latin typeface="Arial" panose="020B0604020202020204" pitchFamily="34" charset="0"/>
              <a:cs typeface="Open Sans" panose="020B0606030504020204" pitchFamily="34" charset="0"/>
              <a:sym typeface="Open Sans" panose="020B0606030504020204" pitchFamily="34" charset="0"/>
            </a:endParaRPr>
          </a:p>
        </p:txBody>
      </p:sp>
      <p:sp>
        <p:nvSpPr>
          <p:cNvPr id="7" name="文本框 6"/>
          <p:cNvSpPr txBox="1"/>
          <p:nvPr/>
        </p:nvSpPr>
        <p:spPr>
          <a:xfrm>
            <a:off x="8806782" y="294769"/>
            <a:ext cx="15074411" cy="707884"/>
          </a:xfrm>
          <a:prstGeom prst="rect">
            <a:avLst/>
          </a:prstGeom>
          <a:noFill/>
          <a:ln w="12700" cap="flat">
            <a:noFill/>
            <a:miter lim="400000"/>
          </a:ln>
          <a:effectLst/>
        </p:spPr>
        <p:txBody>
          <a:bodyPr rot="0" spcFirstLastPara="1" vertOverflow="overflow" horzOverflow="overflow" vert="horz" wrap="square" lIns="45719" tIns="45719" rIns="45719" bIns="45719" numCol="1" spcCol="38100" rtlCol="0" anchor="t">
            <a:spAutoFit/>
          </a:bodyPr>
          <a:lstStyle/>
          <a:p>
            <a:pPr marL="0" marR="0" lvl="0" indent="0" algn="r" defTabSz="914400" rtl="0" eaLnBrk="0" fontAlgn="auto" latinLnBrk="0" hangingPunct="0">
              <a:lnSpc>
                <a:spcPct val="100000"/>
              </a:lnSpc>
              <a:spcBef>
                <a:spcPts val="0"/>
              </a:spcBef>
              <a:spcAft>
                <a:spcPts val="0"/>
              </a:spcAft>
              <a:buClrTx/>
              <a:buSzTx/>
              <a:buFontTx/>
              <a:buNone/>
              <a:defRPr/>
            </a:pPr>
            <a:r>
              <a:rPr lang="zh-CN" altLang="en-US" sz="3200" b="1" dirty="0" smtClean="0">
                <a:solidFill>
                  <a:srgbClr val="366092"/>
                </a:solidFill>
                <a:latin typeface="Arial" panose="020B0703020204020201" pitchFamily="34" charset="-122"/>
                <a:ea typeface="Arial" panose="020B0703020204020201" pitchFamily="34" charset="-122"/>
                <a:cs typeface="Arial" panose="020B0604020202020204"/>
                <a:sym typeface="Arial" panose="020B0604020202020204"/>
              </a:rPr>
              <a:t>Peptide Building 2 — New Logistics Platform Airlock</a:t>
            </a:r>
            <a:r>
              <a:rPr lang="en-US" altLang="zh-CN" sz="4000" b="1" dirty="0" smtClean="0">
                <a:solidFill>
                  <a:srgbClr val="366092"/>
                </a:solidFill>
                <a:latin typeface="微软雅黑" panose="020B0703020204020201" pitchFamily="34" charset="-122"/>
                <a:ea typeface="微软雅黑" panose="020B0703020204020201" pitchFamily="34" charset="-122"/>
                <a:cs typeface="Arial" panose="020B0604020202020204"/>
                <a:sym typeface="Arial" panose="020B0604020202020204"/>
              </a:rPr>
              <a:t/>
            </a:r>
            <a:r>
              <a:rPr lang="zh-CN" altLang="en-US" sz="4000" b="1" dirty="0" smtClean="0">
                <a:solidFill>
                  <a:srgbClr val="366092"/>
                </a:solidFill>
                <a:latin typeface="微软雅黑" panose="020B0703020204020201" pitchFamily="34" charset="-122"/>
                <a:ea typeface="微软雅黑" panose="020B0703020204020201" pitchFamily="34" charset="-122"/>
                <a:cs typeface="Arial" panose="020B0604020202020204"/>
                <a:sym typeface="Arial" panose="020B0604020202020204"/>
              </a:rPr>
              <a:t/>
            </a:r>
            <a:endParaRPr lang="zh-CN" altLang="en-US" sz="4000" b="1" dirty="0">
              <a:solidFill>
                <a:srgbClr val="366092"/>
              </a:solidFill>
              <a:latin typeface="微软雅黑" panose="020B0703020204020201" pitchFamily="34" charset="-122"/>
              <a:ea typeface="微软雅黑" panose="020B0703020204020201" pitchFamily="34" charset="-122"/>
              <a:cs typeface="Arial" panose="020B0604020202020204"/>
              <a:sym typeface="Arial" panose="020B0604020202020204"/>
            </a:endParaRPr>
          </a:p>
        </p:txBody>
      </p:sp>
      <p:sp>
        <p:nvSpPr>
          <p:cNvPr id="5" name="文本框 4"/>
          <p:cNvSpPr txBox="1"/>
          <p:nvPr/>
        </p:nvSpPr>
        <p:spPr>
          <a:xfrm>
            <a:off x="623686" y="1693818"/>
            <a:ext cx="12048565" cy="661848"/>
          </a:xfrm>
          <a:prstGeom prst="rect">
            <a:avLst/>
          </a:prstGeom>
          <a:noFill/>
        </p:spPr>
        <p:txBody>
          <a:bodyPr wrap="square" rtlCol="0">
            <a:spAutoFit/>
          </a:bodyPr>
          <a:lstStyle/>
          <a:p>
            <a:pPr>
              <a:lnSpc>
                <a:spcPct val="150000"/>
              </a:lnSpc>
            </a:pPr>
            <a:r>
              <a:rPr lang="zh-CN" altLang="en-US" sz="2600" b="1" dirty="0">
                <a:latin typeface="Arial"/>
                <a:sym typeface="+mn-ea"/>
              </a:rPr>
              <a:t>Current state of the material-platform airlock</a:t>
            </a:r>
            <a:r>
              <a:rPr lang="zh-CN" altLang="en-US" sz="2800" b="1" dirty="0" smtClean="0">
                <a:sym typeface="+mn-ea"/>
              </a:rPr>
              <a:t/>
            </a:r>
            <a:endParaRPr lang="zh-CN" altLang="en-US" sz="2800" b="1" dirty="0">
              <a:sym typeface="+mn-ea"/>
            </a:endParaRPr>
          </a:p>
        </p:txBody>
      </p:sp>
      <p:sp>
        <p:nvSpPr>
          <p:cNvPr id="14" name="文本框 13"/>
          <p:cNvSpPr txBox="1"/>
          <p:nvPr/>
        </p:nvSpPr>
        <p:spPr>
          <a:xfrm>
            <a:off x="623687" y="7074621"/>
            <a:ext cx="11725835" cy="523220"/>
          </a:xfrm>
          <a:prstGeom prst="rect">
            <a:avLst/>
          </a:prstGeom>
          <a:noFill/>
        </p:spPr>
        <p:txBody>
          <a:bodyPr wrap="square" rtlCol="0">
            <a:spAutoFit/>
          </a:bodyPr>
          <a:lstStyle/>
          <a:p>
            <a:r>
              <a:rPr lang="zh-CN" altLang="en-US" sz="2600" b="1" dirty="0" smtClean="0">
                <a:latin typeface="Arial"/>
              </a:rPr>
              <a:t>Material transfer flow</a:t>
            </a:r>
            <a:endParaRPr lang="en-US" altLang="zh-CN" sz="2800" b="1" dirty="0" smtClean="0"/>
          </a:p>
        </p:txBody>
      </p:sp>
      <p:graphicFrame>
        <p:nvGraphicFramePr>
          <p:cNvPr id="8" name="表格 7"/>
          <p:cNvGraphicFramePr>
            <a:graphicFrameLocks noGrp="1"/>
          </p:cNvGraphicFramePr>
          <p:nvPr>
            <p:extLst>
              <p:ext uri="{D42A27DB-BD31-4B8C-83A1-F6EECF244321}">
                <p14:modId xmlns:p14="http://schemas.microsoft.com/office/powerpoint/2010/main" val="399805629"/>
              </p:ext>
            </p:extLst>
          </p:nvPr>
        </p:nvGraphicFramePr>
        <p:xfrm>
          <a:off x="274064" y="2679005"/>
          <a:ext cx="9811230" cy="3242483"/>
        </p:xfrm>
        <a:graphic>
          <a:graphicData uri="http://schemas.openxmlformats.org/drawingml/2006/table">
            <a:tbl>
              <a:tblPr firstRow="1" bandRow="1">
                <a:tableStyleId>{5C22544A-7EE6-4342-B048-85BDC9FD1C3A}</a:tableStyleId>
              </a:tblPr>
              <a:tblGrid>
                <a:gridCol w="3270410">
                  <a:extLst>
                    <a:ext uri="{9D8B030D-6E8A-4147-A177-3AD203B41FA5}">
                      <a16:colId xmlns:a16="http://schemas.microsoft.com/office/drawing/2014/main" val="20000"/>
                    </a:ext>
                  </a:extLst>
                </a:gridCol>
                <a:gridCol w="3215555">
                  <a:extLst>
                    <a:ext uri="{9D8B030D-6E8A-4147-A177-3AD203B41FA5}">
                      <a16:colId xmlns:a16="http://schemas.microsoft.com/office/drawing/2014/main" val="20001"/>
                    </a:ext>
                  </a:extLst>
                </a:gridCol>
                <a:gridCol w="3325265">
                  <a:extLst>
                    <a:ext uri="{9D8B030D-6E8A-4147-A177-3AD203B41FA5}">
                      <a16:colId xmlns:a16="http://schemas.microsoft.com/office/drawing/2014/main" val="20002"/>
                    </a:ext>
                  </a:extLst>
                </a:gridCol>
              </a:tblGrid>
              <a:tr h="370295">
                <a:tc>
                  <a:txBody>
                    <a:bodyPr wrap="square"/>
                    <a:lstStyle/>
                    <a:p>
                      <a:pPr algn="ctr"/>
                      <a:r>
                        <a:rPr lang="zh-CN" altLang="en-US" sz="16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Action</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zh-CN" altLang="en-US" sz="16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Current status</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zh-CN" altLang="en-US" sz="16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Target date</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extLst>
                  <a:ext uri="{0D108BD9-81ED-4DB2-BD59-A6C34878D82A}">
                    <a16:rowId xmlns:a16="http://schemas.microsoft.com/office/drawing/2014/main" val="10000"/>
                  </a:ext>
                </a:extLst>
              </a:tr>
              <a:tr h="370295">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Change-control document</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Approved</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N/A</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extLst>
                  <a:ext uri="{0D108BD9-81ED-4DB2-BD59-A6C34878D82A}">
                    <a16:rowId xmlns:a16="http://schemas.microsoft.com/office/drawing/2014/main" val="10001"/>
                  </a:ext>
                </a:extLst>
              </a:tr>
              <a:tr h="458010">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Airlock structure</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Construction complete</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N/A</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extLst>
                  <a:ext uri="{0D108BD9-81ED-4DB2-BD59-A6C34878D82A}">
                    <a16:rowId xmlns:a16="http://schemas.microsoft.com/office/drawing/2014/main" val="10002"/>
                  </a:ext>
                </a:extLst>
              </a:tr>
              <a:tr h="370295">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Access control</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algn="ct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Installed and entered in the system</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N/A</a:t>
                      </a:r>
                      <a:endParaRPr lang="zh-CN" altLang="en-US" sz="2000" b="0" i="0" u="none" kern="1200" baseline="0" dirty="0" smtClean="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extLst>
                  <a:ext uri="{0D108BD9-81ED-4DB2-BD59-A6C34878D82A}">
                    <a16:rowId xmlns:a16="http://schemas.microsoft.com/office/drawing/2014/main" val="10003"/>
                  </a:ext>
                </a:extLst>
              </a:tr>
              <a:tr h="370295">
                <a:tc>
                  <a:txBody>
                    <a:bodyPr wrap="square"/>
                    <a:lstStyle/>
                    <a:p>
                      <a:pPr marL="0" algn="ctr" defTabSz="1828800" rtl="0" eaLnBrk="1" latinLnBrk="0" hangingPunct="1"/>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HVAC</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tc>
                  <a:txBody>
                    <a:bodyPr wrap="square"/>
                    <a:lstStyle/>
                    <a:p>
                      <a:pPr marL="0" algn="ctr" defTabSz="1828800" rtl="0" eaLnBrk="1" latinLnBrk="0" hangingPunct="1"/>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Ductwork complete</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sym typeface="Arial" panose="020B0604020202020204" pitchFamily="34" charset="0"/>
                        </a:rPr>
                        <a:t>N/A</a:t>
                      </a:r>
                      <a:endParaRPr lang="zh-CN" altLang="en-US" sz="2000" b="0" i="0" u="none" kern="1200" baseline="0" dirty="0" smtClean="0">
                        <a:solidFill>
                          <a:srgbClr val="252D30"/>
                        </a:solidFill>
                        <a:latin typeface="Arial" panose="020B0604020202020204" pitchFamily="34" charset="0"/>
                        <a:ea typeface="Arial" panose="020B0604020202020204" pitchFamily="34" charset="0"/>
                        <a:cs typeface="+mn-cs"/>
                        <a:sym typeface="Arial" panose="020B0604020202020204" pitchFamily="34" charset="0"/>
                      </a:endParaRPr>
                    </a:p>
                  </a:txBody>
                  <a:tcPr/>
                </a:tc>
                <a:extLst>
                  <a:ext uri="{0D108BD9-81ED-4DB2-BD59-A6C34878D82A}">
                    <a16:rowId xmlns:a16="http://schemas.microsoft.com/office/drawing/2014/main" val="10004"/>
                  </a:ext>
                </a:extLst>
              </a:tr>
              <a:tr h="407033">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Interlock</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Commissioning</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rPr>
                        <a:t>10/16/2026</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5"/>
                  </a:ext>
                </a:extLst>
              </a:tr>
              <a:tr h="378401">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Differential pressure</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Commissioning</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rPr>
                        <a:t>10/18/2026</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6"/>
                  </a:ext>
                </a:extLst>
              </a:tr>
              <a:tr h="389867">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zh-CN" altLang="en-US" sz="1500" b="1" i="0" u="none" kern="1200" baseline="0" dirty="0" smtClean="0">
                          <a:solidFill>
                            <a:srgbClr val="252D30"/>
                          </a:solidFill>
                          <a:latin typeface="Arial" panose="020B0604020202020204" pitchFamily="34" charset="0"/>
                          <a:ea typeface="Arial" panose="020B0604020202020204" pitchFamily="34" charset="0"/>
                          <a:cs typeface="Arial"/>
                        </a:rPr>
                        <a:t>Qualification</a:t>
                      </a:r>
                      <a:endParaRPr lang="zh-CN" altLang="en-US" sz="2000" b="1"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rPr>
                        <a:t>IQ in progress</a:t>
                      </a:r>
                      <a:r>
                        <a:rPr lang="zh-CN" altLang="en-US" sz="2000" b="0" i="0" u="none" kern="1200" baseline="0" dirty="0" smtClean="0">
                          <a:solidFill>
                            <a:srgbClr val="252D30"/>
                          </a:solidFill>
                          <a:latin typeface="Arial" panose="020B0604020202020204" pitchFamily="34" charset="0"/>
                          <a:ea typeface="Arial" panose="020B0604020202020204" pitchFamily="34" charset="0"/>
                          <a:cs typeface="+mn-cs"/>
                        </a:rPr>
                        <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tc>
                  <a:txBody>
                    <a:bodyPr wrap="square"/>
                    <a:lstStyle/>
                    <a:p>
                      <a:pPr marL="0" marR="0" lvl="0" indent="0" algn="ctr" defTabSz="1828800" rtl="0" eaLnBrk="1" fontAlgn="auto" latinLnBrk="0" hangingPunct="1">
                        <a:lnSpc>
                          <a:spcPct val="100000"/>
                        </a:lnSpc>
                        <a:spcBef>
                          <a:spcPts val="0"/>
                        </a:spcBef>
                        <a:spcAft>
                          <a:spcPts val="0"/>
                        </a:spcAft>
                        <a:buClrTx/>
                        <a:buSzTx/>
                        <a:buFontTx/>
                        <a:buNone/>
                        <a:defRPr/>
                      </a:pPr>
                      <a:r>
                        <a:rPr lang="en-US" altLang="zh-CN" sz="1500" b="1" i="0" u="none" kern="1200" baseline="0" dirty="0" smtClean="0">
                          <a:solidFill>
                            <a:srgbClr val="252D30"/>
                          </a:solidFill>
                          <a:latin typeface="Arial" panose="020B0604020202020204" pitchFamily="34" charset="0"/>
                          <a:ea typeface="Arial" panose="020B0604020202020204" pitchFamily="34" charset="0"/>
                          <a:cs typeface="Arial"/>
                        </a:rPr>
                        <a:t>10/20/2026</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7"/>
                  </a:ext>
                </a:extLst>
              </a:tr>
            </a:tbl>
          </a:graphicData>
        </a:graphic>
      </p:graphicFrame>
      <p:graphicFrame>
        <p:nvGraphicFramePr>
          <p:cNvPr id="9" name="表格 8"/>
          <p:cNvGraphicFramePr>
            <a:graphicFrameLocks noGrp="1"/>
          </p:cNvGraphicFramePr>
          <p:nvPr/>
        </p:nvGraphicFramePr>
        <p:xfrm>
          <a:off x="274064" y="8292190"/>
          <a:ext cx="9811230" cy="3920000"/>
        </p:xfrm>
        <a:graphic>
          <a:graphicData uri="http://schemas.openxmlformats.org/drawingml/2006/table">
            <a:tbl>
              <a:tblPr firstRow="1" bandRow="1">
                <a:tableStyleId>{5C22544A-7EE6-4342-B048-85BDC9FD1C3A}</a:tableStyleId>
              </a:tblPr>
              <a:tblGrid>
                <a:gridCol w="2392389">
                  <a:extLst>
                    <a:ext uri="{9D8B030D-6E8A-4147-A177-3AD203B41FA5}">
                      <a16:colId xmlns:a16="http://schemas.microsoft.com/office/drawing/2014/main" val="20000"/>
                    </a:ext>
                  </a:extLst>
                </a:gridCol>
                <a:gridCol w="7418841">
                  <a:extLst>
                    <a:ext uri="{9D8B030D-6E8A-4147-A177-3AD203B41FA5}">
                      <a16:colId xmlns:a16="http://schemas.microsoft.com/office/drawing/2014/main" val="20001"/>
                    </a:ext>
                  </a:extLst>
                </a:gridCol>
              </a:tblGrid>
              <a:tr h="520000">
                <a:tc>
                  <a:txBody>
                    <a:bodyPr wrap="square"/>
                    <a:lstStyle/>
                    <a:p>
                      <a:pPr algn="ctr"/>
                      <a:r>
                        <a:rPr lang="zh-CN" altLang="en-US" sz="1600" dirty="0" smtClean="0" b="1">
                          <a:latin typeface="Arial"/>
                        </a:rPr>
                        <a:t>Step</a:t>
                      </a:r>
                      <a:endParaRPr lang="zh-CN" altLang="en-US" sz="2000" dirty="0"/>
                    </a:p>
                  </a:txBody>
                  <a:tcPr/>
                </a:tc>
                <a:tc>
                  <a:txBody>
                    <a:bodyPr wrap="square"/>
                    <a:lstStyle/>
                    <a:p>
                      <a:pPr algn="ctr"/>
                      <a:r>
                        <a:rPr lang="zh-CN" altLang="en-US" sz="1600" dirty="0" smtClean="0" b="1">
                          <a:latin typeface="Arial"/>
                        </a:rPr>
                        <a:t>Control</a:t>
                      </a:r>
                      <a:endParaRPr lang="zh-CN" altLang="en-US" sz="2000" dirty="0"/>
                    </a:p>
                  </a:txBody>
                  <a:tcPr/>
                </a:tc>
                <a:extLst>
                  <a:ext uri="{0D108BD9-81ED-4DB2-BD59-A6C34878D82A}">
                    <a16:rowId xmlns:a16="http://schemas.microsoft.com/office/drawing/2014/main" val="10000"/>
                  </a:ext>
                </a:extLst>
              </a:tr>
              <a:tr h="620000">
                <a:tc>
                  <a:txBody>
                    <a:bodyPr wrap="square"/>
                    <a:lstStyle/>
                    <a:p>
                      <a:pPr algn="ctr">
                        <a:lnSpc>
                          <a:spcPct val="150000"/>
                        </a:lnSpc>
                      </a:pPr>
                      <a:r>
                        <a:rPr lang="zh-CN" altLang="en-US" sz="1400" b="1" dirty="0" smtClean="0">
                          <a:latin typeface="Arial"/>
                        </a:rPr>
                        <a:t>Staffing</a:t>
                      </a:r>
                      <a:endParaRPr lang="zh-CN" altLang="en-US" sz="2000" b="1" dirty="0"/>
                    </a:p>
                  </a:txBody>
                  <a:tcPr/>
                </a:tc>
                <a:tc>
                  <a:txBody>
                    <a:bodyPr wrap="square"/>
                    <a:lstStyle/>
                    <a:p>
                      <a:pPr algn="ctr"/>
                      <a:r>
                        <a:rPr lang="zh-CN" altLang="en-US" sz="1400" b="0" i="0" u="none" kern="1200" baseline="0" dirty="0" smtClean="0">
                          <a:solidFill>
                            <a:srgbClr val="252D30"/>
                          </a:solidFill>
                          <a:latin typeface="Arial" panose="020B0604020202020204" pitchFamily="34" charset="0"/>
                          <a:ea typeface="Arial" panose="020B0604020202020204" pitchFamily="34" charset="0"/>
                          <a:cs typeface="Arial"/>
                        </a:rPr>
                        <a:t>Two dedicated operators: one external, one internal, for receipt and transfer.</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1"/>
                  </a:ext>
                </a:extLst>
              </a:tr>
              <a:tr h="980000">
                <a:tc>
                  <a:txBody>
                    <a:bodyPr wrap="square"/>
                    <a:lstStyle/>
                    <a:p>
                      <a:pPr algn="ctr">
                        <a:lnSpc>
                          <a:spcPct val="150000"/>
                        </a:lnSpc>
                      </a:pPr>
                      <a:r>
                        <a:rPr lang="zh-CN" altLang="en-US" sz="1400" b="1" dirty="0" smtClean="0">
                          <a:latin typeface="Arial"/>
                        </a:rPr>
                        <a:t>Platform check</a:t>
                      </a:r>
                      <a:endParaRPr lang="zh-CN" altLang="en-US" sz="2000" b="1" dirty="0"/>
                    </a:p>
                  </a:txBody>
                  <a:tcPr/>
                </a:tc>
                <a:tc>
                  <a:txBody>
                    <a:bodyPr wrap="square"/>
                    <a:lstStyle/>
                    <a:p>
                      <a:pPr algn="ctr"/>
                      <a:r>
                        <a:rPr lang="zh-CN" altLang="en-US" sz="1400" b="0" i="0" u="none" kern="1200" baseline="0" dirty="0" smtClean="0">
                          <a:solidFill>
                            <a:srgbClr val="252D30"/>
                          </a:solidFill>
                          <a:latin typeface="Arial" panose="020B0604020202020204" pitchFamily="34" charset="0"/>
                          <a:ea typeface="Arial" panose="020B0604020202020204" pitchFamily="34" charset="0"/>
                          <a:cs typeface="Arial"/>
                        </a:rPr>
                        <a:t>The external operator checks the delivery record against the outer label (identity, quantity, and pack), then calls the internal operator and moves the material into the airlock.</a:t>
                      </a:r>
                      <a:r>
                        <a:rPr lang="en-US" altLang="zh-CN" sz="2000" b="0" i="0" u="none" kern="1200" baseline="0" dirty="0" smtClean="0">
                          <a:solidFill>
                            <a:srgbClr val="252D30"/>
                          </a:solidFill>
                          <a:latin typeface="Arial" panose="020B0604020202020204" pitchFamily="34" charset="0"/>
                          <a:ea typeface="Arial" panose="020B0604020202020204" pitchFamily="34" charset="0"/>
                          <a:cs typeface="+mn-cs"/>
                        </a:rPr>
                        <a:t/>
                      </a:r>
                      <a:r>
                        <a:rPr lang="zh-CN" altLang="en-US" sz="2000" b="0" i="0" u="none" kern="1200" baseline="0" dirty="0" smtClean="0">
                          <a:solidFill>
                            <a:srgbClr val="252D30"/>
                          </a:solidFill>
                          <a:latin typeface="Arial" panose="020B0604020202020204" pitchFamily="34" charset="0"/>
                          <a:ea typeface="Arial" panose="020B0604020202020204" pitchFamily="34" charset="0"/>
                          <a:cs typeface="+mn-cs"/>
                        </a:rPr>
                        <a:t/>
                      </a:r>
                      <a:r>
                        <a:rPr lang="en-US" altLang="zh-CN" sz="2000" b="0" i="0" u="none" kern="1200" baseline="0" dirty="0" smtClean="0">
                          <a:solidFill>
                            <a:srgbClr val="252D30"/>
                          </a:solidFill>
                          <a:latin typeface="Arial" panose="020B0604020202020204" pitchFamily="34" charset="0"/>
                          <a:ea typeface="Arial" panose="020B0604020202020204" pitchFamily="34" charset="0"/>
                          <a:cs typeface="+mn-cs"/>
                        </a:rPr>
                        <a:t/>
                      </a:r>
                      <a:r>
                        <a:rPr lang="zh-CN" altLang="en-US" sz="2000" b="0" i="0" u="none" kern="1200" baseline="0" dirty="0" smtClean="0">
                          <a:solidFill>
                            <a:srgbClr val="252D30"/>
                          </a:solidFill>
                          <a:latin typeface="Arial" panose="020B0604020202020204" pitchFamily="34" charset="0"/>
                          <a:ea typeface="Arial" panose="020B0604020202020204" pitchFamily="34" charset="0"/>
                          <a:cs typeface="+mn-cs"/>
                        </a:rPr>
                        <a:t/>
                      </a:r>
                      <a:endParaRPr lang="en-US" altLang="zh-CN" sz="2000" b="0" i="0" u="none" kern="1200" baseline="0" dirty="0" smtClean="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2"/>
                  </a:ext>
                </a:extLst>
              </a:tr>
              <a:tr h="820000">
                <a:tc>
                  <a:txBody>
                    <a:bodyPr wrap="square"/>
                    <a:lstStyle/>
                    <a:p>
                      <a:pPr algn="ctr">
                        <a:lnSpc>
                          <a:spcPct val="150000"/>
                        </a:lnSpc>
                      </a:pPr>
                      <a:r>
                        <a:rPr lang="zh-CN" altLang="en-US" sz="1400" b="1" dirty="0" smtClean="0">
                          <a:latin typeface="Arial"/>
                        </a:rPr>
                        <a:t>Airlock check</a:t>
                      </a:r>
                      <a:endParaRPr lang="zh-CN" altLang="en-US" sz="2000" b="1" dirty="0"/>
                    </a:p>
                  </a:txBody>
                  <a:tcPr/>
                </a:tc>
                <a:tc>
                  <a:txBody>
                    <a:bodyPr wrap="square"/>
                    <a:lstStyle/>
                    <a:p>
                      <a:pPr algn="ctr"/>
                      <a:r>
                        <a:rPr lang="zh-CN" altLang="en-US" sz="1400" b="0" i="0" u="none" kern="1200" baseline="0" dirty="0" smtClean="0">
                          <a:solidFill>
                            <a:srgbClr val="252D30"/>
                          </a:solidFill>
                          <a:latin typeface="Arial" panose="020B0604020202020204" pitchFamily="34" charset="0"/>
                          <a:ea typeface="Arial" panose="020B0604020202020204" pitchFamily="34" charset="0"/>
                          <a:cs typeface="Arial"/>
                        </a:rPr>
                        <a:t>Only one material for one project at a time. The internal operator completes the second barcode check in the airlock.</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3"/>
                  </a:ext>
                </a:extLst>
              </a:tr>
              <a:tr h="980000">
                <a:tc>
                  <a:txBody>
                    <a:bodyPr wrap="square"/>
                    <a:lstStyle/>
                    <a:p>
                      <a:pPr algn="ctr">
                        <a:lnSpc>
                          <a:spcPct val="150000"/>
                        </a:lnSpc>
                      </a:pPr>
                      <a:r>
                        <a:rPr lang="zh-CN" altLang="en-US" sz="1400" b="1" dirty="0" smtClean="0">
                          <a:latin typeface="Arial"/>
                        </a:rPr>
                        <a:t>Clean and transfer</a:t>
                      </a:r>
                      <a:endParaRPr lang="zh-CN" altLang="en-US" sz="2000" b="1" dirty="0"/>
                    </a:p>
                  </a:txBody>
                  <a:tcPr/>
                </a:tc>
                <a:tc>
                  <a:txBody>
                    <a:bodyPr wrap="square"/>
                    <a:lstStyle/>
                    <a:p>
                      <a:pPr algn="ctr"/>
                      <a:r>
                        <a:rPr lang="zh-CN" altLang="en-US" sz="1400" b="0" i="0" u="none" kern="1200" baseline="0" dirty="0" smtClean="0">
                          <a:solidFill>
                            <a:srgbClr val="252D30"/>
                          </a:solidFill>
                          <a:latin typeface="Arial" panose="020B0604020202020204" pitchFamily="34" charset="0"/>
                          <a:ea typeface="Arial" panose="020B0604020202020204" pitchFamily="34" charset="0"/>
                          <a:cs typeface="Arial"/>
                        </a:rPr>
                        <a:t>After the check, clean the material in the airlock and move it at once into the logistics corridor, then by the logistics elevator to the suite. Do not leave material staged.</a:t>
                      </a:r>
                      <a:endParaRPr lang="zh-CN" altLang="en-US" sz="2000" b="0" i="0" u="none" kern="1200" baseline="0" dirty="0">
                        <a:solidFill>
                          <a:srgbClr val="252D30"/>
                        </a:solidFill>
                        <a:latin typeface="Arial" panose="020B0604020202020204" pitchFamily="34" charset="0"/>
                        <a:ea typeface="Arial" panose="020B0604020202020204" pitchFamily="34" charset="0"/>
                        <a:cs typeface="+mn-cs"/>
                      </a:endParaRPr>
                    </a:p>
                  </a:txBody>
                  <a:tcPr/>
                </a:tc>
                <a:extLst>
                  <a:ext uri="{0D108BD9-81ED-4DB2-BD59-A6C34878D82A}">
                    <a16:rowId xmlns:a16="http://schemas.microsoft.com/office/drawing/2014/main" val="10004"/>
                  </a:ext>
                </a:extLst>
              </a:tr>
            </a:tbl>
          </a:graphicData>
        </a:graphic>
      </p:graphicFrame>
      <p:pic>
        <p:nvPicPr>
          <p:cNvPr id="6" name="图片 5"/>
          <p:cNvPicPr>
            <a:picLocks noChangeAspect="1"/>
          </p:cNvPicPr>
          <p:nvPr/>
        </p:nvPicPr>
        <p:blipFill>
          <a:blip r:embed="rId2"/>
          <a:stretch>
            <a:fillRect/>
          </a:stretch>
        </p:blipFill>
        <p:spPr>
          <a:xfrm>
            <a:off x="11246396" y="1464376"/>
            <a:ext cx="5217004" cy="5380803"/>
          </a:xfrm>
          <a:prstGeom prst="rect">
            <a:avLst/>
          </a:prstGeom>
        </p:spPr>
      </p:pic>
      <p:sp>
        <p:nvSpPr>
          <p:cNvPr id="12" name="文本框 11"/>
          <p:cNvSpPr txBox="1"/>
          <p:nvPr/>
        </p:nvSpPr>
        <p:spPr>
          <a:xfrm>
            <a:off x="11246396" y="6995437"/>
            <a:ext cx="5217004" cy="400110"/>
          </a:xfrm>
          <a:prstGeom prst="rect">
            <a:avLst/>
          </a:prstGeom>
          <a:noFill/>
        </p:spPr>
        <p:txBody>
          <a:bodyPr wrap="square" rtlCol="0">
            <a:spAutoFit/>
          </a:bodyPr>
          <a:lstStyle/>
          <a:p>
            <a:pPr algn="ctr"/>
            <a:r>
              <a:rPr lang="zh-CN" altLang="en-US" dirty="0" smtClean="0" sz="1400" b="1">
                <a:latin typeface="Arial"/>
              </a:rPr>
              <a:t>Logistics platform before the change</a:t>
            </a:r>
            <a:endParaRPr lang="zh-CN" altLang="en-US" dirty="0"/>
          </a:p>
        </p:txBody>
      </p:sp>
      <p:pic>
        <p:nvPicPr>
          <p:cNvPr id="13" name="图片 12"/>
          <p:cNvPicPr>
            <a:picLocks noChangeAspect="1"/>
          </p:cNvPicPr>
          <p:nvPr/>
        </p:nvPicPr>
        <p:blipFill>
          <a:blip r:embed="rId3"/>
          <a:stretch>
            <a:fillRect/>
          </a:stretch>
        </p:blipFill>
        <p:spPr>
          <a:xfrm>
            <a:off x="17794569" y="1464375"/>
            <a:ext cx="5334744" cy="5380803"/>
          </a:xfrm>
          <a:prstGeom prst="rect">
            <a:avLst/>
          </a:prstGeom>
        </p:spPr>
      </p:pic>
      <p:sp>
        <p:nvSpPr>
          <p:cNvPr id="15" name="文本框 14"/>
          <p:cNvSpPr txBox="1"/>
          <p:nvPr/>
        </p:nvSpPr>
        <p:spPr>
          <a:xfrm>
            <a:off x="17794569" y="6995690"/>
            <a:ext cx="5334744" cy="400110"/>
          </a:xfrm>
          <a:prstGeom prst="rect">
            <a:avLst/>
          </a:prstGeom>
          <a:noFill/>
        </p:spPr>
        <p:txBody>
          <a:bodyPr wrap="square" rtlCol="0">
            <a:spAutoFit/>
          </a:bodyPr>
          <a:lstStyle/>
          <a:p>
            <a:pPr algn="ctr"/>
            <a:r>
              <a:rPr lang="zh-CN" altLang="en-US" dirty="0" smtClean="0" sz="1400" b="1">
                <a:latin typeface="Arial"/>
              </a:rPr>
              <a:t>After the change (vestibule upgraded to a CNC area)</a:t>
            </a:r>
            <a:r>
              <a:rPr lang="en-US" altLang="zh-CN" dirty="0" smtClean="0"/>
              <a:t/>
            </a:r>
            <a:r>
              <a:rPr lang="zh-CN" altLang="en-US" dirty="0" smtClean="0"/>
              <a:t/>
            </a:r>
            <a:endParaRPr lang="zh-CN" altLang="en-US" dirty="0"/>
          </a:p>
        </p:txBody>
      </p:sp>
      <p:pic>
        <p:nvPicPr>
          <p:cNvPr id="4" name="图片 3"/>
          <p:cNvPicPr>
            <a:picLocks noChangeAspect="1"/>
          </p:cNvPicPr>
          <p:nvPr/>
        </p:nvPicPr>
        <p:blipFill>
          <a:blip r:embed="rId4"/>
          <a:stretch>
            <a:fillRect/>
          </a:stretch>
        </p:blipFill>
        <p:spPr>
          <a:xfrm>
            <a:off x="10897508" y="7571222"/>
            <a:ext cx="4061989" cy="3513072"/>
          </a:xfrm>
          <a:prstGeom prst="rect">
            <a:avLst/>
          </a:prstGeom>
        </p:spPr>
      </p:pic>
      <p:pic>
        <p:nvPicPr>
          <p:cNvPr id="10" name="图片 9"/>
          <p:cNvPicPr>
            <a:picLocks noChangeAspect="1"/>
          </p:cNvPicPr>
          <p:nvPr/>
        </p:nvPicPr>
        <p:blipFill>
          <a:blip r:embed="rId5"/>
          <a:stretch>
            <a:fillRect/>
          </a:stretch>
        </p:blipFill>
        <p:spPr>
          <a:xfrm>
            <a:off x="15151076" y="7586786"/>
            <a:ext cx="4163006" cy="3639058"/>
          </a:xfrm>
          <a:prstGeom prst="rect">
            <a:avLst/>
          </a:prstGeom>
        </p:spPr>
      </p:pic>
      <p:pic>
        <p:nvPicPr>
          <p:cNvPr id="11" name="图片 10"/>
          <p:cNvPicPr>
            <a:picLocks noChangeAspect="1"/>
          </p:cNvPicPr>
          <p:nvPr/>
        </p:nvPicPr>
        <p:blipFill>
          <a:blip r:embed="rId6"/>
          <a:stretch>
            <a:fillRect/>
          </a:stretch>
        </p:blipFill>
        <p:spPr>
          <a:xfrm>
            <a:off x="19742732" y="7624989"/>
            <a:ext cx="4201111" cy="3677163"/>
          </a:xfrm>
          <a:prstGeom prst="rect">
            <a:avLst/>
          </a:prstGeom>
        </p:spPr>
      </p:pic>
      <p:sp>
        <p:nvSpPr>
          <p:cNvPr id="17" name="文本框 16"/>
          <p:cNvSpPr txBox="1"/>
          <p:nvPr/>
        </p:nvSpPr>
        <p:spPr>
          <a:xfrm>
            <a:off x="15151076" y="11302152"/>
            <a:ext cx="4163006" cy="400110"/>
          </a:xfrm>
          <a:prstGeom prst="rect">
            <a:avLst/>
          </a:prstGeom>
          <a:noFill/>
        </p:spPr>
        <p:txBody>
          <a:bodyPr wrap="square" rtlCol="0">
            <a:spAutoFit/>
          </a:bodyPr>
          <a:lstStyle/>
          <a:p>
            <a:pPr algn="ctr"/>
            <a:r>
              <a:rPr lang="zh-CN" altLang="en-US" dirty="0" smtClean="0" sz="1400" b="1">
                <a:latin typeface="Arial"/>
              </a:rPr>
              <a:t>Level 3 logistics corridor</a:t>
            </a:r>
            <a:endParaRPr lang="zh-CN" altLang="en-US" dirty="0"/>
          </a:p>
        </p:txBody>
      </p:sp>
      <p:sp>
        <p:nvSpPr>
          <p:cNvPr id="18" name="文本框 17"/>
          <p:cNvSpPr txBox="1"/>
          <p:nvPr/>
        </p:nvSpPr>
        <p:spPr>
          <a:xfrm>
            <a:off x="10897508" y="11302152"/>
            <a:ext cx="4061989" cy="400110"/>
          </a:xfrm>
          <a:prstGeom prst="rect">
            <a:avLst/>
          </a:prstGeom>
          <a:noFill/>
        </p:spPr>
        <p:txBody>
          <a:bodyPr wrap="square" rtlCol="0">
            <a:spAutoFit/>
          </a:bodyPr>
          <a:lstStyle/>
          <a:p>
            <a:pPr algn="ctr"/>
            <a:r>
              <a:rPr lang="zh-CN" altLang="en-US" dirty="0" smtClean="0" sz="1400" b="1">
                <a:latin typeface="Arial"/>
              </a:rPr>
              <a:t>Level 2 logistics corridor</a:t>
            </a:r>
            <a:endParaRPr lang="zh-CN" altLang="en-US" dirty="0"/>
          </a:p>
        </p:txBody>
      </p:sp>
      <p:sp>
        <p:nvSpPr>
          <p:cNvPr id="19" name="文本框 18"/>
          <p:cNvSpPr txBox="1"/>
          <p:nvPr/>
        </p:nvSpPr>
        <p:spPr>
          <a:xfrm>
            <a:off x="19742732" y="11302152"/>
            <a:ext cx="4201111" cy="400110"/>
          </a:xfrm>
          <a:prstGeom prst="rect">
            <a:avLst/>
          </a:prstGeom>
          <a:noFill/>
        </p:spPr>
        <p:txBody>
          <a:bodyPr wrap="square" rtlCol="0">
            <a:spAutoFit/>
          </a:bodyPr>
          <a:lstStyle/>
          <a:p>
            <a:pPr algn="ctr"/>
            <a:r>
              <a:rPr lang="zh-CN" altLang="en-US" dirty="0" smtClean="0" sz="1400" b="1">
                <a:latin typeface="Arial"/>
              </a:rPr>
              <a:t>Level 4 logistics corridor</a:t>
            </a:r>
            <a:endParaRPr lang="zh-CN" altLang="en-US" dirty="0"/>
          </a:p>
        </p:txBody>
      </p:sp>
      <p:sp>
        <p:nvSpPr>
          <p:cNvPr id="20" name="文本框 19"/>
          <p:cNvSpPr txBox="1"/>
          <p:nvPr/>
        </p:nvSpPr>
        <p:spPr>
          <a:xfrm>
            <a:off x="11935747" y="11920120"/>
            <a:ext cx="10453605" cy="461665"/>
          </a:xfrm>
          <a:prstGeom prst="rect">
            <a:avLst/>
          </a:prstGeom>
          <a:noFill/>
        </p:spPr>
        <p:txBody>
          <a:bodyPr wrap="square" rtlCol="0">
            <a:spAutoFit/>
          </a:bodyPr>
          <a:lstStyle/>
          <a:p>
            <a:r>
              <a:rPr lang="zh-CN" altLang="en-US" sz="1600" b="1" dirty="0">
                <a:latin typeface="Arial"/>
              </a:rPr>
              <a:t>Logistics corridors in the building are classified as general areas and are controlled to the CNC standard.</a:t>
            </a:r>
            <a:r>
              <a:rPr lang="en-US" altLang="zh-CN" sz="2400" b="1" dirty="0"/>
              <a:t/>
            </a:r>
            <a:r>
              <a:rPr lang="zh-CN" altLang="en-US" sz="2400" b="1" dirty="0"/>
              <a:t/>
            </a:r>
            <a:r>
              <a:rPr lang="zh-CN" altLang="en-US" dirty="0"/>
              <a:t/>
            </a:r>
          </a:p>
        </p:txBody>
      </p:sp>
    </p:spTree>
  </p:cSld>
  <p:clrMapOvr>
    <a:masterClrMapping/>
  </p:clrMapOvr>
  <p:transition spd="med"/>
</p:sld>
</file>

<file path=ppt/theme/theme1.xml><?xml version="1.0" encoding="utf-8"?>
<a:theme xmlns:a="http://schemas.openxmlformats.org/drawingml/2006/main" name="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8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9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webwppDef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White">
  <a:themeElements>
    <a:clrScheme name="White">
      <a:dk1>
        <a:srgbClr val="000000"/>
      </a:dk1>
      <a:lt1>
        <a:srgbClr val="FFFFFF"/>
      </a:lt1>
      <a:dk2>
        <a:srgbClr val="A7A7A7"/>
      </a:dk2>
      <a:lt2>
        <a:srgbClr val="535353"/>
      </a:lt2>
      <a:accent1>
        <a:srgbClr val="0077BF"/>
      </a:accent1>
      <a:accent2>
        <a:srgbClr val="D0CDD0"/>
      </a:accent2>
      <a:accent3>
        <a:srgbClr val="BDBEBD"/>
      </a:accent3>
      <a:accent4>
        <a:srgbClr val="ACAAAD"/>
      </a:accent4>
      <a:accent5>
        <a:srgbClr val="9B999C"/>
      </a:accent5>
      <a:accent6>
        <a:srgbClr val="545554"/>
      </a:accent6>
      <a:hlink>
        <a:srgbClr val="0000FF"/>
      </a:hlink>
      <a:folHlink>
        <a:srgbClr val="FF00FF"/>
      </a:folHlink>
    </a:clrScheme>
    <a:fontScheme name="White">
      <a:majorFont>
        <a:latin typeface="Helvetica"/>
        <a:ea typeface="Helvetica"/>
        <a:cs typeface="Helvetica"/>
      </a:majorFont>
      <a:minorFont>
        <a:latin typeface="Helvetica Neue"/>
        <a:ea typeface="Helvetica Neue"/>
        <a:cs typeface="Helvetica Neu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5">
            <a:alpha val="60000"/>
          </a:schemeClr>
        </a:solidFill>
        <a:ln w="12700" cap="flat">
          <a:noFill/>
          <a:miter lim="400000"/>
        </a:ln>
      </a:spPr>
      <a:bodyPr rot="0" spcFirstLastPara="1" vertOverflow="overflow" horzOverflow="overflow" vert="horz" wrap="square" lIns="38100" tIns="38100" rIns="38100" bIns="381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defRPr kumimoji="0" sz="3200" b="0" i="0" u="none" strike="noStrike" cap="none" spc="0" normalizeH="0" baseline="0">
            <a:ln>
              <a:noFill/>
            </a:ln>
            <a:solidFill>
              <a:srgbClr val="FFFFFF"/>
            </a:solidFill>
            <a:effectLst/>
            <a:uFillTx/>
            <a:latin typeface="Helvetica Light"/>
            <a:ea typeface="Helvetica Light"/>
            <a:cs typeface="Helvetica Light"/>
            <a:sym typeface="Helvetica Light"/>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825500" rtl="0" fontAlgn="auto" latinLnBrk="0" hangingPunct="0">
          <a:lnSpc>
            <a:spcPct val="100000"/>
          </a:lnSpc>
          <a:spcBef>
            <a:spcPts val="0"/>
          </a:spcBef>
          <a:spcAft>
            <a:spcPts val="0"/>
          </a:spcAft>
          <a:buClrTx/>
          <a:buSzTx/>
          <a:buFontTx/>
          <a:buNone/>
          <a:defRPr kumimoji="0" sz="2000" b="0" i="0" u="none" strike="noStrike" cap="none" spc="0" normalizeH="0" baseline="0">
            <a:ln>
              <a:noFill/>
            </a:ln>
            <a:solidFill>
              <a:srgbClr val="252D30"/>
            </a:solidFill>
            <a:effectLst/>
            <a:uFillTx/>
            <a:latin typeface="Arial" panose="020B0604020202020204"/>
            <a:ea typeface="Arial" panose="020B0604020202020204"/>
            <a:cs typeface="Arial" panose="020B0604020202020204"/>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239</Words>
  <Application>Microsoft Office PowerPoint</Application>
  <PresentationFormat>自定义</PresentationFormat>
  <Paragraphs>45</Paragraphs>
  <Slides>1</Slides>
  <Notes>0</Notes>
  <HiddenSlides>0</HiddenSlides>
  <MMClips>0</MMClips>
  <ScaleCrop>false</ScaleCrop>
  <HeadingPairs>
    <vt:vector size="6" baseType="variant">
      <vt:variant>
        <vt:lpstr>已用的字体</vt:lpstr>
      </vt:variant>
      <vt:variant>
        <vt:i4>5</vt:i4>
      </vt:variant>
      <vt:variant>
        <vt:lpstr>主题</vt:lpstr>
      </vt:variant>
      <vt:variant>
        <vt:i4>14</vt:i4>
      </vt:variant>
      <vt:variant>
        <vt:lpstr>幻灯片标题</vt:lpstr>
      </vt:variant>
      <vt:variant>
        <vt:i4>1</vt:i4>
      </vt:variant>
    </vt:vector>
  </HeadingPairs>
  <TitlesOfParts>
    <vt:vector size="20" baseType="lpstr">
      <vt:lpstr>Helvetica Light</vt:lpstr>
      <vt:lpstr>Helvetica Neue</vt:lpstr>
      <vt:lpstr>Open Sans</vt:lpstr>
      <vt:lpstr>微软雅黑</vt:lpstr>
      <vt:lpstr>Arial</vt:lpstr>
      <vt:lpstr>webwppDefTheme</vt:lpstr>
      <vt:lpstr>1_webwppDefTheme</vt:lpstr>
      <vt:lpstr>2_webwppDefTheme</vt:lpstr>
      <vt:lpstr>3_webwppDefTheme</vt:lpstr>
      <vt:lpstr>4_webwppDefTheme</vt:lpstr>
      <vt:lpstr>5_webwppDefTheme</vt:lpstr>
      <vt:lpstr>6_webwppDefTheme</vt:lpstr>
      <vt:lpstr>10_webwppDefTheme</vt:lpstr>
      <vt:lpstr>11_webwppDefTheme</vt:lpstr>
      <vt:lpstr>7_webwppDefTheme</vt:lpstr>
      <vt:lpstr>8_webwppDefTheme</vt:lpstr>
      <vt:lpstr>9_webwppDefTheme</vt:lpstr>
      <vt:lpstr>12_webwppDefTheme</vt:lpstr>
      <vt:lpstr>13_webwppDefTheme</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dc:title>
  <dc:creator>Zechen Wei14669</dc:creator>
  <cp:lastModifiedBy>Yanlong Li</cp:lastModifiedBy>
  <cp:revision>1</cp:revision>
  <dcterms:created xsi:type="dcterms:W3CDTF">2026-10-15T07:41:35Z</dcterms:created>
  <dcterms:modified xsi:type="dcterms:W3CDTF">2026-10-15T10:48:08Z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
  </property>
</Properties>
</file>