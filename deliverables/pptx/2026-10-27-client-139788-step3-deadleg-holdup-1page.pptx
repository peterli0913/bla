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139788 Step 3 — Dead-leg and hold-up retrofit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595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Demo: Option 1    Pre-PPQ and PPQ: Option 2    Commercial: Option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7548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All four steps handle process material.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804672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606040"/>
                <a:gridCol w="2880360"/>
                <a:gridCol w="2880360"/>
                <a:gridCol w="105156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it covers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risk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Mitigation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mitigation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Due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Dead legs outside the 2D/3D criterion, diaphragm valves that are not self-draining, and non-BPE piping stay in place.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Hold-up can degrade material, support microbial growth, or cause cross-contamination. Flush, drain, purge, and disassembly after each use are not defined.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each system transfer, flush or clean with process solvent, supported by bioburden data. Define those steps in the procedures.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Nov 5, 2026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Rebuild piping and vessels with hygienic T-valves and 3D short-outlet tees. Control dead legs, slope, and drainability. Reserve CIP tie-in valves.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change control, with a concern for product quality. Pre-use and post-use steps may still be insufficient.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 the modified piping. Define the operating and cleaning sequence and update the records.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Feb 6, 2027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Add clean-in-place on the Option 2 piping, including slope, drainage, dead-leg removal, and pre-use flush, cleaning, disinfection, and purge.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design may be incomplete, and the CIP sequence and controls may be incomplete.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 the system as a whole. Update the SOP and bring the requirements into routine use.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months after 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5010912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011680"/>
                <a:gridCol w="2011680"/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step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Pre-PPQ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PPQ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buffer preparation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chromatography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TFF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Precipitation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6583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139788 Step 3 Dead-leg and Hold-up Retrofit — one page</dc:title>
  <dc:subject/>
  <dc:creator>Asymchem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