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4.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5.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6.xml" ContentType="application/vnd.openxmlformats-officedocument.theme+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7.xml" ContentType="application/vnd.openxmlformats-officedocument.theme+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8.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theme/theme9.xml" ContentType="application/vnd.openxmlformats-officedocument.theme+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theme/theme10.xml" ContentType="application/vnd.openxmlformats-officedocument.theme+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theme/theme11.xml" ContentType="application/vnd.openxmlformats-officedocument.theme+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theme/theme12.xml" ContentType="application/vnd.openxmlformats-officedocument.theme+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theme/theme13.xml" ContentType="application/vnd.openxmlformats-officedocument.theme+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theme/theme14.xml" ContentType="application/vnd.openxmlformats-officedocument.theme+xml"/>
  <Override PartName="/ppt/theme/theme1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2"/>
    <p:sldMasterId id="2147483670" r:id="rId3"/>
    <p:sldMasterId id="2147483682" r:id="rId4"/>
    <p:sldMasterId id="2147483694" r:id="rId5"/>
    <p:sldMasterId id="2147483706" r:id="rId6"/>
    <p:sldMasterId id="2147483718" r:id="rId7"/>
    <p:sldMasterId id="2147483730" r:id="rId8"/>
    <p:sldMasterId id="2147483741" r:id="rId9"/>
    <p:sldMasterId id="2147483752" r:id="rId10"/>
    <p:sldMasterId id="2147483764" r:id="rId11"/>
    <p:sldMasterId id="2147483776" r:id="rId12"/>
    <p:sldMasterId id="2147483788" r:id="rId13"/>
    <p:sldMasterId id="2147483814" r:id="rId14"/>
  </p:sldMasterIdLst>
  <p:notesMasterIdLst>
    <p:notesMasterId r:id="rId21"/>
  </p:notesMasterIdLst>
  <p:sldIdLst>
    <p:sldId id="885" r:id="rId15"/>
    <p:sldId id="884" r:id="rId16"/>
    <p:sldId id="876" r:id="rId17"/>
    <p:sldId id="881" r:id="rId18"/>
    <p:sldId id="882" r:id="rId19"/>
    <p:sldId id="879" r:id="rId20"/>
  </p:sldIdLst>
  <p:sldSz cx="24384000" cy="13716000"/>
  <p:notesSz cx="6858000" cy="9144000"/>
  <p:defaultTextStyle>
    <a:defPPr>
      <a:defRPr lang="en-US"/>
    </a:defPPr>
    <a:lvl1pPr marL="0" lvl="0" indent="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1pPr>
    <a:lvl2pPr marL="0" lvl="1" indent="22860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2pPr>
    <a:lvl3pPr marL="0" lvl="2" indent="45720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3pPr>
    <a:lvl4pPr marL="0" lvl="3" indent="68580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4pPr>
    <a:lvl5pPr marL="0" lvl="4" indent="91440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5pPr>
    <a:lvl6pPr marL="2286000" lvl="5" indent="91440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6pPr>
    <a:lvl7pPr marL="2743200" lvl="6" indent="91440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7pPr>
    <a:lvl8pPr marL="3200400" lvl="7" indent="91440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8pPr>
    <a:lvl9pPr marL="3657600" lvl="8" indent="91440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9pPr>
  </p:defaultTextStyle>
  <p:extLst>
    <p:ext uri="{EFAFB233-063F-42B5-8137-9DF3F51BA10A}">
      <p15:sldGuideLst xmlns:p15="http://schemas.microsoft.com/office/powerpoint/2012/main">
        <p15:guide id="1" pos="7680">
          <p15:clr>
            <a:srgbClr val="A4A3A4"/>
          </p15:clr>
        </p15:guide>
        <p15:guide id="2" orient="horz" pos="432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Yonggang Shi" initials="YS" lastIdx="1" clrIdx="0"/>
  <p:cmAuthor id="4" name="Qichen Liu" initials="QL" lastIdx="3" clrIdx="1"/>
  <p:cmAuthor id="5" name="Kai Liu9244" initials="KL" lastIdx="1" clrIdx="2"/>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5B9BD5"/>
    <a:srgbClr val="EAEFF7"/>
    <a:srgbClr val="D2DEEF"/>
    <a:srgbClr val="EAF0F7"/>
    <a:srgbClr val="3A6DB4"/>
    <a:srgbClr val="00356A"/>
    <a:srgbClr val="3F6E9A"/>
    <a:srgbClr val="CDDCEA"/>
    <a:srgbClr val="6897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855" autoAdjust="0"/>
    <p:restoredTop sz="94012" autoAdjust="0"/>
  </p:normalViewPr>
  <p:slideViewPr>
    <p:cSldViewPr snapToGrid="0" snapToObjects="1" showGuides="1">
      <p:cViewPr varScale="1">
        <p:scale>
          <a:sx n="34" d="100"/>
          <a:sy n="34" d="100"/>
        </p:scale>
        <p:origin x="572" y="84"/>
      </p:cViewPr>
      <p:guideLst>
        <p:guide pos="7680"/>
        <p:guide orient="horz" pos="4320"/>
      </p:guideLst>
    </p:cSldViewPr>
  </p:slideViewPr>
  <p:notesTextViewPr>
    <p:cViewPr>
      <p:scale>
        <a:sx n="1" d="1"/>
        <a:sy n="1" d="1"/>
      </p:scale>
      <p:origin x="0" y="0"/>
    </p:cViewPr>
  </p:notesTextViewPr>
  <p:sorterViewPr showFormatting="0">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 Target="slides/slide4.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3.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2.xml"/><Relationship Id="rId20" Type="http://schemas.openxmlformats.org/officeDocument/2006/relationships/slide" Target="slides/slide6.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1.xml"/><Relationship Id="rId23" Type="http://schemas.openxmlformats.org/officeDocument/2006/relationships/presProps" Target="presProps.xml"/><Relationship Id="rId10" Type="http://schemas.openxmlformats.org/officeDocument/2006/relationships/slideMaster" Target="slideMasters/slideMaster10.xml"/><Relationship Id="rId19" Type="http://schemas.openxmlformats.org/officeDocument/2006/relationships/slide" Target="slides/slide5.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commentAuthors" Target="commentAuthor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46" name="Shape 66"/>
          <p:cNvSpPr>
            <a:spLocks noGrp="1" noRot="1" noChangeAspect="1"/>
          </p:cNvSpPr>
          <p:nvPr>
            <p:ph type="sldImg"/>
          </p:nvPr>
        </p:nvSpPr>
        <p:spPr>
          <a:xfrm>
            <a:off x="1143000" y="685800"/>
            <a:ext cx="4572000" cy="3429000"/>
          </a:xfrm>
          <a:prstGeom prst="rect">
            <a:avLst/>
          </a:prstGeom>
          <a:noFill/>
          <a:ln w="9525">
            <a:noFill/>
          </a:ln>
        </p:spPr>
      </p:sp>
      <p:sp>
        <p:nvSpPr>
          <p:cNvPr id="6147" name="Shape 67"/>
          <p:cNvSpPr>
            <a:spLocks noGrp="1"/>
          </p:cNvSpPr>
          <p:nvPr>
            <p:ph type="body" sz="quarter"/>
          </p:nvPr>
        </p:nvSpPr>
        <p:spPr>
          <a:xfrm>
            <a:off x="914400" y="4343400"/>
            <a:ext cx="5029200" cy="4114800"/>
          </a:xfrm>
          <a:prstGeom prst="rect">
            <a:avLst/>
          </a:prstGeom>
          <a:noFill/>
          <a:ln w="9525">
            <a:noFill/>
          </a:ln>
        </p:spPr>
        <p:txBody>
          <a:bodyPr anchor="t"/>
          <a:lstStyle/>
          <a:p>
            <a:pPr lvl="0"/>
            <a:endParaRPr lang="zh-CN" altLang="zh-CN"/>
          </a:p>
        </p:txBody>
      </p:sp>
    </p:spTree>
  </p:cSld>
  <p:clrMap bg1="lt1" tx1="dk1" bg2="lt2" tx2="dk2" accent1="accent1" accent2="accent2" accent3="accent3" accent4="accent4" accent5="accent5" accent6="accent6" hlink="hlink" folHlink="folHlink"/>
  <p:hf sldNum="0" hdr="0" ftr="0" dt="0"/>
  <p:notesStyle>
    <a:lvl1pPr defTabSz="457200" latinLnBrk="0">
      <a:lnSpc>
        <a:spcPct val="117000"/>
      </a:lnSpc>
      <a:defRPr sz="2200">
        <a:latin typeface="+mn-lt"/>
        <a:ea typeface="+mn-ea"/>
        <a:cs typeface="+mn-cs"/>
        <a:sym typeface="Helvetica Neue" panose="02000503000000020004"/>
      </a:defRPr>
    </a:lvl1pPr>
    <a:lvl2pPr indent="228600" defTabSz="457200" latinLnBrk="0">
      <a:lnSpc>
        <a:spcPct val="117000"/>
      </a:lnSpc>
      <a:defRPr sz="2200">
        <a:latin typeface="+mn-lt"/>
        <a:ea typeface="+mn-ea"/>
        <a:cs typeface="+mn-cs"/>
        <a:sym typeface="Helvetica Neue" panose="02000503000000020004"/>
      </a:defRPr>
    </a:lvl2pPr>
    <a:lvl3pPr indent="457200" defTabSz="457200" latinLnBrk="0">
      <a:lnSpc>
        <a:spcPct val="117000"/>
      </a:lnSpc>
      <a:defRPr sz="2200">
        <a:latin typeface="+mn-lt"/>
        <a:ea typeface="+mn-ea"/>
        <a:cs typeface="+mn-cs"/>
        <a:sym typeface="Helvetica Neue" panose="02000503000000020004"/>
      </a:defRPr>
    </a:lvl3pPr>
    <a:lvl4pPr indent="685800" defTabSz="457200" latinLnBrk="0">
      <a:lnSpc>
        <a:spcPct val="117000"/>
      </a:lnSpc>
      <a:defRPr sz="2200">
        <a:latin typeface="+mn-lt"/>
        <a:ea typeface="+mn-ea"/>
        <a:cs typeface="+mn-cs"/>
        <a:sym typeface="Helvetica Neue" panose="02000503000000020004"/>
      </a:defRPr>
    </a:lvl4pPr>
    <a:lvl5pPr indent="914400" defTabSz="457200" latinLnBrk="0">
      <a:lnSpc>
        <a:spcPct val="117000"/>
      </a:lnSpc>
      <a:defRPr sz="2200">
        <a:latin typeface="+mn-lt"/>
        <a:ea typeface="+mn-ea"/>
        <a:cs typeface="+mn-cs"/>
        <a:sym typeface="Helvetica Neue" panose="02000503000000020004"/>
      </a:defRPr>
    </a:lvl5pPr>
    <a:lvl6pPr indent="1143000" defTabSz="457200" latinLnBrk="0">
      <a:lnSpc>
        <a:spcPct val="117000"/>
      </a:lnSpc>
      <a:defRPr sz="2200">
        <a:latin typeface="+mn-lt"/>
        <a:ea typeface="+mn-ea"/>
        <a:cs typeface="+mn-cs"/>
        <a:sym typeface="Helvetica Neue" panose="02000503000000020004"/>
      </a:defRPr>
    </a:lvl6pPr>
    <a:lvl7pPr indent="1371600" defTabSz="457200" latinLnBrk="0">
      <a:lnSpc>
        <a:spcPct val="117000"/>
      </a:lnSpc>
      <a:defRPr sz="2200">
        <a:latin typeface="+mn-lt"/>
        <a:ea typeface="+mn-ea"/>
        <a:cs typeface="+mn-cs"/>
        <a:sym typeface="Helvetica Neue" panose="02000503000000020004"/>
      </a:defRPr>
    </a:lvl7pPr>
    <a:lvl8pPr indent="1600200" defTabSz="457200" latinLnBrk="0">
      <a:lnSpc>
        <a:spcPct val="117000"/>
      </a:lnSpc>
      <a:defRPr sz="2200">
        <a:latin typeface="+mn-lt"/>
        <a:ea typeface="+mn-ea"/>
        <a:cs typeface="+mn-cs"/>
        <a:sym typeface="Helvetica Neue" panose="02000503000000020004"/>
      </a:defRPr>
    </a:lvl8pPr>
    <a:lvl9pPr indent="1828800" defTabSz="457200" latinLnBrk="0">
      <a:lnSpc>
        <a:spcPct val="117000"/>
      </a:lnSpc>
      <a:defRPr sz="2200">
        <a:latin typeface="+mn-lt"/>
        <a:ea typeface="+mn-ea"/>
        <a:cs typeface="+mn-cs"/>
        <a:sym typeface="Helvetica Neue" panose="020005030000000200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7343000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t>‹#›</a:t>
            </a:fld>
            <a:endParaRPr lang="zh-CN" altLang="en-US"/>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a:defRPr/>
            </a:pPr>
            <a:r>
              <a:rPr lang="en-US" altLang="zh-CN"/>
              <a:t>-</a:t>
            </a:r>
            <a:fld id="{FAEDECE0-B3E3-4E93-9B91-9F10B30F5B07}" type="slidenum">
              <a:rPr lang="en-US" altLang="zh-CN" smtClean="0"/>
              <a:t>‹#›</a:t>
            </a:fld>
            <a:r>
              <a:rPr lang="en-US" altLang="zh-CN"/>
              <a:t>-</a:t>
            </a:r>
            <a:endParaRPr lang="zh-CN" altLang="en-US" dirty="0"/>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pPr>
            <a:r>
              <a:rPr kumimoji="0" lang="en-US" altLang="zh-CN" sz="2000" b="0" i="0" u="none" strike="noStrike" cap="none" spc="0" normalizeH="0" baseline="0" dirty="0">
                <a:ln>
                  <a:noFill/>
                </a:ln>
                <a:solidFill>
                  <a:schemeClr val="bg1"/>
                </a:solidFill>
                <a:effectLst/>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cap="none" spc="0" normalizeH="0" baseline="0" dirty="0">
                <a:ln>
                  <a:noFill/>
                </a:ln>
                <a:solidFill>
                  <a:schemeClr val="bg1"/>
                </a:solidFill>
                <a:effectLst/>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t>‹#›</a:t>
            </a:fld>
            <a:endParaRPr lang="zh-CN" altLang="en-US"/>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a:defRPr/>
            </a:pPr>
            <a:r>
              <a:rPr lang="en-US" altLang="zh-CN"/>
              <a:t>-</a:t>
            </a:r>
            <a:fld id="{FAEDECE0-B3E3-4E93-9B91-9F10B30F5B07}" type="slidenum">
              <a:rPr lang="en-US" altLang="zh-CN" smtClean="0"/>
              <a:t>‹#›</a:t>
            </a:fld>
            <a:r>
              <a:rPr lang="en-US" altLang="zh-CN"/>
              <a:t>-</a:t>
            </a:r>
            <a:endParaRPr lang="zh-CN" altLang="en-US" dirty="0"/>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pPr>
            <a:r>
              <a:rPr kumimoji="0" lang="en-US" altLang="zh-CN" sz="2000" b="0" i="0" u="none" strike="noStrike" cap="none" spc="0" normalizeH="0" baseline="0" dirty="0">
                <a:ln>
                  <a:noFill/>
                </a:ln>
                <a:solidFill>
                  <a:schemeClr val="bg1"/>
                </a:solidFill>
                <a:effectLst/>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cap="none" spc="0" normalizeH="0" baseline="0" dirty="0">
                <a:ln>
                  <a:noFill/>
                </a:ln>
                <a:solidFill>
                  <a:schemeClr val="bg1"/>
                </a:solidFill>
                <a:effectLst/>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userDrawn="1"/>
        </p:nvSpPr>
        <p:spPr>
          <a:xfrm flipV="1">
            <a:off x="6822313" y="1309370"/>
            <a:ext cx="17549495" cy="635"/>
          </a:xfrm>
          <a:prstGeom prst="line">
            <a:avLst/>
          </a:prstGeom>
          <a:ln w="57150" cap="flat" cmpd="sng">
            <a:solidFill>
              <a:srgbClr val="2F5A9E"/>
            </a:solidFill>
            <a:prstDash val="solid"/>
            <a:miter/>
            <a:headEnd type="none" w="med" len="med"/>
            <a:tailEnd type="none" w="med" len="med"/>
          </a:ln>
        </p:spPr>
      </p:sp>
      <p:sp>
        <p:nvSpPr>
          <p:cNvPr id="6" name="矩形 5"/>
          <p:cNvSpPr/>
          <p:nvPr userDrawn="1"/>
        </p:nvSpPr>
        <p:spPr>
          <a:xfrm>
            <a:off x="-76200" y="12949238"/>
            <a:ext cx="245364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userDrawn="1"/>
        </p:nvSpPr>
        <p:spPr>
          <a:xfrm>
            <a:off x="22721888" y="12949238"/>
            <a:ext cx="1738313"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4" name="灯片编号占位符 3"/>
          <p:cNvSpPr>
            <a:spLocks noGrp="1"/>
          </p:cNvSpPr>
          <p:nvPr>
            <p:ph type="sldNum" sz="quarter" idx="10"/>
          </p:nvPr>
        </p:nvSpPr>
        <p:spPr>
          <a:xfrm>
            <a:off x="22762277" y="13027152"/>
            <a:ext cx="754758" cy="384721"/>
          </a:xfrm>
          <a:prstGeom prst="rect">
            <a:avLst/>
          </a:prstGeom>
          <a:noFill/>
          <a:ln w="12700">
            <a:noFill/>
          </a:ln>
        </p:spPr>
        <p:txBody>
          <a:bodyPr wrap="none" lIns="38100" tIns="38100" rIns="38100" bIns="38100">
            <a:spAutoFit/>
          </a:bodyPr>
          <a:lstStyle>
            <a:lvl1pPr>
              <a:defRPr b="1">
                <a:solidFill>
                  <a:srgbClr val="FFFFFF"/>
                </a:solidFill>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9A0DB2DC-4C9A-4742-B13C-FB6460FD3503}" type="slidenum">
              <a:rPr kumimoji="0" lang="zh-CN" altLang="en-US" sz="2400" b="1" i="0" u="none" strike="noStrike" kern="1200" cap="none" spc="0" normalizeH="0" baseline="0" noProof="1" smtClean="0">
                <a:ln>
                  <a:noFill/>
                </a:ln>
                <a:solidFill>
                  <a:srgbClr val="FFFFFF"/>
                </a:solidFill>
                <a:effectLst/>
                <a:uLnTx/>
                <a:uFillTx/>
                <a:latin typeface="微软雅黑"/>
                <a:cs typeface="Open Sans" panose="020B0606030504020204" pitchFamily="34" charset="0"/>
                <a:sym typeface="Open Sans" panose="020B0606030504020204" pitchFamily="34" charset="0"/>
              </a:rPr>
              <a:t>‹#›</a:t>
            </a:fld>
            <a:r>
              <a:rPr kumimoji="0" lang="zh-CN" altLang="en-US" sz="2400" b="1" i="0" u="none" strike="noStrike" kern="1200" cap="none" spc="0" normalizeH="0" baseline="0" noProof="1">
                <a:ln>
                  <a:noFill/>
                </a:ln>
                <a:solidFill>
                  <a:srgbClr val="FFFFFF"/>
                </a:solidFill>
                <a:effectLst/>
                <a:uLnTx/>
                <a:uFillTx/>
                <a:latin typeface="微软雅黑"/>
                <a:cs typeface="Open Sans" panose="020B0606030504020204" pitchFamily="34" charset="0"/>
                <a:sym typeface="Open Sans" panose="020B0606030504020204" pitchFamily="34" charset="0"/>
              </a:rPr>
              <a:t> </a:t>
            </a:r>
            <a:r>
              <a:rPr kumimoji="0" lang="en-US" altLang="zh-CN" sz="2400" b="1" i="0" u="none" strike="noStrike" kern="1200" cap="none" spc="0" normalizeH="0" baseline="0" noProof="1">
                <a:ln>
                  <a:noFill/>
                </a:ln>
                <a:solidFill>
                  <a:srgbClr val="FFFFFF"/>
                </a:solidFill>
                <a:effectLst/>
                <a:uLnTx/>
                <a:uFillTx/>
                <a:latin typeface="微软雅黑"/>
                <a:cs typeface="Open Sans" panose="020B0606030504020204" pitchFamily="34" charset="0"/>
                <a:sym typeface="Open Sans" panose="020B0606030504020204" pitchFamily="34" charset="0"/>
              </a:rPr>
              <a:t>/27</a:t>
            </a:r>
            <a:endParaRPr kumimoji="0" lang="zh-CN" altLang="en-US" sz="2400" b="1" i="0" u="none" strike="noStrike" kern="1200" cap="none" spc="0" normalizeH="0" baseline="0" noProof="1">
              <a:ln>
                <a:noFill/>
              </a:ln>
              <a:solidFill>
                <a:srgbClr val="FFFFFF"/>
              </a:solidFill>
              <a:effectLst/>
              <a:uLnTx/>
              <a:uFillTx/>
              <a:latin typeface="Arial" panose="020B0604020202020204" pitchFamily="34" charset="0"/>
              <a:cs typeface="Open Sans" panose="020B0606030504020204" pitchFamily="34" charset="0"/>
              <a:sym typeface="Open Sans" panose="020B0606030504020204" pitchFamily="34" charset="0"/>
            </a:endParaRPr>
          </a:p>
        </p:txBody>
      </p:sp>
      <p:pic>
        <p:nvPicPr>
          <p:cNvPr id="5" name="图片 4" descr="123"/>
          <p:cNvPicPr>
            <a:picLocks noChangeAspect="1"/>
          </p:cNvPicPr>
          <p:nvPr userDrawn="1"/>
        </p:nvPicPr>
        <p:blipFill>
          <a:blip r:embed="rId2"/>
          <a:stretch>
            <a:fillRect/>
          </a:stretch>
        </p:blipFill>
        <p:spPr>
          <a:xfrm>
            <a:off x="1032510" y="608330"/>
            <a:ext cx="5297805" cy="1052830"/>
          </a:xfrm>
          <a:prstGeom prst="rect">
            <a:avLst/>
          </a:prstGeom>
        </p:spPr>
      </p:pic>
    </p:spTree>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userDrawn="1"/>
        </p:nvSpPr>
        <p:spPr>
          <a:xfrm flipV="1">
            <a:off x="6822313" y="1309370"/>
            <a:ext cx="17549495" cy="635"/>
          </a:xfrm>
          <a:prstGeom prst="line">
            <a:avLst/>
          </a:prstGeom>
          <a:ln w="57150" cap="flat" cmpd="sng">
            <a:solidFill>
              <a:srgbClr val="2F5A9E"/>
            </a:solidFill>
            <a:prstDash val="solid"/>
            <a:miter/>
            <a:headEnd type="none" w="med" len="med"/>
            <a:tailEnd type="none" w="med" len="med"/>
          </a:ln>
        </p:spPr>
      </p:sp>
      <p:sp>
        <p:nvSpPr>
          <p:cNvPr id="6" name="矩形 5"/>
          <p:cNvSpPr/>
          <p:nvPr userDrawn="1"/>
        </p:nvSpPr>
        <p:spPr>
          <a:xfrm>
            <a:off x="-76200" y="12949238"/>
            <a:ext cx="245364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userDrawn="1"/>
        </p:nvSpPr>
        <p:spPr>
          <a:xfrm>
            <a:off x="22721888" y="12949238"/>
            <a:ext cx="1738313"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4" name="灯片编号占位符 3"/>
          <p:cNvSpPr>
            <a:spLocks noGrp="1"/>
          </p:cNvSpPr>
          <p:nvPr>
            <p:ph type="sldNum" sz="quarter" idx="10"/>
          </p:nvPr>
        </p:nvSpPr>
        <p:spPr>
          <a:xfrm>
            <a:off x="22762277" y="13027152"/>
            <a:ext cx="754758" cy="384721"/>
          </a:xfrm>
          <a:prstGeom prst="rect">
            <a:avLst/>
          </a:prstGeom>
          <a:noFill/>
          <a:ln w="12700">
            <a:noFill/>
          </a:ln>
        </p:spPr>
        <p:txBody>
          <a:bodyPr wrap="none" lIns="38100" tIns="38100" rIns="38100" bIns="38100">
            <a:spAutoFit/>
          </a:bodyPr>
          <a:lstStyle>
            <a:lvl1pPr>
              <a:defRPr b="1">
                <a:solidFill>
                  <a:srgbClr val="FFFFFF"/>
                </a:solidFill>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9A0DB2DC-4C9A-4742-B13C-FB6460FD3503}" type="slidenum">
              <a:rPr kumimoji="0" lang="zh-CN" altLang="en-US" sz="2400" b="1" i="0" u="none" strike="noStrike" kern="1200" cap="none" spc="0" normalizeH="0" baseline="0" noProof="1" smtClean="0">
                <a:ln>
                  <a:noFill/>
                </a:ln>
                <a:solidFill>
                  <a:srgbClr val="FFFFFF"/>
                </a:solidFill>
                <a:effectLst/>
                <a:uLnTx/>
                <a:uFillTx/>
                <a:latin typeface="微软雅黑"/>
                <a:cs typeface="Open Sans" panose="020B0606030504020204" pitchFamily="34" charset="0"/>
                <a:sym typeface="Open Sans" panose="020B0606030504020204" pitchFamily="34" charset="0"/>
              </a:rPr>
              <a:t>‹#›</a:t>
            </a:fld>
            <a:r>
              <a:rPr kumimoji="0" lang="zh-CN" altLang="en-US" sz="2400" b="1" i="0" u="none" strike="noStrike" kern="1200" cap="none" spc="0" normalizeH="0" baseline="0" noProof="1">
                <a:ln>
                  <a:noFill/>
                </a:ln>
                <a:solidFill>
                  <a:srgbClr val="FFFFFF"/>
                </a:solidFill>
                <a:effectLst/>
                <a:uLnTx/>
                <a:uFillTx/>
                <a:latin typeface="微软雅黑"/>
                <a:cs typeface="Open Sans" panose="020B0606030504020204" pitchFamily="34" charset="0"/>
                <a:sym typeface="Open Sans" panose="020B0606030504020204" pitchFamily="34" charset="0"/>
              </a:rPr>
              <a:t> </a:t>
            </a:r>
            <a:r>
              <a:rPr kumimoji="0" lang="en-US" altLang="zh-CN" sz="2400" b="1" i="0" u="none" strike="noStrike" kern="1200" cap="none" spc="0" normalizeH="0" baseline="0" noProof="1">
                <a:ln>
                  <a:noFill/>
                </a:ln>
                <a:solidFill>
                  <a:srgbClr val="FFFFFF"/>
                </a:solidFill>
                <a:effectLst/>
                <a:uLnTx/>
                <a:uFillTx/>
                <a:latin typeface="微软雅黑"/>
                <a:cs typeface="Open Sans" panose="020B0606030504020204" pitchFamily="34" charset="0"/>
                <a:sym typeface="Open Sans" panose="020B0606030504020204" pitchFamily="34" charset="0"/>
              </a:rPr>
              <a:t>/27</a:t>
            </a:r>
            <a:endParaRPr kumimoji="0" lang="zh-CN" altLang="en-US" sz="2400" b="1" i="0" u="none" strike="noStrike" kern="1200" cap="none" spc="0" normalizeH="0" baseline="0" noProof="1">
              <a:ln>
                <a:noFill/>
              </a:ln>
              <a:solidFill>
                <a:srgbClr val="FFFFFF"/>
              </a:solidFill>
              <a:effectLst/>
              <a:uLnTx/>
              <a:uFillTx/>
              <a:latin typeface="Arial" panose="020B0604020202020204" pitchFamily="34" charset="0"/>
              <a:cs typeface="Open Sans" panose="020B0606030504020204" pitchFamily="34" charset="0"/>
              <a:sym typeface="Open Sans" panose="020B0606030504020204" pitchFamily="34" charset="0"/>
            </a:endParaRPr>
          </a:p>
        </p:txBody>
      </p:sp>
      <p:pic>
        <p:nvPicPr>
          <p:cNvPr id="5" name="图片 4" descr="123"/>
          <p:cNvPicPr>
            <a:picLocks noChangeAspect="1"/>
          </p:cNvPicPr>
          <p:nvPr userDrawn="1"/>
        </p:nvPicPr>
        <p:blipFill>
          <a:blip r:embed="rId2"/>
          <a:stretch>
            <a:fillRect/>
          </a:stretch>
        </p:blipFill>
        <p:spPr>
          <a:xfrm>
            <a:off x="1032510" y="608330"/>
            <a:ext cx="5297805" cy="1052830"/>
          </a:xfrm>
          <a:prstGeom prst="rect">
            <a:avLst/>
          </a:prstGeom>
        </p:spPr>
      </p:pic>
    </p:spTree>
  </p:cSld>
  <p:clrMapOvr>
    <a:masterClrMapping/>
  </p:clrMapOvr>
  <p:transition spd="med"/>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userDrawn="1"/>
        </p:nvSpPr>
        <p:spPr>
          <a:xfrm flipV="1">
            <a:off x="6822313" y="1309370"/>
            <a:ext cx="17549495" cy="635"/>
          </a:xfrm>
          <a:prstGeom prst="line">
            <a:avLst/>
          </a:prstGeom>
          <a:ln w="57150" cap="flat" cmpd="sng">
            <a:solidFill>
              <a:srgbClr val="2F5A9E"/>
            </a:solidFill>
            <a:prstDash val="solid"/>
            <a:miter/>
            <a:headEnd type="none" w="med" len="med"/>
            <a:tailEnd type="none" w="med" len="med"/>
          </a:ln>
        </p:spPr>
      </p:sp>
      <p:sp>
        <p:nvSpPr>
          <p:cNvPr id="6" name="矩形 5"/>
          <p:cNvSpPr/>
          <p:nvPr userDrawn="1"/>
        </p:nvSpPr>
        <p:spPr>
          <a:xfrm>
            <a:off x="-76200" y="12949238"/>
            <a:ext cx="245364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userDrawn="1"/>
        </p:nvSpPr>
        <p:spPr>
          <a:xfrm>
            <a:off x="22721888" y="12949238"/>
            <a:ext cx="1738313"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4" name="灯片编号占位符 3"/>
          <p:cNvSpPr>
            <a:spLocks noGrp="1"/>
          </p:cNvSpPr>
          <p:nvPr>
            <p:ph type="sldNum" sz="quarter" idx="10"/>
          </p:nvPr>
        </p:nvSpPr>
        <p:spPr>
          <a:xfrm>
            <a:off x="22762277" y="13027152"/>
            <a:ext cx="754758" cy="384721"/>
          </a:xfrm>
          <a:prstGeom prst="rect">
            <a:avLst/>
          </a:prstGeom>
          <a:noFill/>
          <a:ln w="12700">
            <a:noFill/>
          </a:ln>
        </p:spPr>
        <p:txBody>
          <a:bodyPr wrap="none" lIns="38100" tIns="38100" rIns="38100" bIns="38100">
            <a:spAutoFit/>
          </a:bodyPr>
          <a:lstStyle>
            <a:lvl1pPr>
              <a:defRPr b="1">
                <a:solidFill>
                  <a:srgbClr val="FFFFFF"/>
                </a:solidFill>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9A0DB2DC-4C9A-4742-B13C-FB6460FD3503}" type="slidenum">
              <a:rPr kumimoji="0" lang="zh-CN" altLang="en-US" sz="2400" b="1" i="0" u="none" strike="noStrike" kern="1200" cap="none" spc="0" normalizeH="0" baseline="0" noProof="1" smtClean="0">
                <a:ln>
                  <a:noFill/>
                </a:ln>
                <a:solidFill>
                  <a:srgbClr val="FFFFFF"/>
                </a:solidFill>
                <a:effectLst/>
                <a:uLnTx/>
                <a:uFillTx/>
                <a:latin typeface="微软雅黑"/>
                <a:cs typeface="Open Sans" panose="020B0606030504020204" pitchFamily="34" charset="0"/>
                <a:sym typeface="Open Sans" panose="020B0606030504020204" pitchFamily="34" charset="0"/>
              </a:rPr>
              <a:t>‹#›</a:t>
            </a:fld>
            <a:r>
              <a:rPr kumimoji="0" lang="zh-CN" altLang="en-US" sz="2400" b="1" i="0" u="none" strike="noStrike" kern="1200" cap="none" spc="0" normalizeH="0" baseline="0" noProof="1">
                <a:ln>
                  <a:noFill/>
                </a:ln>
                <a:solidFill>
                  <a:srgbClr val="FFFFFF"/>
                </a:solidFill>
                <a:effectLst/>
                <a:uLnTx/>
                <a:uFillTx/>
                <a:latin typeface="微软雅黑"/>
                <a:cs typeface="Open Sans" panose="020B0606030504020204" pitchFamily="34" charset="0"/>
                <a:sym typeface="Open Sans" panose="020B0606030504020204" pitchFamily="34" charset="0"/>
              </a:rPr>
              <a:t> </a:t>
            </a:r>
            <a:r>
              <a:rPr kumimoji="0" lang="en-US" altLang="zh-CN" sz="2400" b="1" i="0" u="none" strike="noStrike" kern="1200" cap="none" spc="0" normalizeH="0" baseline="0" noProof="1">
                <a:ln>
                  <a:noFill/>
                </a:ln>
                <a:solidFill>
                  <a:srgbClr val="FFFFFF"/>
                </a:solidFill>
                <a:effectLst/>
                <a:uLnTx/>
                <a:uFillTx/>
                <a:latin typeface="微软雅黑"/>
                <a:cs typeface="Open Sans" panose="020B0606030504020204" pitchFamily="34" charset="0"/>
                <a:sym typeface="Open Sans" panose="020B0606030504020204" pitchFamily="34" charset="0"/>
              </a:rPr>
              <a:t>/27</a:t>
            </a:r>
            <a:endParaRPr kumimoji="0" lang="zh-CN" altLang="en-US" sz="2400" b="1" i="0" u="none" strike="noStrike" kern="1200" cap="none" spc="0" normalizeH="0" baseline="0" noProof="1">
              <a:ln>
                <a:noFill/>
              </a:ln>
              <a:solidFill>
                <a:srgbClr val="FFFFFF"/>
              </a:solidFill>
              <a:effectLst/>
              <a:uLnTx/>
              <a:uFillTx/>
              <a:latin typeface="Arial" panose="020B0604020202020204" pitchFamily="34" charset="0"/>
              <a:cs typeface="Open Sans" panose="020B0606030504020204" pitchFamily="34" charset="0"/>
              <a:sym typeface="Open Sans" panose="020B0606030504020204" pitchFamily="34" charset="0"/>
            </a:endParaRPr>
          </a:p>
        </p:txBody>
      </p:sp>
      <p:pic>
        <p:nvPicPr>
          <p:cNvPr id="5" name="图片 4" descr="123"/>
          <p:cNvPicPr>
            <a:picLocks noChangeAspect="1"/>
          </p:cNvPicPr>
          <p:nvPr userDrawn="1"/>
        </p:nvPicPr>
        <p:blipFill>
          <a:blip r:embed="rId2"/>
          <a:stretch>
            <a:fillRect/>
          </a:stretch>
        </p:blipFill>
        <p:spPr>
          <a:xfrm>
            <a:off x="1032510" y="608330"/>
            <a:ext cx="5297805" cy="1052830"/>
          </a:xfrm>
          <a:prstGeom prst="rect">
            <a:avLst/>
          </a:prstGeom>
        </p:spPr>
      </p:pic>
    </p:spTree>
  </p:cSld>
  <p:clrMapOvr>
    <a:masterClrMapping/>
  </p:clrMapOvr>
  <p:transition spd="med"/>
</p:sldLayout>
</file>

<file path=ppt/slideLayouts/slideLayout64.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userDrawn="1"/>
        </p:nvSpPr>
        <p:spPr>
          <a:xfrm flipV="1">
            <a:off x="6822313" y="1309370"/>
            <a:ext cx="17549495" cy="635"/>
          </a:xfrm>
          <a:prstGeom prst="line">
            <a:avLst/>
          </a:prstGeom>
          <a:ln w="57150" cap="flat" cmpd="sng">
            <a:solidFill>
              <a:srgbClr val="2F5A9E"/>
            </a:solidFill>
            <a:prstDash val="solid"/>
            <a:miter/>
            <a:headEnd type="none" w="med" len="med"/>
            <a:tailEnd type="none" w="med" len="med"/>
          </a:ln>
        </p:spPr>
      </p:sp>
      <p:sp>
        <p:nvSpPr>
          <p:cNvPr id="6" name="矩形 5"/>
          <p:cNvSpPr/>
          <p:nvPr userDrawn="1"/>
        </p:nvSpPr>
        <p:spPr>
          <a:xfrm>
            <a:off x="-76200" y="12949238"/>
            <a:ext cx="245364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userDrawn="1"/>
        </p:nvSpPr>
        <p:spPr>
          <a:xfrm>
            <a:off x="22721888" y="12949238"/>
            <a:ext cx="1738313"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4" name="灯片编号占位符 3"/>
          <p:cNvSpPr>
            <a:spLocks noGrp="1"/>
          </p:cNvSpPr>
          <p:nvPr>
            <p:ph type="sldNum" sz="quarter" idx="10"/>
          </p:nvPr>
        </p:nvSpPr>
        <p:spPr>
          <a:xfrm>
            <a:off x="22762277" y="13027152"/>
            <a:ext cx="754758" cy="384721"/>
          </a:xfrm>
          <a:prstGeom prst="rect">
            <a:avLst/>
          </a:prstGeom>
          <a:noFill/>
          <a:ln w="12700">
            <a:noFill/>
          </a:ln>
        </p:spPr>
        <p:txBody>
          <a:bodyPr wrap="none" lIns="38100" tIns="38100" rIns="38100" bIns="38100">
            <a:spAutoFit/>
          </a:bodyPr>
          <a:lstStyle>
            <a:lvl1pPr>
              <a:defRPr b="1">
                <a:solidFill>
                  <a:srgbClr val="FFFFFF"/>
                </a:solidFill>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9A0DB2DC-4C9A-4742-B13C-FB6460FD3503}" type="slidenum">
              <a:rPr kumimoji="0" lang="zh-CN" altLang="en-US" sz="2400" b="1" i="0" u="none" strike="noStrike" kern="1200" cap="none" spc="0" normalizeH="0" baseline="0" noProof="1" smtClean="0">
                <a:ln>
                  <a:noFill/>
                </a:ln>
                <a:solidFill>
                  <a:srgbClr val="FFFFFF"/>
                </a:solidFill>
                <a:effectLst/>
                <a:uLnTx/>
                <a:uFillTx/>
                <a:latin typeface="微软雅黑"/>
                <a:cs typeface="Open Sans" panose="020B0606030504020204" pitchFamily="34" charset="0"/>
                <a:sym typeface="Open Sans" panose="020B0606030504020204" pitchFamily="34" charset="0"/>
              </a:rPr>
              <a:t>‹#›</a:t>
            </a:fld>
            <a:r>
              <a:rPr kumimoji="0" lang="zh-CN" altLang="en-US" sz="2400" b="1" i="0" u="none" strike="noStrike" kern="1200" cap="none" spc="0" normalizeH="0" baseline="0" noProof="1">
                <a:ln>
                  <a:noFill/>
                </a:ln>
                <a:solidFill>
                  <a:srgbClr val="FFFFFF"/>
                </a:solidFill>
                <a:effectLst/>
                <a:uLnTx/>
                <a:uFillTx/>
                <a:latin typeface="微软雅黑"/>
                <a:cs typeface="Open Sans" panose="020B0606030504020204" pitchFamily="34" charset="0"/>
                <a:sym typeface="Open Sans" panose="020B0606030504020204" pitchFamily="34" charset="0"/>
              </a:rPr>
              <a:t> </a:t>
            </a:r>
            <a:r>
              <a:rPr kumimoji="0" lang="en-US" altLang="zh-CN" sz="2400" b="1" i="0" u="none" strike="noStrike" kern="1200" cap="none" spc="0" normalizeH="0" baseline="0" noProof="1">
                <a:ln>
                  <a:noFill/>
                </a:ln>
                <a:solidFill>
                  <a:srgbClr val="FFFFFF"/>
                </a:solidFill>
                <a:effectLst/>
                <a:uLnTx/>
                <a:uFillTx/>
                <a:latin typeface="微软雅黑"/>
                <a:cs typeface="Open Sans" panose="020B0606030504020204" pitchFamily="34" charset="0"/>
                <a:sym typeface="Open Sans" panose="020B0606030504020204" pitchFamily="34" charset="0"/>
              </a:rPr>
              <a:t>/27</a:t>
            </a:r>
            <a:endParaRPr kumimoji="0" lang="zh-CN" altLang="en-US" sz="2400" b="1" i="0" u="none" strike="noStrike" kern="1200" cap="none" spc="0" normalizeH="0" baseline="0" noProof="1">
              <a:ln>
                <a:noFill/>
              </a:ln>
              <a:solidFill>
                <a:srgbClr val="FFFFFF"/>
              </a:solidFill>
              <a:effectLst/>
              <a:uLnTx/>
              <a:uFillTx/>
              <a:latin typeface="Arial" panose="020B0604020202020204" pitchFamily="34" charset="0"/>
              <a:cs typeface="Open Sans" panose="020B0606030504020204" pitchFamily="34" charset="0"/>
              <a:sym typeface="Open Sans" panose="020B0606030504020204" pitchFamily="34" charset="0"/>
            </a:endParaRPr>
          </a:p>
        </p:txBody>
      </p:sp>
      <p:pic>
        <p:nvPicPr>
          <p:cNvPr id="5" name="图片 4" descr="123"/>
          <p:cNvPicPr>
            <a:picLocks noChangeAspect="1"/>
          </p:cNvPicPr>
          <p:nvPr userDrawn="1"/>
        </p:nvPicPr>
        <p:blipFill>
          <a:blip r:embed="rId2"/>
          <a:stretch>
            <a:fillRect/>
          </a:stretch>
        </p:blipFill>
        <p:spPr>
          <a:xfrm>
            <a:off x="1032510" y="608330"/>
            <a:ext cx="5297805" cy="1052830"/>
          </a:xfrm>
          <a:prstGeom prst="rect">
            <a:avLst/>
          </a:prstGeom>
        </p:spPr>
      </p:pic>
    </p:spTree>
  </p:cSld>
  <p:clrMapOvr>
    <a:masterClrMapping/>
  </p:clrMapOvr>
  <p:transition spd="med"/>
</p:sldLayout>
</file>

<file path=ppt/slideLayouts/slideLayout75.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5" y="4617763"/>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dirty="0">
              <a:solidFill>
                <a:prstClr val="black">
                  <a:tint val="75000"/>
                </a:prstClr>
              </a:solidFill>
              <a:ea typeface="微软雅黑"/>
            </a:endParaRPr>
          </a:p>
        </p:txBody>
      </p:sp>
      <p:sp>
        <p:nvSpPr>
          <p:cNvPr id="18" name="灯片编号占位符 17"/>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dirty="0">
              <a:solidFill>
                <a:prstClr val="black">
                  <a:tint val="75000"/>
                </a:prstClr>
              </a:solidFill>
              <a:ea typeface="微软雅黑"/>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4" name="页脚占位符 3"/>
          <p:cNvSpPr>
            <a:spLocks noGrp="1"/>
          </p:cNvSpPr>
          <p:nvPr>
            <p:ph type="ftr" sz="quarter" idx="11"/>
          </p:nvPr>
        </p:nvSpPr>
        <p:spPr/>
        <p:txBody>
          <a:bodyPr/>
          <a:lstStyle/>
          <a:p>
            <a:pPr defTabSz="1828800" fontAlgn="auto">
              <a:spcBef>
                <a:spcPts val="0"/>
              </a:spcBef>
              <a:spcAft>
                <a:spcPts val="0"/>
              </a:spcAft>
            </a:pPr>
            <a:endParaRPr lang="zh-CN" altLang="en-US" dirty="0">
              <a:solidFill>
                <a:prstClr val="black">
                  <a:tint val="75000"/>
                </a:prstClr>
              </a:solidFill>
              <a:ea typeface="微软雅黑"/>
            </a:endParaRPr>
          </a:p>
        </p:txBody>
      </p:sp>
      <p:sp>
        <p:nvSpPr>
          <p:cNvPr id="5" name="灯片编号占位符 4"/>
          <p:cNvSpPr>
            <a:spLocks noGrp="1"/>
          </p:cNvSpPr>
          <p:nvPr>
            <p:ph type="sldNum" sz="quarter" idx="12"/>
          </p:nvPr>
        </p:nvSpPr>
        <p:spPr/>
        <p:txBody>
          <a:body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dirty="0">
              <a:solidFill>
                <a:prstClr val="black">
                  <a:tint val="75000"/>
                </a:prstClr>
              </a:solidFill>
              <a:ea typeface="微软雅黑"/>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5"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6" name="灯片编号占位符 5"/>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7" name="文本占位符 6"/>
          <p:cNvSpPr>
            <a:spLocks noGrp="1"/>
          </p:cNvSpPr>
          <p:nvPr>
            <p:ph type="body" idx="1" hasCustomPrompt="1"/>
          </p:nvPr>
        </p:nvSpPr>
        <p:spPr>
          <a:xfrm>
            <a:off x="1339850" y="3016251"/>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4" name="灯片编号占位符 3"/>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1"/>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1"/>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dirty="0">
              <a:solidFill>
                <a:prstClr val="black">
                  <a:tint val="75000"/>
                </a:prstClr>
              </a:solidFill>
              <a:ea typeface="微软雅黑"/>
            </a:endParaRPr>
          </a:p>
        </p:txBody>
      </p:sp>
      <p:sp>
        <p:nvSpPr>
          <p:cNvPr id="7" name="灯片编号占位符 6"/>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FABC47A4-756D-490B-A52F-7D9E2C9FC05F}"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9" name="标题 8"/>
          <p:cNvSpPr>
            <a:spLocks noGrp="1"/>
          </p:cNvSpPr>
          <p:nvPr>
            <p:ph type="title" hasCustomPrompt="1"/>
          </p:nvPr>
        </p:nvSpPr>
        <p:spPr>
          <a:xfrm>
            <a:off x="1339850" y="11210291"/>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1"/>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6" name="灯片编号占位符 5"/>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7" name="内容占位符 6"/>
          <p:cNvSpPr>
            <a:spLocks noGrp="1"/>
          </p:cNvSpPr>
          <p:nvPr>
            <p:ph idx="1" hasCustomPrompt="1"/>
          </p:nvPr>
        </p:nvSpPr>
        <p:spPr>
          <a:xfrm>
            <a:off x="1"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5" name="灯片编号占位符 4"/>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5" name="灯片编号占位符 4"/>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2" name="标题 1"/>
          <p:cNvSpPr>
            <a:spLocks noGrp="1"/>
          </p:cNvSpPr>
          <p:nvPr>
            <p:ph type="title" hasCustomPrompt="1"/>
          </p:nvPr>
        </p:nvSpPr>
        <p:spPr>
          <a:xfrm>
            <a:off x="1339765" y="1247183"/>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7" y="13192235"/>
            <a:ext cx="1464946" cy="323166"/>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defTabSz="1828800" fontAlgn="auto">
              <a:spcBef>
                <a:spcPts val="0"/>
              </a:spcBef>
              <a:spcAft>
                <a:spcPts val="0"/>
              </a:spcAft>
              <a:defRPr/>
            </a:pPr>
            <a:r>
              <a:rPr lang="en-US" altLang="zh-CN">
                <a:solidFill>
                  <a:prstClr val="white"/>
                </a:solidFill>
                <a:ea typeface="微软雅黑"/>
              </a:rPr>
              <a:t>-</a:t>
            </a:r>
            <a:fld id="{FAEDECE0-B3E3-4E93-9B91-9F10B30F5B07}" type="slidenum">
              <a:rPr lang="en-US" altLang="zh-CN" smtClean="0">
                <a:solidFill>
                  <a:prstClr val="white"/>
                </a:solidFill>
                <a:ea typeface="微软雅黑"/>
              </a:rPr>
              <a:t>‹#›</a:t>
            </a:fld>
            <a:r>
              <a:rPr lang="en-US" altLang="zh-CN">
                <a:solidFill>
                  <a:prstClr val="white"/>
                </a:solidFill>
                <a:ea typeface="微软雅黑"/>
              </a:rPr>
              <a:t>-</a:t>
            </a:r>
            <a:endParaRPr lang="zh-CN" altLang="en-US" dirty="0">
              <a:solidFill>
                <a:prstClr val="white"/>
              </a:solidFill>
              <a:ea typeface="微软雅黑"/>
            </a:endParaRPr>
          </a:p>
        </p:txBody>
      </p:sp>
      <p:sp>
        <p:nvSpPr>
          <p:cNvPr id="7" name="文本框 6"/>
          <p:cNvSpPr txBox="1"/>
          <p:nvPr userDrawn="1"/>
        </p:nvSpPr>
        <p:spPr>
          <a:xfrm>
            <a:off x="19842085" y="13153762"/>
            <a:ext cx="5068390" cy="4001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20" rIns="45720" bIns="45720"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dirty="0">
              <a:solidFill>
                <a:prstClr val="black">
                  <a:tint val="75000"/>
                </a:prstClr>
              </a:solidFill>
              <a:ea typeface="微软雅黑"/>
            </a:endParaRPr>
          </a:p>
        </p:txBody>
      </p:sp>
      <p:sp>
        <p:nvSpPr>
          <p:cNvPr id="5" name="灯片编号占位符 4"/>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dirty="0">
              <a:solidFill>
                <a:prstClr val="black">
                  <a:tint val="75000"/>
                </a:prstClr>
              </a:solidFill>
              <a:ea typeface="微软雅黑"/>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5" y="4617763"/>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dirty="0">
              <a:solidFill>
                <a:prstClr val="black">
                  <a:tint val="75000"/>
                </a:prstClr>
              </a:solidFill>
              <a:ea typeface="微软雅黑"/>
            </a:endParaRPr>
          </a:p>
        </p:txBody>
      </p:sp>
      <p:sp>
        <p:nvSpPr>
          <p:cNvPr id="18" name="灯片编号占位符 17"/>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dirty="0">
              <a:solidFill>
                <a:prstClr val="black">
                  <a:tint val="75000"/>
                </a:prstClr>
              </a:solidFill>
              <a:ea typeface="微软雅黑"/>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4" name="页脚占位符 3"/>
          <p:cNvSpPr>
            <a:spLocks noGrp="1"/>
          </p:cNvSpPr>
          <p:nvPr>
            <p:ph type="ftr" sz="quarter" idx="11"/>
          </p:nvPr>
        </p:nvSpPr>
        <p:spPr/>
        <p:txBody>
          <a:bodyPr/>
          <a:lstStyle/>
          <a:p>
            <a:pPr defTabSz="1828800" fontAlgn="auto">
              <a:spcBef>
                <a:spcPts val="0"/>
              </a:spcBef>
              <a:spcAft>
                <a:spcPts val="0"/>
              </a:spcAft>
            </a:pPr>
            <a:endParaRPr lang="zh-CN" altLang="en-US" dirty="0">
              <a:solidFill>
                <a:prstClr val="black">
                  <a:tint val="75000"/>
                </a:prstClr>
              </a:solidFill>
              <a:ea typeface="微软雅黑"/>
            </a:endParaRPr>
          </a:p>
        </p:txBody>
      </p:sp>
      <p:sp>
        <p:nvSpPr>
          <p:cNvPr id="5" name="灯片编号占位符 4"/>
          <p:cNvSpPr>
            <a:spLocks noGrp="1"/>
          </p:cNvSpPr>
          <p:nvPr>
            <p:ph type="sldNum" sz="quarter" idx="12"/>
          </p:nvPr>
        </p:nvSpPr>
        <p:spPr/>
        <p:txBody>
          <a:body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dirty="0">
              <a:solidFill>
                <a:prstClr val="black">
                  <a:tint val="75000"/>
                </a:prstClr>
              </a:solidFill>
              <a:ea typeface="微软雅黑"/>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5"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6" name="灯片编号占位符 5"/>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7" name="文本占位符 6"/>
          <p:cNvSpPr>
            <a:spLocks noGrp="1"/>
          </p:cNvSpPr>
          <p:nvPr>
            <p:ph type="body" idx="1" hasCustomPrompt="1"/>
          </p:nvPr>
        </p:nvSpPr>
        <p:spPr>
          <a:xfrm>
            <a:off x="1339850" y="3016251"/>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4" name="灯片编号占位符 3"/>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1"/>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1"/>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dirty="0">
              <a:solidFill>
                <a:prstClr val="black">
                  <a:tint val="75000"/>
                </a:prstClr>
              </a:solidFill>
              <a:ea typeface="微软雅黑"/>
            </a:endParaRPr>
          </a:p>
        </p:txBody>
      </p:sp>
      <p:sp>
        <p:nvSpPr>
          <p:cNvPr id="7" name="灯片编号占位符 6"/>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FABC47A4-756D-490B-A52F-7D9E2C9FC05F}"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9" name="标题 8"/>
          <p:cNvSpPr>
            <a:spLocks noGrp="1"/>
          </p:cNvSpPr>
          <p:nvPr>
            <p:ph type="title" hasCustomPrompt="1"/>
          </p:nvPr>
        </p:nvSpPr>
        <p:spPr>
          <a:xfrm>
            <a:off x="1339850" y="11210291"/>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1"/>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6" name="灯片编号占位符 5"/>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7" name="内容占位符 6"/>
          <p:cNvSpPr>
            <a:spLocks noGrp="1"/>
          </p:cNvSpPr>
          <p:nvPr>
            <p:ph idx="1" hasCustomPrompt="1"/>
          </p:nvPr>
        </p:nvSpPr>
        <p:spPr>
          <a:xfrm>
            <a:off x="1"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5" name="灯片编号占位符 4"/>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5" name="灯片编号占位符 4"/>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2" name="标题 1"/>
          <p:cNvSpPr>
            <a:spLocks noGrp="1"/>
          </p:cNvSpPr>
          <p:nvPr>
            <p:ph type="title" hasCustomPrompt="1"/>
          </p:nvPr>
        </p:nvSpPr>
        <p:spPr>
          <a:xfrm>
            <a:off x="1339765" y="1247183"/>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7" y="13192235"/>
            <a:ext cx="1464946" cy="323166"/>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defTabSz="1828800" fontAlgn="auto">
              <a:spcBef>
                <a:spcPts val="0"/>
              </a:spcBef>
              <a:spcAft>
                <a:spcPts val="0"/>
              </a:spcAft>
              <a:defRPr/>
            </a:pPr>
            <a:r>
              <a:rPr lang="en-US" altLang="zh-CN">
                <a:solidFill>
                  <a:prstClr val="white"/>
                </a:solidFill>
                <a:ea typeface="微软雅黑"/>
              </a:rPr>
              <a:t>-</a:t>
            </a:r>
            <a:fld id="{FAEDECE0-B3E3-4E93-9B91-9F10B30F5B07}" type="slidenum">
              <a:rPr lang="en-US" altLang="zh-CN" smtClean="0">
                <a:solidFill>
                  <a:prstClr val="white"/>
                </a:solidFill>
                <a:ea typeface="微软雅黑"/>
              </a:rPr>
              <a:t>‹#›</a:t>
            </a:fld>
            <a:r>
              <a:rPr lang="en-US" altLang="zh-CN">
                <a:solidFill>
                  <a:prstClr val="white"/>
                </a:solidFill>
                <a:ea typeface="微软雅黑"/>
              </a:rPr>
              <a:t>-</a:t>
            </a:r>
            <a:endParaRPr lang="zh-CN" altLang="en-US" dirty="0">
              <a:solidFill>
                <a:prstClr val="white"/>
              </a:solidFill>
              <a:ea typeface="微软雅黑"/>
            </a:endParaRPr>
          </a:p>
        </p:txBody>
      </p:sp>
      <p:sp>
        <p:nvSpPr>
          <p:cNvPr id="7" name="文本框 6"/>
          <p:cNvSpPr txBox="1"/>
          <p:nvPr userDrawn="1"/>
        </p:nvSpPr>
        <p:spPr>
          <a:xfrm>
            <a:off x="19842085" y="13153762"/>
            <a:ext cx="5068390" cy="4001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20" rIns="45720" bIns="45720"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dirty="0">
              <a:solidFill>
                <a:prstClr val="black">
                  <a:tint val="75000"/>
                </a:prstClr>
              </a:solidFill>
              <a:ea typeface="微软雅黑"/>
            </a:endParaRPr>
          </a:p>
        </p:txBody>
      </p:sp>
      <p:sp>
        <p:nvSpPr>
          <p:cNvPr id="5" name="灯片编号占位符 4"/>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dirty="0">
              <a:solidFill>
                <a:prstClr val="black">
                  <a:tint val="75000"/>
                </a:prstClr>
              </a:solidFill>
              <a:ea typeface="微软雅黑"/>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p:nvSpPr>
        <p:spPr>
          <a:xfrm flipV="1">
            <a:off x="6986905" y="1310004"/>
            <a:ext cx="17397095" cy="0"/>
          </a:xfrm>
          <a:prstGeom prst="line">
            <a:avLst/>
          </a:prstGeom>
          <a:ln w="57150" cap="flat" cmpd="sng">
            <a:solidFill>
              <a:srgbClr val="2F5A9E"/>
            </a:solidFill>
            <a:prstDash val="solid"/>
            <a:miter/>
            <a:headEnd type="none" w="med" len="med"/>
            <a:tailEnd type="none" w="med" len="med"/>
          </a:ln>
        </p:spPr>
      </p:sp>
      <p:sp>
        <p:nvSpPr>
          <p:cNvPr id="6" name="矩形 5"/>
          <p:cNvSpPr/>
          <p:nvPr/>
        </p:nvSpPr>
        <p:spPr>
          <a:xfrm>
            <a:off x="0" y="12949238"/>
            <a:ext cx="243840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p:nvSpPr>
        <p:spPr>
          <a:xfrm>
            <a:off x="22721889" y="12949238"/>
            <a:ext cx="1662112"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pic>
        <p:nvPicPr>
          <p:cNvPr id="5" name="图片 4" descr="123"/>
          <p:cNvPicPr>
            <a:picLocks noChangeAspect="1"/>
          </p:cNvPicPr>
          <p:nvPr/>
        </p:nvPicPr>
        <p:blipFill>
          <a:blip r:embed="rId2"/>
          <a:stretch>
            <a:fillRect/>
          </a:stretch>
        </p:blipFill>
        <p:spPr>
          <a:xfrm>
            <a:off x="1032510" y="608330"/>
            <a:ext cx="5297805" cy="1052830"/>
          </a:xfrm>
          <a:prstGeom prst="rect">
            <a:avLst/>
          </a:prstGeom>
        </p:spPr>
      </p:pic>
    </p:spTree>
  </p:cSld>
  <p:clrMapOvr>
    <a:masterClrMapping/>
  </p:clrMapOvr>
  <p:transition spd="med"/>
</p:sldLayout>
</file>

<file path=ppt/slideLayouts/slideLayout106.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p:nvSpPr>
        <p:spPr>
          <a:xfrm flipV="1">
            <a:off x="6986905" y="1310004"/>
            <a:ext cx="17397095" cy="0"/>
          </a:xfrm>
          <a:prstGeom prst="line">
            <a:avLst/>
          </a:prstGeom>
          <a:ln w="57150" cap="flat" cmpd="sng">
            <a:solidFill>
              <a:srgbClr val="2F5A9E"/>
            </a:solidFill>
            <a:prstDash val="solid"/>
            <a:miter/>
            <a:headEnd type="none" w="med" len="med"/>
            <a:tailEnd type="none" w="med" len="med"/>
          </a:ln>
        </p:spPr>
      </p:sp>
      <p:sp>
        <p:nvSpPr>
          <p:cNvPr id="6" name="矩形 5"/>
          <p:cNvSpPr/>
          <p:nvPr/>
        </p:nvSpPr>
        <p:spPr>
          <a:xfrm>
            <a:off x="0" y="12949238"/>
            <a:ext cx="243840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p:nvSpPr>
        <p:spPr>
          <a:xfrm>
            <a:off x="22721889" y="12949238"/>
            <a:ext cx="1662112"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pic>
        <p:nvPicPr>
          <p:cNvPr id="5" name="图片 4" descr="123"/>
          <p:cNvPicPr>
            <a:picLocks noChangeAspect="1"/>
          </p:cNvPicPr>
          <p:nvPr/>
        </p:nvPicPr>
        <p:blipFill>
          <a:blip r:embed="rId2"/>
          <a:stretch>
            <a:fillRect/>
          </a:stretch>
        </p:blipFill>
        <p:spPr>
          <a:xfrm>
            <a:off x="1032510" y="608330"/>
            <a:ext cx="5297805" cy="1052830"/>
          </a:xfrm>
          <a:prstGeom prst="rect">
            <a:avLst/>
          </a:prstGeom>
        </p:spPr>
      </p:pic>
    </p:spTree>
  </p:cSld>
  <p:clrMapOvr>
    <a:masterClrMapping/>
  </p:clrMapOvr>
  <p:transition spd="med"/>
</p:sldLayout>
</file>

<file path=ppt/slideLayouts/slideLayout117.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p:nvSpPr>
        <p:spPr>
          <a:xfrm flipV="1">
            <a:off x="6986905" y="1310004"/>
            <a:ext cx="17397095" cy="0"/>
          </a:xfrm>
          <a:prstGeom prst="line">
            <a:avLst/>
          </a:prstGeom>
          <a:ln w="57150" cap="flat" cmpd="sng">
            <a:solidFill>
              <a:srgbClr val="2F5A9E"/>
            </a:solidFill>
            <a:prstDash val="solid"/>
            <a:miter/>
            <a:headEnd type="none" w="med" len="med"/>
            <a:tailEnd type="none" w="med" len="med"/>
          </a:ln>
        </p:spPr>
      </p:sp>
      <p:sp>
        <p:nvSpPr>
          <p:cNvPr id="6" name="矩形 5"/>
          <p:cNvSpPr/>
          <p:nvPr/>
        </p:nvSpPr>
        <p:spPr>
          <a:xfrm>
            <a:off x="0" y="12949238"/>
            <a:ext cx="243840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p:nvSpPr>
        <p:spPr>
          <a:xfrm>
            <a:off x="22721889" y="12949238"/>
            <a:ext cx="1662112"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pic>
        <p:nvPicPr>
          <p:cNvPr id="5" name="图片 4" descr="123"/>
          <p:cNvPicPr>
            <a:picLocks noChangeAspect="1"/>
          </p:cNvPicPr>
          <p:nvPr/>
        </p:nvPicPr>
        <p:blipFill>
          <a:blip r:embed="rId2"/>
          <a:stretch>
            <a:fillRect/>
          </a:stretch>
        </p:blipFill>
        <p:spPr>
          <a:xfrm>
            <a:off x="1032510" y="608330"/>
            <a:ext cx="5297805" cy="1052830"/>
          </a:xfrm>
          <a:prstGeom prst="rect">
            <a:avLst/>
          </a:prstGeom>
        </p:spPr>
      </p:pic>
    </p:spTree>
  </p:cSld>
  <p:clrMapOvr>
    <a:masterClrMapping/>
  </p:clrMapOvr>
  <p:transition spd="med"/>
</p:sldLayout>
</file>

<file path=ppt/slideLayouts/slideLayout128.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t>‹#›</a:t>
            </a:fld>
            <a:endParaRPr lang="zh-CN" altLang="en-US"/>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a:defRPr/>
            </a:pPr>
            <a:r>
              <a:rPr lang="en-US" altLang="zh-CN"/>
              <a:t>-</a:t>
            </a:r>
            <a:fld id="{FAEDECE0-B3E3-4E93-9B91-9F10B30F5B07}" type="slidenum">
              <a:rPr lang="en-US" altLang="zh-CN" smtClean="0"/>
              <a:t>‹#›</a:t>
            </a:fld>
            <a:r>
              <a:rPr lang="en-US" altLang="zh-CN"/>
              <a:t>-</a:t>
            </a:r>
            <a:endParaRPr lang="zh-CN" altLang="en-US" dirty="0"/>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pPr>
            <a:r>
              <a:rPr kumimoji="0" lang="en-US" altLang="zh-CN" sz="2000" b="0" i="0" u="none" strike="noStrike" cap="none" spc="0" normalizeH="0" baseline="0" dirty="0">
                <a:ln>
                  <a:noFill/>
                </a:ln>
                <a:solidFill>
                  <a:schemeClr val="bg1"/>
                </a:solidFill>
                <a:effectLst/>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cap="none" spc="0" normalizeH="0" baseline="0" dirty="0">
                <a:ln>
                  <a:noFill/>
                </a:ln>
                <a:solidFill>
                  <a:schemeClr val="bg1"/>
                </a:solidFill>
                <a:effectLst/>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5" y="4617763"/>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endParaRPr lang="zh-CN" altLang="en-US"/>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3277339195"/>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2289609149"/>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5"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 hasCustomPrompt="1"/>
          </p:nvPr>
        </p:nvSpPr>
        <p:spPr>
          <a:xfrm>
            <a:off x="1339850" y="3016251"/>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p>
        </p:txBody>
      </p:sp>
    </p:spTree>
    <p:extLst>
      <p:ext uri="{BB962C8B-B14F-4D97-AF65-F5344CB8AC3E}">
        <p14:creationId xmlns:p14="http://schemas.microsoft.com/office/powerpoint/2010/main" val="4193546525"/>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1"/>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1"/>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extLst>
      <p:ext uri="{BB962C8B-B14F-4D97-AF65-F5344CB8AC3E}">
        <p14:creationId xmlns:p14="http://schemas.microsoft.com/office/powerpoint/2010/main" val="1380988101"/>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t>‹#›</a:t>
            </a:fld>
            <a:endParaRPr lang="zh-CN" altLang="en-US"/>
          </a:p>
        </p:txBody>
      </p:sp>
      <p:sp>
        <p:nvSpPr>
          <p:cNvPr id="9" name="标题 8"/>
          <p:cNvSpPr>
            <a:spLocks noGrp="1"/>
          </p:cNvSpPr>
          <p:nvPr>
            <p:ph type="title" hasCustomPrompt="1"/>
          </p:nvPr>
        </p:nvSpPr>
        <p:spPr>
          <a:xfrm>
            <a:off x="1339850" y="11210291"/>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1"/>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090"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a:sym typeface="+mn-ea"/>
              </a:rPr>
              <a:t>单击此处编辑正文</a:t>
            </a:r>
          </a:p>
        </p:txBody>
      </p:sp>
    </p:spTree>
    <p:extLst>
      <p:ext uri="{BB962C8B-B14F-4D97-AF65-F5344CB8AC3E}">
        <p14:creationId xmlns:p14="http://schemas.microsoft.com/office/powerpoint/2010/main" val="70154123"/>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内容占位符 6"/>
          <p:cNvSpPr>
            <a:spLocks noGrp="1"/>
          </p:cNvSpPr>
          <p:nvPr>
            <p:ph idx="1" hasCustomPrompt="1"/>
          </p:nvPr>
        </p:nvSpPr>
        <p:spPr>
          <a:xfrm>
            <a:off x="1"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090"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a:sym typeface="+mn-ea"/>
              </a:rPr>
              <a:t>单击此处编辑正文</a:t>
            </a:r>
          </a:p>
        </p:txBody>
      </p:sp>
    </p:spTree>
    <p:extLst>
      <p:ext uri="{BB962C8B-B14F-4D97-AF65-F5344CB8AC3E}">
        <p14:creationId xmlns:p14="http://schemas.microsoft.com/office/powerpoint/2010/main" val="3907521398"/>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090"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090"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a:sym typeface="+mn-ea"/>
              </a:rPr>
              <a:t>单击此处编辑正文</a:t>
            </a:r>
          </a:p>
        </p:txBody>
      </p:sp>
    </p:spTree>
    <p:extLst>
      <p:ext uri="{BB962C8B-B14F-4D97-AF65-F5344CB8AC3E}">
        <p14:creationId xmlns:p14="http://schemas.microsoft.com/office/powerpoint/2010/main" val="3470337024"/>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1339765" y="1247183"/>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extLst>
      <p:ext uri="{BB962C8B-B14F-4D97-AF65-F5344CB8AC3E}">
        <p14:creationId xmlns:p14="http://schemas.microsoft.com/office/powerpoint/2010/main" val="1514995262"/>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7" y="13192235"/>
            <a:ext cx="1464946" cy="323166"/>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a:defRPr/>
            </a:pPr>
            <a:r>
              <a:rPr lang="en-US" altLang="zh-CN"/>
              <a:t>-</a:t>
            </a:r>
            <a:fld id="{FAEDECE0-B3E3-4E93-9B91-9F10B30F5B07}" type="slidenum">
              <a:rPr lang="en-US" altLang="zh-CN" smtClean="0"/>
              <a:t>‹#›</a:t>
            </a:fld>
            <a:r>
              <a:rPr lang="en-US" altLang="zh-CN"/>
              <a:t>-</a:t>
            </a:r>
            <a:endParaRPr lang="zh-CN" altLang="en-US"/>
          </a:p>
        </p:txBody>
      </p:sp>
      <p:sp>
        <p:nvSpPr>
          <p:cNvPr id="7" name="文本框 6"/>
          <p:cNvSpPr txBox="1"/>
          <p:nvPr/>
        </p:nvSpPr>
        <p:spPr>
          <a:xfrm>
            <a:off x="19842085" y="13153762"/>
            <a:ext cx="5068390" cy="4001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20" rIns="45720" bIns="4572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pPr>
            <a:r>
              <a:rPr kumimoji="0" lang="en-US" altLang="zh-CN" sz="2000" b="0" i="0" u="none" strike="noStrike" cap="none" spc="0" normalizeH="0" baseline="0">
                <a:ln>
                  <a:noFill/>
                </a:ln>
                <a:solidFill>
                  <a:schemeClr val="bg1"/>
                </a:solidFill>
                <a:effectLst/>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cap="none" spc="0" normalizeH="0" baseline="0">
                <a:ln>
                  <a:noFill/>
                </a:ln>
                <a:solidFill>
                  <a:schemeClr val="bg1"/>
                </a:solidFill>
                <a:effectLst/>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sp>
        <p:nvSpPr>
          <p:cNvPr id="3" name="Линия">
            <a:extLst>
              <a:ext uri="{FF2B5EF4-FFF2-40B4-BE49-F238E27FC236}">
                <a16:creationId xmlns:a16="http://schemas.microsoft.com/office/drawing/2014/main" id="{549862F7-E668-78F8-8665-2291CCA64764}"/>
              </a:ext>
            </a:extLst>
          </p:cNvPr>
          <p:cNvSpPr/>
          <p:nvPr userDrawn="1"/>
        </p:nvSpPr>
        <p:spPr>
          <a:xfrm flipV="1">
            <a:off x="6822313" y="1309370"/>
            <a:ext cx="17549495" cy="635"/>
          </a:xfrm>
          <a:prstGeom prst="line">
            <a:avLst/>
          </a:prstGeom>
          <a:ln w="57150" cap="flat" cmpd="sng">
            <a:solidFill>
              <a:srgbClr val="2F5A9E"/>
            </a:solidFill>
            <a:prstDash val="solid"/>
            <a:miter/>
            <a:headEnd type="none" w="med" len="med"/>
            <a:tailEnd type="none" w="med" len="med"/>
          </a:ln>
        </p:spPr>
      </p:sp>
    </p:spTree>
    <p:extLst>
      <p:ext uri="{BB962C8B-B14F-4D97-AF65-F5344CB8AC3E}">
        <p14:creationId xmlns:p14="http://schemas.microsoft.com/office/powerpoint/2010/main" val="1410898014"/>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1147830067"/>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userDrawn="1"/>
        </p:nvSpPr>
        <p:spPr>
          <a:xfrm flipV="1">
            <a:off x="6822313" y="1309370"/>
            <a:ext cx="17549495" cy="635"/>
          </a:xfrm>
          <a:prstGeom prst="line">
            <a:avLst/>
          </a:prstGeom>
          <a:ln w="57150" cap="flat" cmpd="sng">
            <a:solidFill>
              <a:srgbClr val="2F5A9E"/>
            </a:solidFill>
            <a:prstDash val="solid"/>
            <a:miter/>
            <a:headEnd type="none" w="med" len="med"/>
            <a:tailEnd type="none" w="med" len="med"/>
          </a:ln>
        </p:spPr>
      </p:sp>
      <p:sp>
        <p:nvSpPr>
          <p:cNvPr id="6" name="矩形 5"/>
          <p:cNvSpPr/>
          <p:nvPr userDrawn="1"/>
        </p:nvSpPr>
        <p:spPr>
          <a:xfrm>
            <a:off x="-76200" y="12949238"/>
            <a:ext cx="245364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userDrawn="1"/>
        </p:nvSpPr>
        <p:spPr>
          <a:xfrm>
            <a:off x="22721888" y="12949238"/>
            <a:ext cx="1738313"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4" name="灯片编号占位符 3"/>
          <p:cNvSpPr>
            <a:spLocks noGrp="1"/>
          </p:cNvSpPr>
          <p:nvPr>
            <p:ph type="sldNum" sz="quarter" idx="10"/>
          </p:nvPr>
        </p:nvSpPr>
        <p:spPr>
          <a:xfrm>
            <a:off x="22762277" y="13027152"/>
            <a:ext cx="754758" cy="384721"/>
          </a:xfrm>
          <a:prstGeom prst="rect">
            <a:avLst/>
          </a:prstGeom>
          <a:noFill/>
          <a:ln w="12700">
            <a:noFill/>
          </a:ln>
        </p:spPr>
        <p:txBody>
          <a:bodyPr wrap="none" lIns="38100" tIns="38100" rIns="38100" bIns="38100">
            <a:spAutoFit/>
          </a:bodyPr>
          <a:lstStyle>
            <a:lvl1pPr>
              <a:defRPr b="1">
                <a:solidFill>
                  <a:srgbClr val="FFFFFF"/>
                </a:solidFill>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9A0DB2DC-4C9A-4742-B13C-FB6460FD3503}" type="slidenum">
              <a:rPr kumimoji="0" lang="zh-CN" altLang="en-US" sz="2400" b="1" i="0" u="none" strike="noStrike" kern="1200" cap="none" spc="0" normalizeH="0" baseline="0" noProof="1" smtClean="0">
                <a:ln>
                  <a:noFill/>
                </a:ln>
                <a:solidFill>
                  <a:srgbClr val="FFFFFF"/>
                </a:solidFill>
                <a:effectLst/>
                <a:uLnTx/>
                <a:uFillTx/>
                <a:latin typeface="微软雅黑"/>
                <a:cs typeface="Open Sans" panose="020B0606030504020204" pitchFamily="34" charset="0"/>
                <a:sym typeface="Open Sans" panose="020B0606030504020204" pitchFamily="34" charset="0"/>
              </a:rPr>
              <a:t>‹#›</a:t>
            </a:fld>
            <a:r>
              <a:rPr kumimoji="0" lang="zh-CN" altLang="en-US" sz="2400" b="1" i="0" u="none" strike="noStrike" kern="1200" cap="none" spc="0" normalizeH="0" baseline="0" noProof="1">
                <a:ln>
                  <a:noFill/>
                </a:ln>
                <a:solidFill>
                  <a:srgbClr val="FFFFFF"/>
                </a:solidFill>
                <a:effectLst/>
                <a:uLnTx/>
                <a:uFillTx/>
                <a:latin typeface="微软雅黑"/>
                <a:cs typeface="Open Sans" panose="020B0606030504020204" pitchFamily="34" charset="0"/>
                <a:sym typeface="Open Sans" panose="020B0606030504020204" pitchFamily="34" charset="0"/>
              </a:rPr>
              <a:t> </a:t>
            </a:r>
            <a:r>
              <a:rPr kumimoji="0" lang="en-US" altLang="zh-CN" sz="2400" b="1" i="0" u="none" strike="noStrike" kern="1200" cap="none" spc="0" normalizeH="0" baseline="0" noProof="1">
                <a:ln>
                  <a:noFill/>
                </a:ln>
                <a:solidFill>
                  <a:srgbClr val="FFFFFF"/>
                </a:solidFill>
                <a:effectLst/>
                <a:uLnTx/>
                <a:uFillTx/>
                <a:latin typeface="微软雅黑"/>
                <a:cs typeface="Open Sans" panose="020B0606030504020204" pitchFamily="34" charset="0"/>
                <a:sym typeface="Open Sans" panose="020B0606030504020204" pitchFamily="34" charset="0"/>
              </a:rPr>
              <a:t>/27</a:t>
            </a:r>
            <a:endParaRPr kumimoji="0" lang="zh-CN" altLang="en-US" sz="2400" b="1" i="0" u="none" strike="noStrike" kern="1200" cap="none" spc="0" normalizeH="0" baseline="0" noProof="1">
              <a:ln>
                <a:noFill/>
              </a:ln>
              <a:solidFill>
                <a:srgbClr val="FFFFFF"/>
              </a:solidFill>
              <a:effectLst/>
              <a:uLnTx/>
              <a:uFillTx/>
              <a:latin typeface="Arial" panose="020B0604020202020204" pitchFamily="34" charset="0"/>
              <a:cs typeface="Open Sans" panose="020B0606030504020204" pitchFamily="34" charset="0"/>
              <a:sym typeface="Open Sans" panose="020B0606030504020204" pitchFamily="34" charset="0"/>
            </a:endParaRPr>
          </a:p>
        </p:txBody>
      </p:sp>
      <p:pic>
        <p:nvPicPr>
          <p:cNvPr id="5" name="图片 4" descr="123"/>
          <p:cNvPicPr>
            <a:picLocks noChangeAspect="1"/>
          </p:cNvPicPr>
          <p:nvPr userDrawn="1"/>
        </p:nvPicPr>
        <p:blipFill>
          <a:blip r:embed="rId2"/>
          <a:stretch>
            <a:fillRect/>
          </a:stretch>
        </p:blipFill>
        <p:spPr>
          <a:xfrm>
            <a:off x="1032510" y="608330"/>
            <a:ext cx="5297805" cy="1052830"/>
          </a:xfrm>
          <a:prstGeom prst="rect">
            <a:avLst/>
          </a:prstGeom>
        </p:spPr>
      </p:pic>
    </p:spTree>
    <p:extLst>
      <p:ext uri="{BB962C8B-B14F-4D97-AF65-F5344CB8AC3E}">
        <p14:creationId xmlns:p14="http://schemas.microsoft.com/office/powerpoint/2010/main" val="268188086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theme" Target="../theme/theme3.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8.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theme" Target="../theme/theme4.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9.xml"/><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theme" Target="../theme/theme5.xml"/><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0" Type="http://schemas.openxmlformats.org/officeDocument/2006/relationships/slideLayout" Target="../slideLayouts/slideLayout51.xml"/><Relationship Id="rId4" Type="http://schemas.openxmlformats.org/officeDocument/2006/relationships/slideLayout" Target="../slideLayouts/slideLayout45.xml"/><Relationship Id="rId9" Type="http://schemas.openxmlformats.org/officeDocument/2006/relationships/slideLayout" Target="../slideLayouts/slideLayout50.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0.xml"/><Relationship Id="rId3" Type="http://schemas.openxmlformats.org/officeDocument/2006/relationships/slideLayout" Target="../slideLayouts/slideLayout55.xml"/><Relationship Id="rId7" Type="http://schemas.openxmlformats.org/officeDocument/2006/relationships/slideLayout" Target="../slideLayouts/slideLayout59.xml"/><Relationship Id="rId12" Type="http://schemas.openxmlformats.org/officeDocument/2006/relationships/theme" Target="../theme/theme6.xml"/><Relationship Id="rId2" Type="http://schemas.openxmlformats.org/officeDocument/2006/relationships/slideLayout" Target="../slideLayouts/slideLayout54.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5" Type="http://schemas.openxmlformats.org/officeDocument/2006/relationships/slideLayout" Target="../slideLayouts/slideLayout57.xml"/><Relationship Id="rId10" Type="http://schemas.openxmlformats.org/officeDocument/2006/relationships/slideLayout" Target="../slideLayouts/slideLayout62.xml"/><Relationship Id="rId4" Type="http://schemas.openxmlformats.org/officeDocument/2006/relationships/slideLayout" Target="../slideLayouts/slideLayout56.xml"/><Relationship Id="rId9" Type="http://schemas.openxmlformats.org/officeDocument/2006/relationships/slideLayout" Target="../slideLayouts/slideLayout61.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1.xml"/><Relationship Id="rId3" Type="http://schemas.openxmlformats.org/officeDocument/2006/relationships/slideLayout" Target="../slideLayouts/slideLayout66.xml"/><Relationship Id="rId7" Type="http://schemas.openxmlformats.org/officeDocument/2006/relationships/slideLayout" Target="../slideLayouts/slideLayout70.xml"/><Relationship Id="rId12" Type="http://schemas.openxmlformats.org/officeDocument/2006/relationships/theme" Target="../theme/theme7.xml"/><Relationship Id="rId2" Type="http://schemas.openxmlformats.org/officeDocument/2006/relationships/slideLayout" Target="../slideLayouts/slideLayout65.xml"/><Relationship Id="rId1" Type="http://schemas.openxmlformats.org/officeDocument/2006/relationships/slideLayout" Target="../slideLayouts/slideLayout64.xml"/><Relationship Id="rId6" Type="http://schemas.openxmlformats.org/officeDocument/2006/relationships/slideLayout" Target="../slideLayouts/slideLayout69.xml"/><Relationship Id="rId11" Type="http://schemas.openxmlformats.org/officeDocument/2006/relationships/slideLayout" Target="../slideLayouts/slideLayout74.xml"/><Relationship Id="rId5" Type="http://schemas.openxmlformats.org/officeDocument/2006/relationships/slideLayout" Target="../slideLayouts/slideLayout68.xml"/><Relationship Id="rId10" Type="http://schemas.openxmlformats.org/officeDocument/2006/relationships/slideLayout" Target="../slideLayouts/slideLayout73.xml"/><Relationship Id="rId4" Type="http://schemas.openxmlformats.org/officeDocument/2006/relationships/slideLayout" Target="../slideLayouts/slideLayout67.xml"/><Relationship Id="rId9" Type="http://schemas.openxmlformats.org/officeDocument/2006/relationships/slideLayout" Target="../slideLayouts/slideLayout72.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2.xml"/><Relationship Id="rId3" Type="http://schemas.openxmlformats.org/officeDocument/2006/relationships/slideLayout" Target="../slideLayouts/slideLayout77.xml"/><Relationship Id="rId7" Type="http://schemas.openxmlformats.org/officeDocument/2006/relationships/slideLayout" Target="../slideLayouts/slideLayout81.xml"/><Relationship Id="rId2" Type="http://schemas.openxmlformats.org/officeDocument/2006/relationships/slideLayout" Target="../slideLayouts/slideLayout76.xml"/><Relationship Id="rId1" Type="http://schemas.openxmlformats.org/officeDocument/2006/relationships/slideLayout" Target="../slideLayouts/slideLayout75.xml"/><Relationship Id="rId6" Type="http://schemas.openxmlformats.org/officeDocument/2006/relationships/slideLayout" Target="../slideLayouts/slideLayout80.xml"/><Relationship Id="rId11" Type="http://schemas.openxmlformats.org/officeDocument/2006/relationships/theme" Target="../theme/theme8.xml"/><Relationship Id="rId5" Type="http://schemas.openxmlformats.org/officeDocument/2006/relationships/slideLayout" Target="../slideLayouts/slideLayout79.xml"/><Relationship Id="rId10" Type="http://schemas.openxmlformats.org/officeDocument/2006/relationships/slideLayout" Target="../slideLayouts/slideLayout84.xml"/><Relationship Id="rId4" Type="http://schemas.openxmlformats.org/officeDocument/2006/relationships/slideLayout" Target="../slideLayouts/slideLayout78.xml"/><Relationship Id="rId9" Type="http://schemas.openxmlformats.org/officeDocument/2006/relationships/slideLayout" Target="../slideLayouts/slideLayout83.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2.xml"/><Relationship Id="rId3" Type="http://schemas.openxmlformats.org/officeDocument/2006/relationships/slideLayout" Target="../slideLayouts/slideLayout87.xml"/><Relationship Id="rId7" Type="http://schemas.openxmlformats.org/officeDocument/2006/relationships/slideLayout" Target="../slideLayouts/slideLayout91.xml"/><Relationship Id="rId2" Type="http://schemas.openxmlformats.org/officeDocument/2006/relationships/slideLayout" Target="../slideLayouts/slideLayout86.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theme" Target="../theme/theme9.xml"/><Relationship Id="rId5" Type="http://schemas.openxmlformats.org/officeDocument/2006/relationships/slideLayout" Target="../slideLayouts/slideLayout89.xml"/><Relationship Id="rId10" Type="http://schemas.openxmlformats.org/officeDocument/2006/relationships/slideLayout" Target="../slideLayouts/slideLayout94.xml"/><Relationship Id="rId4" Type="http://schemas.openxmlformats.org/officeDocument/2006/relationships/slideLayout" Target="../slideLayouts/slideLayout88.xml"/><Relationship Id="rId9" Type="http://schemas.openxmlformats.org/officeDocument/2006/relationships/slideLayout" Target="../slideLayouts/slideLayout93.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02.xml"/><Relationship Id="rId3" Type="http://schemas.openxmlformats.org/officeDocument/2006/relationships/slideLayout" Target="../slideLayouts/slideLayout97.xml"/><Relationship Id="rId7" Type="http://schemas.openxmlformats.org/officeDocument/2006/relationships/slideLayout" Target="../slideLayouts/slideLayout101.xml"/><Relationship Id="rId12" Type="http://schemas.openxmlformats.org/officeDocument/2006/relationships/theme" Target="../theme/theme10.xml"/><Relationship Id="rId2" Type="http://schemas.openxmlformats.org/officeDocument/2006/relationships/slideLayout" Target="../slideLayouts/slideLayout96.xml"/><Relationship Id="rId1" Type="http://schemas.openxmlformats.org/officeDocument/2006/relationships/slideLayout" Target="../slideLayouts/slideLayout95.xml"/><Relationship Id="rId6" Type="http://schemas.openxmlformats.org/officeDocument/2006/relationships/slideLayout" Target="../slideLayouts/slideLayout100.xml"/><Relationship Id="rId11" Type="http://schemas.openxmlformats.org/officeDocument/2006/relationships/slideLayout" Target="../slideLayouts/slideLayout105.xml"/><Relationship Id="rId5" Type="http://schemas.openxmlformats.org/officeDocument/2006/relationships/slideLayout" Target="../slideLayouts/slideLayout99.xml"/><Relationship Id="rId10" Type="http://schemas.openxmlformats.org/officeDocument/2006/relationships/slideLayout" Target="../slideLayouts/slideLayout104.xml"/><Relationship Id="rId4" Type="http://schemas.openxmlformats.org/officeDocument/2006/relationships/slideLayout" Target="../slideLayouts/slideLayout98.xml"/><Relationship Id="rId9" Type="http://schemas.openxmlformats.org/officeDocument/2006/relationships/slideLayout" Target="../slideLayouts/slideLayout103.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13.xml"/><Relationship Id="rId3" Type="http://schemas.openxmlformats.org/officeDocument/2006/relationships/slideLayout" Target="../slideLayouts/slideLayout108.xml"/><Relationship Id="rId7" Type="http://schemas.openxmlformats.org/officeDocument/2006/relationships/slideLayout" Target="../slideLayouts/slideLayout112.xml"/><Relationship Id="rId12" Type="http://schemas.openxmlformats.org/officeDocument/2006/relationships/theme" Target="../theme/theme11.xml"/><Relationship Id="rId2" Type="http://schemas.openxmlformats.org/officeDocument/2006/relationships/slideLayout" Target="../slideLayouts/slideLayout107.xml"/><Relationship Id="rId1" Type="http://schemas.openxmlformats.org/officeDocument/2006/relationships/slideLayout" Target="../slideLayouts/slideLayout106.xml"/><Relationship Id="rId6" Type="http://schemas.openxmlformats.org/officeDocument/2006/relationships/slideLayout" Target="../slideLayouts/slideLayout111.xml"/><Relationship Id="rId11" Type="http://schemas.openxmlformats.org/officeDocument/2006/relationships/slideLayout" Target="../slideLayouts/slideLayout116.xml"/><Relationship Id="rId5" Type="http://schemas.openxmlformats.org/officeDocument/2006/relationships/slideLayout" Target="../slideLayouts/slideLayout110.xml"/><Relationship Id="rId10" Type="http://schemas.openxmlformats.org/officeDocument/2006/relationships/slideLayout" Target="../slideLayouts/slideLayout115.xml"/><Relationship Id="rId4" Type="http://schemas.openxmlformats.org/officeDocument/2006/relationships/slideLayout" Target="../slideLayouts/slideLayout109.xml"/><Relationship Id="rId9" Type="http://schemas.openxmlformats.org/officeDocument/2006/relationships/slideLayout" Target="../slideLayouts/slideLayout114.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24.xml"/><Relationship Id="rId3" Type="http://schemas.openxmlformats.org/officeDocument/2006/relationships/slideLayout" Target="../slideLayouts/slideLayout119.xml"/><Relationship Id="rId7" Type="http://schemas.openxmlformats.org/officeDocument/2006/relationships/slideLayout" Target="../slideLayouts/slideLayout123.xml"/><Relationship Id="rId12" Type="http://schemas.openxmlformats.org/officeDocument/2006/relationships/theme" Target="../theme/theme12.xml"/><Relationship Id="rId2" Type="http://schemas.openxmlformats.org/officeDocument/2006/relationships/slideLayout" Target="../slideLayouts/slideLayout118.xml"/><Relationship Id="rId1" Type="http://schemas.openxmlformats.org/officeDocument/2006/relationships/slideLayout" Target="../slideLayouts/slideLayout117.xml"/><Relationship Id="rId6" Type="http://schemas.openxmlformats.org/officeDocument/2006/relationships/slideLayout" Target="../slideLayouts/slideLayout122.xml"/><Relationship Id="rId11" Type="http://schemas.openxmlformats.org/officeDocument/2006/relationships/slideLayout" Target="../slideLayouts/slideLayout127.xml"/><Relationship Id="rId5" Type="http://schemas.openxmlformats.org/officeDocument/2006/relationships/slideLayout" Target="../slideLayouts/slideLayout121.xml"/><Relationship Id="rId10" Type="http://schemas.openxmlformats.org/officeDocument/2006/relationships/slideLayout" Target="../slideLayouts/slideLayout126.xml"/><Relationship Id="rId4" Type="http://schemas.openxmlformats.org/officeDocument/2006/relationships/slideLayout" Target="../slideLayouts/slideLayout120.xml"/><Relationship Id="rId9" Type="http://schemas.openxmlformats.org/officeDocument/2006/relationships/slideLayout" Target="../slideLayouts/slideLayout125.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35.xml"/><Relationship Id="rId3" Type="http://schemas.openxmlformats.org/officeDocument/2006/relationships/slideLayout" Target="../slideLayouts/slideLayout130.xml"/><Relationship Id="rId7" Type="http://schemas.openxmlformats.org/officeDocument/2006/relationships/slideLayout" Target="../slideLayouts/slideLayout134.xml"/><Relationship Id="rId2" Type="http://schemas.openxmlformats.org/officeDocument/2006/relationships/slideLayout" Target="../slideLayouts/slideLayout129.xml"/><Relationship Id="rId1" Type="http://schemas.openxmlformats.org/officeDocument/2006/relationships/slideLayout" Target="../slideLayouts/slideLayout128.xml"/><Relationship Id="rId6" Type="http://schemas.openxmlformats.org/officeDocument/2006/relationships/slideLayout" Target="../slideLayouts/slideLayout133.xml"/><Relationship Id="rId11" Type="http://schemas.openxmlformats.org/officeDocument/2006/relationships/theme" Target="../theme/theme13.xml"/><Relationship Id="rId5" Type="http://schemas.openxmlformats.org/officeDocument/2006/relationships/slideLayout" Target="../slideLayouts/slideLayout132.xml"/><Relationship Id="rId10" Type="http://schemas.openxmlformats.org/officeDocument/2006/relationships/slideLayout" Target="../slideLayouts/slideLayout137.xml"/><Relationship Id="rId4" Type="http://schemas.openxmlformats.org/officeDocument/2006/relationships/slideLayout" Target="../slideLayouts/slideLayout131.xml"/><Relationship Id="rId9" Type="http://schemas.openxmlformats.org/officeDocument/2006/relationships/slideLayout" Target="../slideLayouts/slideLayout136.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45.xml"/><Relationship Id="rId3" Type="http://schemas.openxmlformats.org/officeDocument/2006/relationships/slideLayout" Target="../slideLayouts/slideLayout140.xml"/><Relationship Id="rId7" Type="http://schemas.openxmlformats.org/officeDocument/2006/relationships/slideLayout" Target="../slideLayouts/slideLayout144.xml"/><Relationship Id="rId12" Type="http://schemas.openxmlformats.org/officeDocument/2006/relationships/theme" Target="../theme/theme14.xml"/><Relationship Id="rId2" Type="http://schemas.openxmlformats.org/officeDocument/2006/relationships/slideLayout" Target="../slideLayouts/slideLayout139.xml"/><Relationship Id="rId1" Type="http://schemas.openxmlformats.org/officeDocument/2006/relationships/slideLayout" Target="../slideLayouts/slideLayout138.xml"/><Relationship Id="rId6" Type="http://schemas.openxmlformats.org/officeDocument/2006/relationships/slideLayout" Target="../slideLayouts/slideLayout143.xml"/><Relationship Id="rId11" Type="http://schemas.openxmlformats.org/officeDocument/2006/relationships/slideLayout" Target="../slideLayouts/slideLayout148.xml"/><Relationship Id="rId5" Type="http://schemas.openxmlformats.org/officeDocument/2006/relationships/slideLayout" Target="../slideLayouts/slideLayout142.xml"/><Relationship Id="rId10" Type="http://schemas.openxmlformats.org/officeDocument/2006/relationships/slideLayout" Target="../slideLayouts/slideLayout147.xml"/><Relationship Id="rId4" Type="http://schemas.openxmlformats.org/officeDocument/2006/relationships/slideLayout" Target="../slideLayouts/slideLayout141.xml"/><Relationship Id="rId9" Type="http://schemas.openxmlformats.org/officeDocument/2006/relationships/slideLayout" Target="../slideLayouts/slideLayout14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endParaRPr lang="zh-CN" altLang="en-US"/>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fld id="{49AE70B2-8BF9-45C0-BB95-33D1B9D3A854}" type="slidenum">
              <a:rPr lang="zh-CN" altLang="en-US" smtClean="0"/>
              <a:t>‹#›</a:t>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endParaRPr lang="zh-CN" altLang="en-US"/>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fld id="{49AE70B2-8BF9-45C0-BB95-33D1B9D3A854}" type="slidenum">
              <a:rPr lang="zh-CN" altLang="en-US" smtClean="0"/>
              <a:t>‹#›</a:t>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defTabSz="1828800" fontAlgn="auto">
              <a:spcBef>
                <a:spcPts val="0"/>
              </a:spcBef>
              <a:spcAft>
                <a:spcPts val="0"/>
              </a:spcAft>
            </a:pPr>
            <a:endParaRPr lang="zh-CN" altLang="en-US" dirty="0">
              <a:solidFill>
                <a:prstClr val="black">
                  <a:tint val="75000"/>
                </a:prstClr>
              </a:solidFill>
              <a:ea typeface="微软雅黑"/>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dirty="0">
              <a:solidFill>
                <a:prstClr val="black">
                  <a:tint val="75000"/>
                </a:prstClr>
              </a:solidFill>
              <a:ea typeface="微软雅黑"/>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828800" rtl="0" eaLnBrk="1" fontAlgn="auto" latinLnBrk="0" hangingPunct="1">
              <a:lnSpc>
                <a:spcPct val="100000"/>
              </a:lnSpc>
              <a:spcBef>
                <a:spcPts val="0"/>
              </a:spcBef>
              <a:spcAft>
                <a:spcPts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a:cs typeface="+mn-cs"/>
            </a:endParaRPr>
          </a:p>
        </p:txBody>
      </p:sp>
      <p:sp>
        <p:nvSpPr>
          <p:cNvPr id="8" name="标题 7"/>
          <p:cNvSpPr>
            <a:spLocks noGrp="1"/>
          </p:cNvSpPr>
          <p:nvPr>
            <p:ph type="title" hasCustomPrompt="1"/>
          </p:nvPr>
        </p:nvSpPr>
        <p:spPr>
          <a:xfrm>
            <a:off x="1339765"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1"/>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defTabSz="1828800" fontAlgn="auto">
              <a:spcBef>
                <a:spcPts val="0"/>
              </a:spcBef>
              <a:spcAft>
                <a:spcPts val="0"/>
              </a:spcAft>
            </a:pPr>
            <a:endParaRPr lang="zh-CN" altLang="en-US" dirty="0">
              <a:solidFill>
                <a:prstClr val="black">
                  <a:tint val="75000"/>
                </a:prstClr>
              </a:solidFill>
              <a:ea typeface="微软雅黑"/>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dirty="0">
              <a:solidFill>
                <a:prstClr val="black">
                  <a:tint val="75000"/>
                </a:prstClr>
              </a:solidFill>
              <a:ea typeface="微软雅黑"/>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828800" rtl="0" eaLnBrk="1" fontAlgn="auto" latinLnBrk="0" hangingPunct="1">
              <a:lnSpc>
                <a:spcPct val="100000"/>
              </a:lnSpc>
              <a:spcBef>
                <a:spcPts val="0"/>
              </a:spcBef>
              <a:spcAft>
                <a:spcPts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a:cs typeface="+mn-cs"/>
            </a:endParaRPr>
          </a:p>
        </p:txBody>
      </p:sp>
      <p:sp>
        <p:nvSpPr>
          <p:cNvPr id="8" name="标题 7"/>
          <p:cNvSpPr>
            <a:spLocks noGrp="1"/>
          </p:cNvSpPr>
          <p:nvPr>
            <p:ph type="title" hasCustomPrompt="1"/>
          </p:nvPr>
        </p:nvSpPr>
        <p:spPr>
          <a:xfrm>
            <a:off x="1339765"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1"/>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endParaRPr lang="zh-CN" altLang="en-US"/>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fld id="{49AE70B2-8BF9-45C0-BB95-33D1B9D3A854}" type="slidenum">
              <a:rPr lang="zh-CN" altLang="en-US" smtClean="0"/>
              <a:t>‹#›</a:t>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789" r:id="rId1"/>
    <p:sldLayoutId id="2147483790" r:id="rId2"/>
    <p:sldLayoutId id="2147483791" r:id="rId3"/>
    <p:sldLayoutId id="2147483792" r:id="rId4"/>
    <p:sldLayoutId id="2147483793" r:id="rId5"/>
    <p:sldLayoutId id="2147483794" r:id="rId6"/>
    <p:sldLayoutId id="2147483795" r:id="rId7"/>
    <p:sldLayoutId id="2147483796" r:id="rId8"/>
    <p:sldLayoutId id="2147483797" r:id="rId9"/>
    <p:sldLayoutId id="2147483798" r:id="rId10"/>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endParaRPr lang="zh-CN" altLang="en-US"/>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endParaRPr lang="zh-CN" altLang="en-US"/>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fld id="{49AE70B2-8BF9-45C0-BB95-33D1B9D3A854}" type="slidenum">
              <a:rPr lang="zh-CN" altLang="en-US" smtClean="0"/>
              <a:t>‹#›</a:t>
            </a:fld>
            <a:endParaRPr lang="zh-CN" altLang="en-US"/>
          </a:p>
        </p:txBody>
      </p:sp>
      <p:sp>
        <p:nvSpPr>
          <p:cNvPr id="7" name="KSO_TEMPLATE" hidden="1"/>
          <p:cNvSpPr/>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sp>
        <p:nvSpPr>
          <p:cNvPr id="8" name="标题 7"/>
          <p:cNvSpPr>
            <a:spLocks noGrp="1"/>
          </p:cNvSpPr>
          <p:nvPr>
            <p:ph type="title" hasCustomPrompt="1"/>
          </p:nvPr>
        </p:nvSpPr>
        <p:spPr>
          <a:xfrm>
            <a:off x="1339765"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a:sym typeface="+mn-ea"/>
              </a:rPr>
              <a:t>单击此处编辑标题</a:t>
            </a:r>
          </a:p>
        </p:txBody>
      </p:sp>
      <p:sp>
        <p:nvSpPr>
          <p:cNvPr id="9" name="文本占位符 8"/>
          <p:cNvSpPr>
            <a:spLocks noGrp="1"/>
          </p:cNvSpPr>
          <p:nvPr>
            <p:ph type="body" idx="1" hasCustomPrompt="1"/>
          </p:nvPr>
        </p:nvSpPr>
        <p:spPr>
          <a:xfrm>
            <a:off x="1339850" y="3016251"/>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extLst>
      <p:ext uri="{BB962C8B-B14F-4D97-AF65-F5344CB8AC3E}">
        <p14:creationId xmlns:p14="http://schemas.microsoft.com/office/powerpoint/2010/main" val="163364953"/>
      </p:ext>
    </p:extLst>
  </p:cSld>
  <p:clrMap bg1="lt1" tx1="dk1" bg2="lt2" tx2="dk2" accent1="accent1" accent2="accent2" accent3="accent3" accent4="accent4" accent5="accent5" accent6="accent6" hlink="hlink" folHlink="folHlink"/>
  <p:sldLayoutIdLst>
    <p:sldLayoutId id="2147483815" r:id="rId1"/>
    <p:sldLayoutId id="2147483816" r:id="rId2"/>
    <p:sldLayoutId id="2147483817" r:id="rId3"/>
    <p:sldLayoutId id="2147483818" r:id="rId4"/>
    <p:sldLayoutId id="2147483819" r:id="rId5"/>
    <p:sldLayoutId id="2147483820" r:id="rId6"/>
    <p:sldLayoutId id="2147483821" r:id="rId7"/>
    <p:sldLayoutId id="2147483822" r:id="rId8"/>
    <p:sldLayoutId id="2147483823" r:id="rId9"/>
    <p:sldLayoutId id="2147483824" r:id="rId10"/>
    <p:sldLayoutId id="2147483831"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6.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46.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48.xml"/><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48.xml"/><Relationship Id="rId1" Type="http://schemas.openxmlformats.org/officeDocument/2006/relationships/vmlDrawing" Target="../drawings/vmlDrawing1.vml"/><Relationship Id="rId4" Type="http://schemas.openxmlformats.org/officeDocument/2006/relationships/image" Target="../media/image8.wmf"/></Relationships>
</file>

<file path=ppt/slides/_rels/slide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4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r>
              <a:rPr lang="en-US" altLang="zh-CN" smtClean="0"/>
              <a:t>-</a:t>
            </a:r>
            <a:fld id="{FAEDECE0-B3E3-4E93-9B91-9F10B30F5B07}" type="slidenum">
              <a:rPr lang="en-US" altLang="zh-CN" smtClean="0"/>
              <a:t>1</a:t>
            </a:fld>
            <a:r>
              <a:rPr lang="en-US" altLang="zh-CN" smtClean="0"/>
              <a:t>-</a:t>
            </a:r>
            <a:endParaRPr lang="zh-CN" altLang="en-US"/>
          </a:p>
        </p:txBody>
      </p:sp>
      <p:sp>
        <p:nvSpPr>
          <p:cNvPr id="3" name="文本框 2"/>
          <p:cNvSpPr txBox="1"/>
          <p:nvPr/>
        </p:nvSpPr>
        <p:spPr>
          <a:xfrm>
            <a:off x="2724150" y="2667000"/>
            <a:ext cx="14247811" cy="6001643"/>
          </a:xfrm>
          <a:prstGeom prst="rect">
            <a:avLst/>
          </a:prstGeom>
          <a:noFill/>
        </p:spPr>
        <p:txBody>
          <a:bodyPr wrap="none" rtlCol="0">
            <a:spAutoFit/>
          </a:bodyPr>
          <a:lstStyle/>
          <a:p>
            <a:pPr>
              <a:lnSpc>
                <a:spcPct val="150000"/>
              </a:lnSpc>
            </a:pPr>
            <a:r>
              <a:rPr lang="zh-CN" altLang="en-US" sz="3200" b="1" dirty="0" smtClean="0"/>
              <a:t>为了更好的工艺控制做了如下工作：</a:t>
            </a:r>
            <a:endParaRPr lang="en-US" altLang="zh-CN" sz="3200" b="1" dirty="0" smtClean="0"/>
          </a:p>
          <a:p>
            <a:pPr marL="514350" indent="-514350">
              <a:lnSpc>
                <a:spcPct val="150000"/>
              </a:lnSpc>
              <a:buFont typeface="+mj-lt"/>
              <a:buAutoNum type="arabicPeriod"/>
            </a:pPr>
            <a:r>
              <a:rPr lang="zh-CN" altLang="en-US" sz="3200" dirty="0"/>
              <a:t>碘溶液转移增加质量流量计和视</a:t>
            </a:r>
            <a:r>
              <a:rPr lang="zh-CN" altLang="en-US" sz="3200" dirty="0" smtClean="0"/>
              <a:t>镜，；</a:t>
            </a:r>
            <a:endParaRPr lang="en-US" altLang="zh-CN" sz="3200" dirty="0" smtClean="0"/>
          </a:p>
          <a:p>
            <a:pPr marL="514350" indent="-514350">
              <a:lnSpc>
                <a:spcPct val="150000"/>
              </a:lnSpc>
              <a:buFont typeface="+mj-lt"/>
              <a:buAutoNum type="arabicPeriod"/>
            </a:pPr>
            <a:r>
              <a:rPr lang="zh-CN" altLang="en-US" sz="3200" dirty="0"/>
              <a:t>合成</a:t>
            </a:r>
            <a:r>
              <a:rPr lang="zh-CN" altLang="en-US" sz="3200" dirty="0" smtClean="0"/>
              <a:t>仪体系温度下限的增补验证；</a:t>
            </a:r>
            <a:endParaRPr lang="en-US" altLang="zh-CN" sz="3200" dirty="0" smtClean="0"/>
          </a:p>
          <a:p>
            <a:pPr marL="514350" indent="-514350">
              <a:lnSpc>
                <a:spcPct val="150000"/>
              </a:lnSpc>
              <a:buFont typeface="+mj-lt"/>
              <a:buAutoNum type="arabicPeriod"/>
            </a:pPr>
            <a:r>
              <a:rPr lang="zh-CN" altLang="en-US" sz="3200" dirty="0"/>
              <a:t>合成</a:t>
            </a:r>
            <a:r>
              <a:rPr lang="zh-CN" altLang="en-US" sz="3200" dirty="0" smtClean="0"/>
              <a:t>仪软件优化包括报表，画面等；</a:t>
            </a:r>
            <a:endParaRPr lang="zh-CN" altLang="en-US" sz="3200" dirty="0"/>
          </a:p>
          <a:p>
            <a:pPr>
              <a:lnSpc>
                <a:spcPct val="150000"/>
              </a:lnSpc>
            </a:pPr>
            <a:r>
              <a:rPr lang="zh-CN" altLang="en-US" sz="3200" b="1" dirty="0" smtClean="0"/>
              <a:t>基于客户需求进行的</a:t>
            </a:r>
            <a:r>
              <a:rPr lang="zh-CN" altLang="en-US" sz="3200" b="1" dirty="0" smtClean="0"/>
              <a:t>主要优化：</a:t>
            </a:r>
            <a:endParaRPr lang="en-US" altLang="zh-CN" sz="3200" b="1" dirty="0" smtClean="0"/>
          </a:p>
          <a:p>
            <a:pPr marL="514350" indent="-514350">
              <a:lnSpc>
                <a:spcPct val="150000"/>
              </a:lnSpc>
              <a:buFont typeface="+mj-lt"/>
              <a:buAutoNum type="arabicPeriod"/>
            </a:pPr>
            <a:r>
              <a:rPr lang="zh-CN" altLang="en-US" sz="3200" dirty="0" smtClean="0"/>
              <a:t>排废和体系转移人员判定，音叉与</a:t>
            </a:r>
            <a:r>
              <a:rPr lang="en-US" altLang="zh-CN" sz="3200" dirty="0" smtClean="0"/>
              <a:t>PLC</a:t>
            </a:r>
            <a:r>
              <a:rPr lang="zh-CN" altLang="en-US" sz="3200" dirty="0" smtClean="0"/>
              <a:t>软件改造和验证；</a:t>
            </a:r>
            <a:endParaRPr lang="en-US" altLang="zh-CN" sz="3200" dirty="0" smtClean="0"/>
          </a:p>
          <a:p>
            <a:pPr marL="514350" indent="-514350">
              <a:lnSpc>
                <a:spcPct val="150000"/>
              </a:lnSpc>
              <a:buFont typeface="+mj-lt"/>
              <a:buAutoNum type="arabicPeriod"/>
            </a:pPr>
            <a:r>
              <a:rPr lang="zh-CN" altLang="en-US" sz="3200" dirty="0" smtClean="0"/>
              <a:t>蠕动泵管与</a:t>
            </a:r>
            <a:r>
              <a:rPr lang="en-US" altLang="zh-CN" sz="3200" dirty="0" smtClean="0"/>
              <a:t>DIC/DIPEA</a:t>
            </a:r>
            <a:r>
              <a:rPr lang="zh-CN" altLang="en-US" sz="3200" dirty="0"/>
              <a:t>长</a:t>
            </a:r>
            <a:r>
              <a:rPr lang="zh-CN" altLang="en-US" sz="3200" dirty="0" smtClean="0"/>
              <a:t>时间接触材质兼容性问题，更换为计量泵的方式；</a:t>
            </a:r>
            <a:endParaRPr lang="en-US" altLang="zh-CN" sz="3200" dirty="0" smtClean="0"/>
          </a:p>
          <a:p>
            <a:pPr marL="514350" indent="-514350">
              <a:lnSpc>
                <a:spcPct val="150000"/>
              </a:lnSpc>
              <a:buFont typeface="+mj-lt"/>
              <a:buAutoNum type="arabicPeriod"/>
            </a:pPr>
            <a:r>
              <a:rPr lang="zh-CN" altLang="en-US" sz="3200" dirty="0" smtClean="0"/>
              <a:t>工艺管线，脱保护配液罐及</a:t>
            </a:r>
            <a:r>
              <a:rPr lang="zh-CN" altLang="en-US" sz="3200" dirty="0" smtClean="0"/>
              <a:t>辅助不锈钢设备</a:t>
            </a:r>
            <a:r>
              <a:rPr lang="zh-CN" altLang="en-US" sz="3200" dirty="0" smtClean="0"/>
              <a:t>钝化和检查，清洗和检测；</a:t>
            </a:r>
            <a:endParaRPr lang="en-US" altLang="zh-CN" sz="3200" dirty="0" smtClean="0"/>
          </a:p>
        </p:txBody>
      </p:sp>
    </p:spTree>
    <p:extLst>
      <p:ext uri="{BB962C8B-B14F-4D97-AF65-F5344CB8AC3E}">
        <p14:creationId xmlns:p14="http://schemas.microsoft.com/office/powerpoint/2010/main" val="27230792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0"/>
          </p:nvPr>
        </p:nvSpPr>
        <p:spPr/>
        <p:txBody>
          <a:bodyPr>
            <a:normAutofit fontScale="75000" lnSpcReduction="20000"/>
          </a:bodyPr>
          <a:lstStyle/>
          <a:p>
            <a:pPr>
              <a:defRPr/>
            </a:pPr>
            <a:r>
              <a:rPr lang="en-US" altLang="zh-CN" dirty="0"/>
              <a:t>-</a:t>
            </a:r>
            <a:fld id="{FAEDECE0-B3E3-4E93-9B91-9F10B30F5B07}" type="slidenum">
              <a:rPr lang="en-US" altLang="zh-CN" smtClean="0"/>
              <a:t>2</a:t>
            </a:fld>
            <a:r>
              <a:rPr lang="en-US" altLang="zh-CN" dirty="0"/>
              <a:t>-</a:t>
            </a:r>
            <a:endParaRPr lang="zh-CN" altLang="en-US" dirty="0"/>
          </a:p>
        </p:txBody>
      </p:sp>
      <p:sp>
        <p:nvSpPr>
          <p:cNvPr id="2" name="文本框 1"/>
          <p:cNvSpPr txBox="1"/>
          <p:nvPr/>
        </p:nvSpPr>
        <p:spPr>
          <a:xfrm>
            <a:off x="17365296" y="329923"/>
            <a:ext cx="5652509" cy="769441"/>
          </a:xfrm>
          <a:prstGeom prst="rect">
            <a:avLst/>
          </a:prstGeom>
          <a:noFill/>
        </p:spPr>
        <p:txBody>
          <a:bodyPr wrap="square" rtlCol="0">
            <a:noAutofit/>
          </a:bodyPr>
          <a:lstStyle/>
          <a:p>
            <a:r>
              <a:rPr lang="en-US" altLang="zh-CN" sz="4400" b="1" dirty="0" smtClean="0">
                <a:solidFill>
                  <a:srgbClr val="3C6CB3"/>
                </a:solidFill>
                <a:latin typeface="+mj-ea"/>
                <a:ea typeface="+mj-ea"/>
              </a:rPr>
              <a:t>SPPS option review</a:t>
            </a:r>
            <a:endParaRPr lang="zh-CN" altLang="en-US" sz="4400" b="1" dirty="0">
              <a:solidFill>
                <a:srgbClr val="3C6CB3"/>
              </a:solidFill>
              <a:latin typeface="+mj-ea"/>
              <a:ea typeface="+mj-ea"/>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6199" y="3158718"/>
            <a:ext cx="12472667" cy="6028530"/>
          </a:xfrm>
          <a:prstGeom prst="rect">
            <a:avLst/>
          </a:prstGeom>
        </p:spPr>
      </p:pic>
      <p:sp>
        <p:nvSpPr>
          <p:cNvPr id="3" name="文本框 2"/>
          <p:cNvSpPr txBox="1"/>
          <p:nvPr/>
        </p:nvSpPr>
        <p:spPr>
          <a:xfrm>
            <a:off x="2777706" y="5242341"/>
            <a:ext cx="6745856" cy="1017917"/>
          </a:xfrm>
          <a:prstGeom prst="rect">
            <a:avLst/>
          </a:prstGeom>
          <a:noFill/>
          <a:ln>
            <a:solidFill>
              <a:srgbClr val="FF0000"/>
            </a:solidFill>
          </a:ln>
        </p:spPr>
        <p:txBody>
          <a:bodyPr wrap="square" rtlCol="0">
            <a:spAutoFit/>
          </a:bodyPr>
          <a:lstStyle/>
          <a:p>
            <a:endParaRPr lang="zh-CN" altLang="en-US" dirty="0"/>
          </a:p>
        </p:txBody>
      </p:sp>
      <p:graphicFrame>
        <p:nvGraphicFramePr>
          <p:cNvPr id="5" name="表格 4"/>
          <p:cNvGraphicFramePr>
            <a:graphicFrameLocks noGrp="1"/>
          </p:cNvGraphicFramePr>
          <p:nvPr>
            <p:extLst>
              <p:ext uri="{D42A27DB-BD31-4B8C-83A1-F6EECF244321}">
                <p14:modId xmlns:p14="http://schemas.microsoft.com/office/powerpoint/2010/main" val="4107327540"/>
              </p:ext>
            </p:extLst>
          </p:nvPr>
        </p:nvGraphicFramePr>
        <p:xfrm>
          <a:off x="776201" y="9097368"/>
          <a:ext cx="12472665" cy="2744718"/>
        </p:xfrm>
        <a:graphic>
          <a:graphicData uri="http://schemas.openxmlformats.org/drawingml/2006/table">
            <a:tbl>
              <a:tblPr/>
              <a:tblGrid>
                <a:gridCol w="1316377">
                  <a:extLst>
                    <a:ext uri="{9D8B030D-6E8A-4147-A177-3AD203B41FA5}">
                      <a16:colId xmlns:a16="http://schemas.microsoft.com/office/drawing/2014/main" val="4231785485"/>
                    </a:ext>
                  </a:extLst>
                </a:gridCol>
                <a:gridCol w="2316598">
                  <a:extLst>
                    <a:ext uri="{9D8B030D-6E8A-4147-A177-3AD203B41FA5}">
                      <a16:colId xmlns:a16="http://schemas.microsoft.com/office/drawing/2014/main" val="1118872730"/>
                    </a:ext>
                  </a:extLst>
                </a:gridCol>
                <a:gridCol w="908522">
                  <a:extLst>
                    <a:ext uri="{9D8B030D-6E8A-4147-A177-3AD203B41FA5}">
                      <a16:colId xmlns:a16="http://schemas.microsoft.com/office/drawing/2014/main" val="4186127771"/>
                    </a:ext>
                  </a:extLst>
                </a:gridCol>
                <a:gridCol w="1316377">
                  <a:extLst>
                    <a:ext uri="{9D8B030D-6E8A-4147-A177-3AD203B41FA5}">
                      <a16:colId xmlns:a16="http://schemas.microsoft.com/office/drawing/2014/main" val="1760775270"/>
                    </a:ext>
                  </a:extLst>
                </a:gridCol>
                <a:gridCol w="1316377">
                  <a:extLst>
                    <a:ext uri="{9D8B030D-6E8A-4147-A177-3AD203B41FA5}">
                      <a16:colId xmlns:a16="http://schemas.microsoft.com/office/drawing/2014/main" val="3188875527"/>
                    </a:ext>
                  </a:extLst>
                </a:gridCol>
                <a:gridCol w="2272928">
                  <a:extLst>
                    <a:ext uri="{9D8B030D-6E8A-4147-A177-3AD203B41FA5}">
                      <a16:colId xmlns:a16="http://schemas.microsoft.com/office/drawing/2014/main" val="4178731468"/>
                    </a:ext>
                  </a:extLst>
                </a:gridCol>
                <a:gridCol w="1709109">
                  <a:extLst>
                    <a:ext uri="{9D8B030D-6E8A-4147-A177-3AD203B41FA5}">
                      <a16:colId xmlns:a16="http://schemas.microsoft.com/office/drawing/2014/main" val="4290337702"/>
                    </a:ext>
                  </a:extLst>
                </a:gridCol>
                <a:gridCol w="1316377">
                  <a:extLst>
                    <a:ext uri="{9D8B030D-6E8A-4147-A177-3AD203B41FA5}">
                      <a16:colId xmlns:a16="http://schemas.microsoft.com/office/drawing/2014/main" val="3178622526"/>
                    </a:ext>
                  </a:extLst>
                </a:gridCol>
              </a:tblGrid>
              <a:tr h="914906">
                <a:tc gridSpan="8">
                  <a:txBody>
                    <a:bodyPr/>
                    <a:lstStyle/>
                    <a:p>
                      <a:pPr algn="ctr" fontAlgn="ctr"/>
                      <a:r>
                        <a:rPr lang="zh-CN" altLang="en-US" sz="2400" b="1" i="0" u="none" strike="noStrike" dirty="0">
                          <a:solidFill>
                            <a:srgbClr val="FFFFFF"/>
                          </a:solidFill>
                          <a:effectLst/>
                          <a:latin typeface="微软雅黑" panose="020B0503020204020204" pitchFamily="34" charset="-122"/>
                          <a:ea typeface="微软雅黑" panose="020B0503020204020204" pitchFamily="34" charset="-122"/>
                        </a:rPr>
                        <a:t>Qualification options and charging schedule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745286841"/>
                  </a:ext>
                </a:extLst>
              </a:tr>
              <a:tr h="914906">
                <a:tc>
                  <a:txBody>
                    <a:bodyPr/>
                    <a:lstStyle/>
                    <a:p>
                      <a:pPr algn="ctr" fontAlgn="ctr"/>
                      <a:r>
                        <a:rPr lang="zh-CN" altLang="en-US" sz="2400" b="1" i="0" u="none" strike="noStrike">
                          <a:solidFill>
                            <a:srgbClr val="FFFFFF"/>
                          </a:solidFill>
                          <a:effectLst/>
                          <a:latin typeface="微软雅黑" panose="020B0503020204020204" pitchFamily="34" charset="-122"/>
                          <a:ea typeface="微软雅黑" panose="020B0503020204020204" pitchFamily="34" charset="-122"/>
                        </a:rPr>
                        <a:t>Option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400" b="1" i="0" u="none" strike="noStrike">
                          <a:solidFill>
                            <a:srgbClr val="FFFFFF"/>
                          </a:solidFill>
                          <a:effectLst/>
                          <a:latin typeface="微软雅黑" panose="020B0503020204020204" pitchFamily="34" charset="-122"/>
                          <a:ea typeface="微软雅黑" panose="020B0503020204020204" pitchFamily="34" charset="-122"/>
                        </a:rPr>
                        <a:t>20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400" b="1" i="0" u="none" strike="noStrike">
                          <a:solidFill>
                            <a:srgbClr val="FFFFFF"/>
                          </a:solidFill>
                          <a:effectLst/>
                          <a:latin typeface="微软雅黑" panose="020B0503020204020204" pitchFamily="34" charset="-122"/>
                          <a:ea typeface="微软雅黑" panose="020B0503020204020204" pitchFamily="34" charset="-122"/>
                        </a:rPr>
                        <a:t>21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400" b="1" i="0" u="none" strike="noStrike" dirty="0">
                          <a:solidFill>
                            <a:srgbClr val="FFFFFF"/>
                          </a:solidFill>
                          <a:effectLst/>
                          <a:latin typeface="微软雅黑" panose="020B0503020204020204" pitchFamily="34" charset="-122"/>
                          <a:ea typeface="微软雅黑" panose="020B0503020204020204" pitchFamily="34" charset="-122"/>
                        </a:rPr>
                        <a:t>22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400" b="1" i="0" u="none" strike="noStrike">
                          <a:solidFill>
                            <a:srgbClr val="FFFFFF"/>
                          </a:solidFill>
                          <a:effectLst/>
                          <a:latin typeface="微软雅黑" panose="020B0503020204020204" pitchFamily="34" charset="-122"/>
                          <a:ea typeface="微软雅黑" panose="020B0503020204020204" pitchFamily="34" charset="-122"/>
                        </a:rPr>
                        <a:t>23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400" b="1" i="0" u="none" strike="noStrike">
                          <a:solidFill>
                            <a:srgbClr val="FFFFFF"/>
                          </a:solidFill>
                          <a:effectLst/>
                          <a:latin typeface="微软雅黑" panose="020B0503020204020204" pitchFamily="34" charset="-122"/>
                          <a:ea typeface="微软雅黑" panose="020B0503020204020204" pitchFamily="34" charset="-122"/>
                        </a:rPr>
                        <a:t>24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400" b="1" i="0" u="none" strike="noStrike">
                          <a:solidFill>
                            <a:srgbClr val="FFFFFF"/>
                          </a:solidFill>
                          <a:effectLst/>
                          <a:latin typeface="微软雅黑" panose="020B0503020204020204" pitchFamily="34" charset="-122"/>
                          <a:ea typeface="微软雅黑" panose="020B0503020204020204" pitchFamily="34" charset="-122"/>
                        </a:rPr>
                        <a:t>25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400" b="1" i="0" u="none" strike="noStrike">
                          <a:solidFill>
                            <a:srgbClr val="FFFFFF"/>
                          </a:solidFill>
                          <a:effectLst/>
                          <a:latin typeface="微软雅黑" panose="020B0503020204020204" pitchFamily="34" charset="-122"/>
                          <a:ea typeface="微软雅黑" panose="020B0503020204020204" pitchFamily="34" charset="-122"/>
                        </a:rPr>
                        <a:t>26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extLst>
                  <a:ext uri="{0D108BD9-81ED-4DB2-BD59-A6C34878D82A}">
                    <a16:rowId xmlns:a16="http://schemas.microsoft.com/office/drawing/2014/main" val="736269041"/>
                  </a:ext>
                </a:extLst>
              </a:tr>
              <a:tr h="914906">
                <a:tc>
                  <a:txBody>
                    <a:bodyPr/>
                    <a:lstStyle/>
                    <a:p>
                      <a:pPr algn="ctr" fontAlgn="ctr"/>
                      <a:r>
                        <a:rPr lang="zh-CN" altLang="en-US" sz="2400" b="0" i="0" u="none" strike="noStrike" dirty="0" smtClean="0">
                          <a:solidFill>
                            <a:srgbClr val="000000"/>
                          </a:solidFill>
                          <a:effectLst/>
                          <a:latin typeface="微软雅黑" panose="020B0503020204020204" pitchFamily="34" charset="-122"/>
                          <a:ea typeface="微软雅黑" panose="020B0503020204020204" pitchFamily="34" charset="-122"/>
                        </a:rPr>
                        <a:t>Option 1</a:t>
                      </a:r>
                      <a:endParaRPr lang="en-US" altLang="zh-CN" sz="2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2400" b="0" i="0" u="none" strike="noStrike">
                          <a:solidFill>
                            <a:srgbClr val="000000"/>
                          </a:solidFill>
                          <a:effectLst/>
                          <a:latin typeface="微软雅黑" panose="020B0503020204020204" pitchFamily="34" charset="-122"/>
                          <a:ea typeface="微软雅黑" panose="020B0503020204020204" pitchFamily="34" charset="-122"/>
                        </a:rPr>
                        <a:t>Software upgrade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zh-CN" altLang="en-US" sz="2400" b="0" i="0" u="none" strike="noStrike">
                          <a:solidFill>
                            <a:srgbClr val="000000"/>
                          </a:solidFill>
                          <a:effectLst/>
                          <a:latin typeface="微软雅黑" panose="020B0503020204020204" pitchFamily="34" charset="-122"/>
                          <a:ea typeface="微软雅黑" panose="020B0503020204020204" pitchFamily="34" charset="-122"/>
                        </a:rPr>
                        <a:t>Verification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gridSpan="2">
                  <a:txBody>
                    <a:bodyPr/>
                    <a:lstStyle/>
                    <a:p>
                      <a:pPr algn="ctr" fontAlgn="ctr"/>
                      <a:r>
                        <a:rPr lang="zh-CN" altLang="en-US" sz="2400" b="0" i="0" u="none" strike="noStrike">
                          <a:solidFill>
                            <a:srgbClr val="000000"/>
                          </a:solidFill>
                          <a:effectLst/>
                          <a:latin typeface="微软雅黑" panose="020B0503020204020204" pitchFamily="34" charset="-122"/>
                          <a:ea typeface="微软雅黑" panose="020B0503020204020204" pitchFamily="34" charset="-122"/>
                        </a:rPr>
                        <a:t>Iodine trial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a:txBody>
                    <a:bodyPr/>
                    <a:lstStyle/>
                    <a:p>
                      <a:pPr algn="ctr" fontAlgn="ctr"/>
                      <a:r>
                        <a:rPr lang="en-US" sz="2400" b="0" i="0" u="none" strike="noStrike">
                          <a:solidFill>
                            <a:srgbClr val="000000"/>
                          </a:solidFill>
                          <a:effectLst/>
                          <a:latin typeface="微软雅黑" panose="020B0503020204020204" pitchFamily="34" charset="-122"/>
                          <a:ea typeface="微软雅黑" panose="020B0503020204020204" pitchFamily="34" charset="-122"/>
                        </a:rPr>
                        <a:t>CMa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2400" b="1" i="0" u="none" strike="noStrike" dirty="0">
                          <a:solidFill>
                            <a:srgbClr val="0070C0"/>
                          </a:solidFill>
                          <a:effectLst/>
                          <a:latin typeface="微软雅黑" panose="020B0503020204020204" pitchFamily="34" charset="-122"/>
                          <a:ea typeface="微软雅黑" panose="020B0503020204020204" pitchFamily="34" charset="-122"/>
                        </a:rPr>
                        <a:t>Charge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85013910"/>
                  </a:ext>
                </a:extLst>
              </a:tr>
            </a:tbl>
          </a:graphicData>
        </a:graphic>
      </p:graphicFrame>
      <p:sp>
        <p:nvSpPr>
          <p:cNvPr id="7" name="文本框 6"/>
          <p:cNvSpPr txBox="1"/>
          <p:nvPr/>
        </p:nvSpPr>
        <p:spPr>
          <a:xfrm>
            <a:off x="13646989" y="2589838"/>
            <a:ext cx="4744528" cy="461665"/>
          </a:xfrm>
          <a:prstGeom prst="rect">
            <a:avLst/>
          </a:prstGeom>
          <a:noFill/>
        </p:spPr>
        <p:txBody>
          <a:bodyPr wrap="square" rtlCol="0">
            <a:noAutofit/>
          </a:bodyPr>
          <a:lstStyle/>
          <a:p>
            <a:r>
              <a:rPr lang="zh-CN" altLang="en-US" sz="2400" b="1" dirty="0" smtClean="0">
                <a:solidFill>
                  <a:srgbClr val="0070C0"/>
                </a:solidFill>
                <a:latin typeface="+mj-ea"/>
                <a:ea typeface="+mj-ea"/>
              </a:rPr>
              <a:t>Option assessment</a:t>
            </a:r>
            <a:endParaRPr lang="zh-CN" altLang="en-US" sz="2400" b="1" dirty="0">
              <a:solidFill>
                <a:srgbClr val="0070C0"/>
              </a:solidFill>
              <a:latin typeface="+mj-ea"/>
              <a:ea typeface="+mj-ea"/>
            </a:endParaRPr>
          </a:p>
        </p:txBody>
      </p:sp>
      <p:sp>
        <p:nvSpPr>
          <p:cNvPr id="8" name="矩形 7"/>
          <p:cNvSpPr/>
          <p:nvPr/>
        </p:nvSpPr>
        <p:spPr>
          <a:xfrm>
            <a:off x="13646989" y="3101694"/>
            <a:ext cx="9661584" cy="5737506"/>
          </a:xfrm>
          <a:prstGeom prst="rect">
            <a:avLst/>
          </a:prstGeom>
        </p:spPr>
        <p:txBody>
          <a:bodyPr wrap="square">
            <a:noAutofit/>
          </a:bodyPr>
          <a:lstStyle/>
          <a:p>
            <a:pPr marL="457200" indent="-457200">
              <a:lnSpc>
                <a:spcPct val="110000"/>
              </a:lnSpc>
              <a:buAutoNum type="arabicPeriod"/>
            </a:pPr>
            <a:r>
              <a:rPr lang="en-US" altLang="zh-CN" sz="2400" dirty="0" smtClean="0">
                <a:latin typeface="+mj-ea"/>
                <a:ea typeface="+mj-ea"/>
              </a:rPr>
              <a:t>Option 1 has audible and visual HH/LL alarms, plus H/L warnings. Floor response is immediate, so an excursion outside the process range is seen at once.</a:t>
            </a:r>
          </a:p>
          <a:p>
            <a:pPr marL="457200" lvl="0" indent="-457200">
              <a:lnSpc>
                <a:spcPct val="110000"/>
              </a:lnSpc>
              <a:buFont typeface="+mj-lt"/>
              <a:buAutoNum type="arabicPeriod"/>
              <a:defRPr/>
            </a:pPr>
            <a:r>
              <a:rPr lang="en-US" altLang="zh-CN" sz="2400" dirty="0" smtClean="0">
                <a:latin typeface="+mj-ea"/>
                <a:ea typeface="+mj-ea"/>
              </a:rPr>
              <a:t>High/low </a:t>
            </a:r>
            <a:r>
              <a:rPr lang="en-US" altLang="zh-CN" sz="2400" dirty="0">
                <a:latin typeface="+mj-ea"/>
                <a:ea typeface="+mj-ea"/>
              </a:rPr>
              <a:t>alarms only, set as warnings. Personnel respond on the floor. An excursion is confirmed by checking the OR against the electronic data.</a:t>
            </a:r>
          </a:p>
          <a:p>
            <a:pPr marL="457200" lvl="0" indent="-457200">
              <a:lnSpc>
                <a:spcPct val="110000"/>
              </a:lnSpc>
              <a:buFont typeface="+mj-lt"/>
              <a:buAutoNum type="arabicPeriod"/>
              <a:defRPr/>
            </a:pPr>
            <a:r>
              <a:rPr lang="en-US" altLang="zh-CN" sz="2400" dirty="0" smtClean="0">
                <a:latin typeface="+mj-ea"/>
                <a:ea typeface="+mj-ea"/>
              </a:rPr>
              <a:t>The </a:t>
            </a:r>
            <a:r>
              <a:rPr lang="en-US" altLang="zh-CN" sz="2400" dirty="0">
                <a:latin typeface="+mj-ea"/>
                <a:ea typeface="+mj-ea"/>
              </a:rPr>
              <a:t>MOR already records the minimum and maximum temperature for each operation, so a missed excursion is unlikely</a:t>
            </a:r>
            <a:r>
              <a:rPr lang="en-US" altLang="zh-CN" sz="2400" dirty="0" smtClean="0">
                <a:latin typeface="+mj-ea"/>
                <a:ea typeface="+mj-ea"/>
              </a:rPr>
              <a:t>.</a:t>
            </a:r>
          </a:p>
          <a:p>
            <a:pPr lvl="0">
              <a:lnSpc>
                <a:spcPct val="110000"/>
              </a:lnSpc>
              <a:defRPr/>
            </a:pPr>
            <a:endParaRPr lang="en-US" altLang="zh-CN" sz="2400" dirty="0">
              <a:latin typeface="+mj-ea"/>
              <a:ea typeface="+mj-ea"/>
            </a:endParaRPr>
          </a:p>
          <a:p>
            <a:pPr lvl="0">
              <a:lnSpc>
                <a:spcPct val="110000"/>
              </a:lnSpc>
              <a:defRPr/>
            </a:pPr>
            <a:r>
              <a:rPr lang="zh-CN" altLang="en-US" sz="2400" dirty="0" smtClean="0">
                <a:latin typeface="+mj-ea"/>
                <a:ea typeface="+mj-ea"/>
              </a:rPr>
              <a:t>软件升级需要</a:t>
            </a:r>
            <a:r>
              <a:rPr lang="en-US" altLang="zh-CN" sz="2400" dirty="0" smtClean="0">
                <a:latin typeface="+mj-ea"/>
                <a:ea typeface="+mj-ea"/>
              </a:rPr>
              <a:t>3d</a:t>
            </a:r>
            <a:r>
              <a:rPr lang="zh-CN" altLang="en-US" sz="2400" dirty="0" smtClean="0">
                <a:latin typeface="+mj-ea"/>
                <a:ea typeface="+mj-ea"/>
              </a:rPr>
              <a:t>时间，我们评估目前软件和</a:t>
            </a:r>
            <a:r>
              <a:rPr lang="en-US" altLang="zh-CN" sz="2400" dirty="0" smtClean="0">
                <a:latin typeface="+mj-ea"/>
                <a:ea typeface="+mj-ea"/>
              </a:rPr>
              <a:t>MOR</a:t>
            </a:r>
            <a:r>
              <a:rPr lang="zh-CN" altLang="en-US" sz="2400" dirty="0" smtClean="0">
                <a:latin typeface="+mj-ea"/>
                <a:ea typeface="+mj-ea"/>
              </a:rPr>
              <a:t>设定温度极值的方式可满足生产需求。</a:t>
            </a:r>
            <a:endParaRPr lang="en-US" altLang="zh-CN" sz="2400" dirty="0">
              <a:latin typeface="+mj-ea"/>
              <a:ea typeface="+mj-ea"/>
            </a:endParaRPr>
          </a:p>
          <a:p>
            <a:pPr marL="457200" indent="-457200">
              <a:lnSpc>
                <a:spcPct val="110000"/>
              </a:lnSpc>
              <a:buAutoNum type="arabicPeriod"/>
            </a:pPr>
            <a:endParaRPr lang="en-US" altLang="zh-CN" sz="2400" dirty="0" smtClean="0">
              <a:latin typeface="+mj-ea"/>
              <a:ea typeface="+mj-ea"/>
            </a:endParaRPr>
          </a:p>
        </p:txBody>
      </p:sp>
      <p:sp>
        <p:nvSpPr>
          <p:cNvPr id="9" name="矩形 8"/>
          <p:cNvSpPr/>
          <p:nvPr/>
        </p:nvSpPr>
        <p:spPr>
          <a:xfrm>
            <a:off x="13646989" y="4337988"/>
            <a:ext cx="9661585" cy="2862322"/>
          </a:xfrm>
          <a:prstGeom prst="rect">
            <a:avLst/>
          </a:prstGeom>
        </p:spPr>
        <p:txBody>
          <a:bodyPr wrap="square">
            <a:noAutofit/>
          </a:bodyPr>
          <a:lstStyle/>
          <a:p>
            <a:pPr>
              <a:lnSpc>
                <a:spcPct val="110000"/>
              </a:lnSpc>
            </a:pPr>
            <a:endParaRPr lang="en-US" altLang="zh-CN" sz="2400" dirty="0" smtClean="0">
              <a:latin typeface="+mj-ea"/>
              <a:ea typeface="+mj-ea"/>
            </a:endParaRPr>
          </a:p>
        </p:txBody>
      </p:sp>
      <p:sp>
        <p:nvSpPr>
          <p:cNvPr id="12" name="文本框 11"/>
          <p:cNvSpPr txBox="1"/>
          <p:nvPr/>
        </p:nvSpPr>
        <p:spPr>
          <a:xfrm>
            <a:off x="7211683" y="4119229"/>
            <a:ext cx="2432649" cy="461665"/>
          </a:xfrm>
          <a:prstGeom prst="rect">
            <a:avLst/>
          </a:prstGeom>
          <a:noFill/>
        </p:spPr>
        <p:txBody>
          <a:bodyPr wrap="square" rtlCol="0">
            <a:noAutofit/>
          </a:bodyPr>
          <a:lstStyle/>
          <a:p>
            <a:r>
              <a:rPr lang="zh-CN" altLang="en-US" sz="2400" b="1" dirty="0" smtClean="0">
                <a:solidFill>
                  <a:srgbClr val="FF0000"/>
                </a:solidFill>
                <a:latin typeface="+mj-ea"/>
                <a:ea typeface="+mj-ea"/>
              </a:rPr>
              <a:t>Software update</a:t>
            </a:r>
            <a:endParaRPr lang="zh-CN" altLang="en-US" sz="2400" b="1" dirty="0">
              <a:solidFill>
                <a:srgbClr val="FF0000"/>
              </a:solidFill>
              <a:latin typeface="+mj-ea"/>
              <a:ea typeface="+mj-ea"/>
            </a:endParaRPr>
          </a:p>
        </p:txBody>
      </p:sp>
      <p:sp>
        <p:nvSpPr>
          <p:cNvPr id="13" name="文本框 12"/>
          <p:cNvSpPr txBox="1"/>
          <p:nvPr/>
        </p:nvSpPr>
        <p:spPr>
          <a:xfrm>
            <a:off x="1937991" y="1799012"/>
            <a:ext cx="17721609" cy="790826"/>
          </a:xfrm>
          <a:prstGeom prst="rect">
            <a:avLst/>
          </a:prstGeom>
          <a:noFill/>
        </p:spPr>
        <p:txBody>
          <a:bodyPr wrap="square" rtlCol="0">
            <a:noAutofit/>
          </a:bodyPr>
          <a:lstStyle/>
          <a:p>
            <a:r>
              <a:rPr lang="en-US" altLang="zh-CN" sz="3200" dirty="0" smtClean="0">
                <a:solidFill>
                  <a:schemeClr val="tx1"/>
                </a:solidFill>
                <a:latin typeface="+mn-lt"/>
                <a:ea typeface="+mn-ea"/>
              </a:rPr>
              <a:t>2. Add high-high and low-low jacket-temperature alarms for synthesizer SY16 to the PLC.</a:t>
            </a:r>
            <a:endParaRPr lang="zh-CN" altLang="en-US" sz="3200" dirty="0">
              <a:solidFill>
                <a:schemeClr val="tx1"/>
              </a:solidFill>
              <a:latin typeface="+mn-lt"/>
              <a:ea typeface="+mn-ea"/>
            </a:endParaRPr>
          </a:p>
        </p:txBody>
      </p:sp>
      <p:sp>
        <p:nvSpPr>
          <p:cNvPr id="14" name="矩形 13"/>
          <p:cNvSpPr/>
          <p:nvPr/>
        </p:nvSpPr>
        <p:spPr>
          <a:xfrm>
            <a:off x="13646989" y="4580894"/>
            <a:ext cx="9661585" cy="2862322"/>
          </a:xfrm>
          <a:prstGeom prst="rect">
            <a:avLst/>
          </a:prstGeom>
        </p:spPr>
        <p:txBody>
          <a:bodyPr wrap="square">
            <a:noAutofit/>
          </a:bodyPr>
          <a:lstStyle/>
          <a:p>
            <a:pPr marL="0" marR="0" lvl="0" indent="0" algn="l" defTabSz="825500" rtl="0" eaLnBrk="1" fontAlgn="base" latinLnBrk="0" hangingPunct="1">
              <a:lnSpc>
                <a:spcPct val="110000"/>
              </a:lnSpc>
              <a:spcBef>
                <a:spcPct val="0"/>
              </a:spcBef>
              <a:spcAft>
                <a:spcPct val="0"/>
              </a:spcAft>
              <a:buClrTx/>
              <a:buSzTx/>
              <a:buFontTx/>
              <a:buNone/>
              <a:tabLst/>
              <a:defRPr/>
            </a:pPr>
            <a:endParaRPr kumimoji="0" lang="en-US" altLang="zh-CN" sz="2400" b="0" i="0" u="none" strike="noStrike" kern="1200" cap="none" spc="0" normalizeH="0" baseline="0" noProof="0" dirty="0" smtClean="0">
              <a:ln>
                <a:noFill/>
              </a:ln>
              <a:solidFill>
                <a:srgbClr val="252D30"/>
              </a:solidFill>
              <a:effectLst/>
              <a:uLnTx/>
              <a:uFillTx/>
              <a:latin typeface="微软雅黑"/>
              <a:ea typeface="微软雅黑"/>
              <a:cs typeface="+mn-cs"/>
              <a:sym typeface="Arial" panose="020B0604020202020204" pitchFamily="34" charset="0"/>
            </a:endParaRPr>
          </a:p>
        </p:txBody>
      </p:sp>
    </p:spTree>
    <p:extLst>
      <p:ext uri="{BB962C8B-B14F-4D97-AF65-F5344CB8AC3E}">
        <p14:creationId xmlns:p14="http://schemas.microsoft.com/office/powerpoint/2010/main" val="1271806267"/>
      </p:ext>
    </p:extLst>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5B17F8C1-CFD8-1314-B9D2-44E259DAA423}"/>
              </a:ext>
            </a:extLst>
          </p:cNvPr>
          <p:cNvSpPr txBox="1"/>
          <p:nvPr/>
        </p:nvSpPr>
        <p:spPr>
          <a:xfrm>
            <a:off x="8588077" y="294769"/>
            <a:ext cx="15074411" cy="769439"/>
          </a:xfrm>
          <a:prstGeom prst="rect">
            <a:avLst/>
          </a:prstGeom>
          <a:noFill/>
          <a:ln w="12700" cap="flat">
            <a:noFill/>
            <a:miter lim="400000"/>
          </a:ln>
          <a:effectLst/>
        </p:spPr>
        <p:txBody>
          <a:bodyPr rot="0" spcFirstLastPara="1" vertOverflow="overflow" horzOverflow="overflow" vert="horz" wrap="square" lIns="45719" tIns="45719" rIns="45719" bIns="45719" numCol="1" spcCol="38100" rtlCol="0" anchor="t">
            <a:spAutoFit/>
          </a:bodyPr>
          <a:lstStyle/>
          <a:p>
            <a:pPr algn="r" fontAlgn="auto" hangingPunct="0">
              <a:spcBef>
                <a:spcPts val="0"/>
              </a:spcBef>
              <a:spcAft>
                <a:spcPts val="0"/>
              </a:spcAft>
              <a:defRPr/>
            </a:pPr>
            <a:r>
              <a:rPr lang="en-US" altLang="zh-CN" sz="4400" dirty="0">
                <a:solidFill>
                  <a:schemeClr val="accent1">
                    <a:lumMod val="50000"/>
                  </a:schemeClr>
                </a:solidFill>
              </a:rPr>
              <a:t>Spray-ball installation</a:t>
            </a:r>
            <a:endParaRPr lang="zh-CN" altLang="en-US" sz="4400" b="1" dirty="0">
              <a:solidFill>
                <a:schemeClr val="accent1">
                  <a:lumMod val="50000"/>
                </a:schemeClr>
              </a:solidFill>
              <a:latin typeface="微软雅黑" panose="020B0503020204020204" pitchFamily="34" charset="-122"/>
              <a:ea typeface="微软雅黑" panose="020B0503020204020204" pitchFamily="34" charset="-122"/>
              <a:cs typeface="Arial" panose="020B0604020202020204"/>
            </a:endParaRPr>
          </a:p>
        </p:txBody>
      </p:sp>
      <p:sp>
        <p:nvSpPr>
          <p:cNvPr id="5" name="文本框 4"/>
          <p:cNvSpPr txBox="1"/>
          <p:nvPr/>
        </p:nvSpPr>
        <p:spPr>
          <a:xfrm>
            <a:off x="1931130" y="1990988"/>
            <a:ext cx="17538584" cy="1015663"/>
          </a:xfrm>
          <a:prstGeom prst="rect">
            <a:avLst/>
          </a:prstGeom>
          <a:noFill/>
        </p:spPr>
        <p:txBody>
          <a:bodyPr wrap="none" rtlCol="0">
            <a:spAutoFit/>
          </a:bodyPr>
          <a:lstStyle/>
          <a:p>
            <a:pPr lvl="0"/>
            <a:r>
              <a:rPr lang="en-US" altLang="zh-CN" sz="3200" dirty="0" smtClean="0">
                <a:solidFill>
                  <a:schemeClr val="tx1"/>
                </a:solidFill>
                <a:latin typeface="+mn-lt"/>
                <a:ea typeface="+mn-ea"/>
              </a:rPr>
              <a:t>1. Spray-ball installation, coverage test, riboflavin cleaning, and particulate check for AT09/AT01.</a:t>
            </a:r>
            <a:endParaRPr lang="zh-CN" altLang="zh-CN" sz="3200" dirty="0">
              <a:solidFill>
                <a:schemeClr val="tx1"/>
              </a:solidFill>
              <a:latin typeface="+mn-lt"/>
              <a:ea typeface="+mn-ea"/>
            </a:endParaRPr>
          </a:p>
          <a:p>
            <a:endParaRPr lang="zh-CN" altLang="en-US" sz="2800" dirty="0"/>
          </a:p>
        </p:txBody>
      </p:sp>
      <p:sp>
        <p:nvSpPr>
          <p:cNvPr id="3" name="矩形 2"/>
          <p:cNvSpPr/>
          <p:nvPr/>
        </p:nvSpPr>
        <p:spPr>
          <a:xfrm>
            <a:off x="1575530" y="2550971"/>
            <a:ext cx="21436870" cy="5016758"/>
          </a:xfrm>
          <a:prstGeom prst="rect">
            <a:avLst/>
          </a:prstGeom>
        </p:spPr>
        <p:txBody>
          <a:bodyPr wrap="square">
            <a:spAutoFit/>
          </a:bodyPr>
          <a:lstStyle/>
          <a:p>
            <a:r>
              <a:rPr lang="en-US" altLang="zh-CN" sz="3200" dirty="0">
                <a:solidFill>
                  <a:srgbClr val="0000FF"/>
                </a:solidFill>
                <a:latin typeface="+mn-lt"/>
                <a:ea typeface="+mn-ea"/>
              </a:rPr>
              <a:t>ASYM</a:t>
            </a:r>
            <a:r>
              <a:rPr lang="en-US" altLang="zh-CN" sz="3200" dirty="0" smtClean="0">
                <a:solidFill>
                  <a:srgbClr val="0000FF"/>
                </a:solidFill>
                <a:latin typeface="+mn-lt"/>
                <a:ea typeface="+mn-ea"/>
              </a:rPr>
              <a:t>:</a:t>
            </a:r>
          </a:p>
          <a:p>
            <a:r>
              <a:rPr lang="en-US" altLang="zh-CN" sz="3200" dirty="0" smtClean="0">
                <a:solidFill>
                  <a:srgbClr val="0000FF"/>
                </a:solidFill>
                <a:latin typeface="+mn-lt"/>
                <a:ea typeface="+mn-ea"/>
              </a:rPr>
              <a:t>1</a:t>
            </a:r>
            <a:r>
              <a:rPr lang="en-US" altLang="zh-CN" sz="3200" dirty="0">
                <a:solidFill>
                  <a:srgbClr val="0000FF"/>
                </a:solidFill>
                <a:latin typeface="+mn-lt"/>
                <a:ea typeface="+mn-ea"/>
              </a:rPr>
              <a:t>. A stainless steel spray ball was used for the spray coverage test on mixing vessel AT09. Iodine is not compatible with prolonged stainless-steel contact, so this spray ball will be used only as a temporary accessory and will not remain in the vessel</a:t>
            </a:r>
            <a:r>
              <a:rPr lang="en-US" altLang="zh-CN" sz="3200" dirty="0" smtClean="0">
                <a:solidFill>
                  <a:srgbClr val="0000FF"/>
                </a:solidFill>
                <a:latin typeface="+mn-lt"/>
                <a:ea typeface="+mn-ea"/>
              </a:rPr>
              <a:t>.</a:t>
            </a:r>
          </a:p>
          <a:p>
            <a:r>
              <a:rPr lang="en-US" altLang="zh-CN" sz="3200" dirty="0" smtClean="0">
                <a:solidFill>
                  <a:srgbClr val="0000FF"/>
                </a:solidFill>
                <a:latin typeface="+mn-lt"/>
                <a:ea typeface="+mn-ea"/>
              </a:rPr>
              <a:t>2</a:t>
            </a:r>
            <a:r>
              <a:rPr lang="en-US" altLang="zh-CN" sz="3200" dirty="0">
                <a:solidFill>
                  <a:srgbClr val="0000FF"/>
                </a:solidFill>
                <a:latin typeface="+mn-lt"/>
                <a:ea typeface="+mn-ea"/>
              </a:rPr>
              <a:t>. A PTFE spray ball has been purchased for mixing vessel AT09, following Lilly's recommendation and material-compatibility assessment. Given the project timeline, we recommend a trial run and completion of the supplemental spray-coverage verification and cleaning confirmation before this vessel is used for the project</a:t>
            </a:r>
            <a:r>
              <a:rPr lang="en-US" altLang="zh-CN" sz="3200" dirty="0" smtClean="0">
                <a:solidFill>
                  <a:srgbClr val="0000FF"/>
                </a:solidFill>
                <a:latin typeface="+mn-lt"/>
                <a:ea typeface="+mn-ea"/>
              </a:rPr>
              <a:t>.</a:t>
            </a:r>
          </a:p>
          <a:p>
            <a:r>
              <a:rPr lang="en-US" altLang="zh-CN" sz="3200" dirty="0" smtClean="0">
                <a:solidFill>
                  <a:srgbClr val="0000FF"/>
                </a:solidFill>
                <a:latin typeface="+mn-lt"/>
                <a:ea typeface="+mn-ea"/>
              </a:rPr>
              <a:t>Proposed </a:t>
            </a:r>
            <a:r>
              <a:rPr lang="en-US" altLang="zh-CN" sz="3200" dirty="0">
                <a:solidFill>
                  <a:srgbClr val="0000FF"/>
                </a:solidFill>
                <a:latin typeface="+mn-lt"/>
                <a:ea typeface="+mn-ea"/>
              </a:rPr>
              <a:t>completion date: </a:t>
            </a:r>
            <a:r>
              <a:rPr lang="en-US" altLang="zh-CN" sz="3200" dirty="0" smtClean="0">
                <a:solidFill>
                  <a:srgbClr val="0000FF"/>
                </a:solidFill>
                <a:latin typeface="+mn-lt"/>
                <a:ea typeface="+mn-ea"/>
              </a:rPr>
              <a:t>10/20/2026</a:t>
            </a:r>
          </a:p>
          <a:p>
            <a:r>
              <a:rPr lang="en-US" altLang="zh-CN" sz="3200" dirty="0" smtClean="0">
                <a:solidFill>
                  <a:srgbClr val="0000FF"/>
                </a:solidFill>
                <a:latin typeface="+mn-lt"/>
                <a:ea typeface="+mn-ea"/>
              </a:rPr>
              <a:t>3</a:t>
            </a:r>
            <a:r>
              <a:rPr lang="en-US" altLang="zh-CN" sz="3200" dirty="0">
                <a:solidFill>
                  <a:srgbClr val="0000FF"/>
                </a:solidFill>
                <a:latin typeface="+mn-lt"/>
                <a:ea typeface="+mn-ea"/>
              </a:rPr>
              <a:t>. Mixing vessel AT01 is equipped with a spray ball and has completed spray coverage testing. The missing on-site identification tag has been corrected. </a:t>
            </a:r>
            <a:endParaRPr lang="zh-CN" altLang="en-US" sz="3200" dirty="0">
              <a:solidFill>
                <a:srgbClr val="0000FF"/>
              </a:solidFill>
              <a:latin typeface="+mn-lt"/>
              <a:ea typeface="+mn-ea"/>
            </a:endParaRPr>
          </a:p>
        </p:txBody>
      </p:sp>
      <p:grpSp>
        <p:nvGrpSpPr>
          <p:cNvPr id="8" name="组合 7"/>
          <p:cNvGrpSpPr/>
          <p:nvPr/>
        </p:nvGrpSpPr>
        <p:grpSpPr>
          <a:xfrm>
            <a:off x="19864644" y="9075651"/>
            <a:ext cx="3320866" cy="3945467"/>
            <a:chOff x="9436100" y="9143999"/>
            <a:chExt cx="2959100" cy="3945467"/>
          </a:xfrm>
        </p:grpSpPr>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36100" y="9143999"/>
              <a:ext cx="2959100" cy="3945467"/>
            </a:xfrm>
            <a:prstGeom prst="rect">
              <a:avLst/>
            </a:prstGeom>
          </p:spPr>
        </p:pic>
        <p:sp>
          <p:nvSpPr>
            <p:cNvPr id="7" name="文本框 6"/>
            <p:cNvSpPr txBox="1"/>
            <p:nvPr/>
          </p:nvSpPr>
          <p:spPr>
            <a:xfrm>
              <a:off x="9906000" y="12649200"/>
              <a:ext cx="2119683" cy="400110"/>
            </a:xfrm>
            <a:prstGeom prst="rect">
              <a:avLst/>
            </a:prstGeom>
            <a:noFill/>
          </p:spPr>
          <p:txBody>
            <a:bodyPr wrap="none" rtlCol="0">
              <a:spAutoFit/>
            </a:bodyPr>
            <a:lstStyle/>
            <a:p>
              <a:r>
                <a:rPr lang="en-US" altLang="zh-CN" dirty="0" smtClean="0">
                  <a:solidFill>
                    <a:srgbClr val="FF0000"/>
                  </a:solidFill>
                </a:rPr>
                <a:t>TJ4S-1200-AT01</a:t>
              </a:r>
              <a:endParaRPr lang="zh-CN" altLang="en-US" dirty="0">
                <a:solidFill>
                  <a:srgbClr val="FF0000"/>
                </a:solidFill>
              </a:endParaRPr>
            </a:p>
          </p:txBody>
        </p:sp>
      </p:grpSp>
      <p:grpSp>
        <p:nvGrpSpPr>
          <p:cNvPr id="11" name="组合 10"/>
          <p:cNvGrpSpPr/>
          <p:nvPr/>
        </p:nvGrpSpPr>
        <p:grpSpPr>
          <a:xfrm>
            <a:off x="13950273" y="9075651"/>
            <a:ext cx="5499679" cy="3811281"/>
            <a:chOff x="8302961" y="9397928"/>
            <a:chExt cx="5101553" cy="3411171"/>
          </a:xfrm>
        </p:grpSpPr>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2961" y="9397928"/>
              <a:ext cx="2558378" cy="3411171"/>
            </a:xfrm>
            <a:prstGeom prst="rect">
              <a:avLst/>
            </a:prstGeom>
          </p:spPr>
        </p:pic>
        <p:pic>
          <p:nvPicPr>
            <p:cNvPr id="9" name="图片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61339" y="9418199"/>
              <a:ext cx="2543175" cy="3390900"/>
            </a:xfrm>
            <a:prstGeom prst="rect">
              <a:avLst/>
            </a:prstGeom>
          </p:spPr>
        </p:pic>
        <p:sp>
          <p:nvSpPr>
            <p:cNvPr id="10" name="文本框 9"/>
            <p:cNvSpPr txBox="1"/>
            <p:nvPr/>
          </p:nvSpPr>
          <p:spPr>
            <a:xfrm>
              <a:off x="8639320" y="12361334"/>
              <a:ext cx="4444037" cy="400110"/>
            </a:xfrm>
            <a:prstGeom prst="rect">
              <a:avLst/>
            </a:prstGeom>
            <a:noFill/>
          </p:spPr>
          <p:txBody>
            <a:bodyPr wrap="none" rtlCol="0">
              <a:spAutoFit/>
            </a:bodyPr>
            <a:lstStyle/>
            <a:p>
              <a:r>
                <a:rPr lang="en-US" altLang="zh-CN" dirty="0">
                  <a:solidFill>
                    <a:srgbClr val="FF0000"/>
                  </a:solidFill>
                </a:rPr>
                <a:t>TJ4S-1213-AT09Dedicated spray ball</a:t>
              </a:r>
              <a:endParaRPr lang="zh-CN" altLang="en-US" dirty="0">
                <a:solidFill>
                  <a:srgbClr val="FF0000"/>
                </a:solidFill>
              </a:endParaRPr>
            </a:p>
          </p:txBody>
        </p:sp>
      </p:grpSp>
      <p:graphicFrame>
        <p:nvGraphicFramePr>
          <p:cNvPr id="12" name="表格 11"/>
          <p:cNvGraphicFramePr>
            <a:graphicFrameLocks noGrp="1"/>
          </p:cNvGraphicFramePr>
          <p:nvPr>
            <p:extLst>
              <p:ext uri="{D42A27DB-BD31-4B8C-83A1-F6EECF244321}">
                <p14:modId xmlns:p14="http://schemas.microsoft.com/office/powerpoint/2010/main" val="1863111464"/>
              </p:ext>
            </p:extLst>
          </p:nvPr>
        </p:nvGraphicFramePr>
        <p:xfrm>
          <a:off x="1587166" y="9836728"/>
          <a:ext cx="11573024" cy="2996960"/>
        </p:xfrm>
        <a:graphic>
          <a:graphicData uri="http://schemas.openxmlformats.org/drawingml/2006/table">
            <a:tbl>
              <a:tblPr/>
              <a:tblGrid>
                <a:gridCol w="1479884">
                  <a:extLst>
                    <a:ext uri="{9D8B030D-6E8A-4147-A177-3AD203B41FA5}">
                      <a16:colId xmlns:a16="http://schemas.microsoft.com/office/drawing/2014/main" val="4231785485"/>
                    </a:ext>
                  </a:extLst>
                </a:gridCol>
                <a:gridCol w="1891048">
                  <a:extLst>
                    <a:ext uri="{9D8B030D-6E8A-4147-A177-3AD203B41FA5}">
                      <a16:colId xmlns:a16="http://schemas.microsoft.com/office/drawing/2014/main" val="1118872730"/>
                    </a:ext>
                  </a:extLst>
                </a:gridCol>
                <a:gridCol w="842991">
                  <a:extLst>
                    <a:ext uri="{9D8B030D-6E8A-4147-A177-3AD203B41FA5}">
                      <a16:colId xmlns:a16="http://schemas.microsoft.com/office/drawing/2014/main" val="4186127771"/>
                    </a:ext>
                  </a:extLst>
                </a:gridCol>
                <a:gridCol w="2523761">
                  <a:extLst>
                    <a:ext uri="{9D8B030D-6E8A-4147-A177-3AD203B41FA5}">
                      <a16:colId xmlns:a16="http://schemas.microsoft.com/office/drawing/2014/main" val="1760775270"/>
                    </a:ext>
                  </a:extLst>
                </a:gridCol>
                <a:gridCol w="1676400">
                  <a:extLst>
                    <a:ext uri="{9D8B030D-6E8A-4147-A177-3AD203B41FA5}">
                      <a16:colId xmlns:a16="http://schemas.microsoft.com/office/drawing/2014/main" val="3188875527"/>
                    </a:ext>
                  </a:extLst>
                </a:gridCol>
                <a:gridCol w="1657350">
                  <a:extLst>
                    <a:ext uri="{9D8B030D-6E8A-4147-A177-3AD203B41FA5}">
                      <a16:colId xmlns:a16="http://schemas.microsoft.com/office/drawing/2014/main" val="4178731468"/>
                    </a:ext>
                  </a:extLst>
                </a:gridCol>
                <a:gridCol w="704850">
                  <a:extLst>
                    <a:ext uri="{9D8B030D-6E8A-4147-A177-3AD203B41FA5}">
                      <a16:colId xmlns:a16="http://schemas.microsoft.com/office/drawing/2014/main" val="4290337702"/>
                    </a:ext>
                  </a:extLst>
                </a:gridCol>
                <a:gridCol w="796740">
                  <a:extLst>
                    <a:ext uri="{9D8B030D-6E8A-4147-A177-3AD203B41FA5}">
                      <a16:colId xmlns:a16="http://schemas.microsoft.com/office/drawing/2014/main" val="3178622526"/>
                    </a:ext>
                  </a:extLst>
                </a:gridCol>
              </a:tblGrid>
              <a:tr h="749240">
                <a:tc gridSpan="8">
                  <a:txBody>
                    <a:bodyPr/>
                    <a:lstStyle/>
                    <a:p>
                      <a:pPr algn="ctr" fontAlgn="ctr"/>
                      <a:r>
                        <a:rPr lang="zh-CN" altLang="en-US" sz="2400" b="1" i="0" u="none" strike="noStrike" dirty="0">
                          <a:solidFill>
                            <a:srgbClr val="FFFFFF"/>
                          </a:solidFill>
                          <a:effectLst/>
                          <a:latin typeface="微软雅黑" panose="020B0503020204020204" pitchFamily="34" charset="-122"/>
                          <a:ea typeface="微软雅黑" panose="020B0503020204020204" pitchFamily="34" charset="-122"/>
                        </a:rPr>
                        <a:t>Qualification options and charging schedule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745286841"/>
                  </a:ext>
                </a:extLst>
              </a:tr>
              <a:tr h="749240">
                <a:tc>
                  <a:txBody>
                    <a:bodyPr/>
                    <a:lstStyle/>
                    <a:p>
                      <a:pPr algn="ctr" fontAlgn="ctr"/>
                      <a:r>
                        <a:rPr lang="zh-CN" altLang="en-US" sz="2400" b="1" i="0" u="none" strike="noStrike">
                          <a:solidFill>
                            <a:srgbClr val="FFFFFF"/>
                          </a:solidFill>
                          <a:effectLst/>
                          <a:latin typeface="微软雅黑" panose="020B0503020204020204" pitchFamily="34" charset="-122"/>
                          <a:ea typeface="微软雅黑" panose="020B0503020204020204" pitchFamily="34" charset="-122"/>
                        </a:rPr>
                        <a:t>Option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400" b="1" i="0" u="none" strike="noStrike">
                          <a:solidFill>
                            <a:srgbClr val="FFFFFF"/>
                          </a:solidFill>
                          <a:effectLst/>
                          <a:latin typeface="微软雅黑" panose="020B0503020204020204" pitchFamily="34" charset="-122"/>
                          <a:ea typeface="微软雅黑" panose="020B0503020204020204" pitchFamily="34" charset="-122"/>
                        </a:rPr>
                        <a:t>20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400" b="1" i="0" u="none" strike="noStrike">
                          <a:solidFill>
                            <a:srgbClr val="FFFFFF"/>
                          </a:solidFill>
                          <a:effectLst/>
                          <a:latin typeface="微软雅黑" panose="020B0503020204020204" pitchFamily="34" charset="-122"/>
                          <a:ea typeface="微软雅黑" panose="020B0503020204020204" pitchFamily="34" charset="-122"/>
                        </a:rPr>
                        <a:t>21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400" b="1" i="0" u="none" strike="noStrike" dirty="0">
                          <a:solidFill>
                            <a:srgbClr val="FFFFFF"/>
                          </a:solidFill>
                          <a:effectLst/>
                          <a:latin typeface="微软雅黑" panose="020B0503020204020204" pitchFamily="34" charset="-122"/>
                          <a:ea typeface="微软雅黑" panose="020B0503020204020204" pitchFamily="34" charset="-122"/>
                        </a:rPr>
                        <a:t>22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400" b="1" i="0" u="none" strike="noStrike">
                          <a:solidFill>
                            <a:srgbClr val="FFFFFF"/>
                          </a:solidFill>
                          <a:effectLst/>
                          <a:latin typeface="微软雅黑" panose="020B0503020204020204" pitchFamily="34" charset="-122"/>
                          <a:ea typeface="微软雅黑" panose="020B0503020204020204" pitchFamily="34" charset="-122"/>
                        </a:rPr>
                        <a:t>23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400" b="1" i="0" u="none" strike="noStrike" dirty="0">
                          <a:solidFill>
                            <a:srgbClr val="FFFFFF"/>
                          </a:solidFill>
                          <a:effectLst/>
                          <a:latin typeface="微软雅黑" panose="020B0503020204020204" pitchFamily="34" charset="-122"/>
                          <a:ea typeface="微软雅黑" panose="020B0503020204020204" pitchFamily="34" charset="-122"/>
                        </a:rPr>
                        <a:t>24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400" b="1" i="0" u="none" strike="noStrike" dirty="0">
                          <a:solidFill>
                            <a:srgbClr val="FFFFFF"/>
                          </a:solidFill>
                          <a:effectLst/>
                          <a:latin typeface="微软雅黑" panose="020B0503020204020204" pitchFamily="34" charset="-122"/>
                          <a:ea typeface="微软雅黑" panose="020B0503020204020204" pitchFamily="34" charset="-122"/>
                        </a:rPr>
                        <a:t>25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400" b="1" i="0" u="none" strike="noStrike">
                          <a:solidFill>
                            <a:srgbClr val="FFFFFF"/>
                          </a:solidFill>
                          <a:effectLst/>
                          <a:latin typeface="微软雅黑" panose="020B0503020204020204" pitchFamily="34" charset="-122"/>
                          <a:ea typeface="微软雅黑" panose="020B0503020204020204" pitchFamily="34" charset="-122"/>
                        </a:rPr>
                        <a:t>26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extLst>
                  <a:ext uri="{0D108BD9-81ED-4DB2-BD59-A6C34878D82A}">
                    <a16:rowId xmlns:a16="http://schemas.microsoft.com/office/drawing/2014/main" val="736269041"/>
                  </a:ext>
                </a:extLst>
              </a:tr>
              <a:tr h="749240">
                <a:tc>
                  <a:txBody>
                    <a:bodyPr/>
                    <a:lstStyle/>
                    <a:p>
                      <a:pPr algn="ctr" fontAlgn="ctr"/>
                      <a:r>
                        <a:rPr lang="zh-CN" altLang="en-US" sz="2400" b="0" i="0" u="none" strike="noStrike" dirty="0">
                          <a:solidFill>
                            <a:srgbClr val="000000"/>
                          </a:solidFill>
                          <a:effectLst/>
                          <a:latin typeface="微软雅黑" panose="020B0503020204020204" pitchFamily="34" charset="-122"/>
                          <a:ea typeface="微软雅黑" panose="020B0503020204020204" pitchFamily="34" charset="-122"/>
                        </a:rPr>
                        <a:t>Option </a:t>
                      </a:r>
                      <a:r>
                        <a:rPr lang="en-US" altLang="zh-CN" sz="2400" b="0" i="0" u="none" strike="noStrike" dirty="0" smtClean="0">
                          <a:solidFill>
                            <a:srgbClr val="000000"/>
                          </a:solidFill>
                          <a:effectLst/>
                          <a:latin typeface="微软雅黑" panose="020B0503020204020204" pitchFamily="34" charset="-122"/>
                          <a:ea typeface="微软雅黑" panose="020B0503020204020204" pitchFamily="34" charset="-122"/>
                        </a:rPr>
                        <a:t>1</a:t>
                      </a:r>
                      <a:endParaRPr lang="zh-CN" altLang="en-US" sz="2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2400" b="0" i="0" u="none" strike="noStrike" dirty="0">
                          <a:solidFill>
                            <a:srgbClr val="000000"/>
                          </a:solidFill>
                          <a:effectLst/>
                          <a:latin typeface="微软雅黑" panose="020B0503020204020204" pitchFamily="34" charset="-122"/>
                          <a:ea typeface="微软雅黑" panose="020B0503020204020204" pitchFamily="34" charset="-122"/>
                        </a:rPr>
                        <a:t>Coverage test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zh-CN" altLang="en-US" sz="2400" b="0" i="0" u="none" strike="noStrike">
                          <a:solidFill>
                            <a:srgbClr val="000000"/>
                          </a:solidFill>
                          <a:effectLst/>
                          <a:latin typeface="微软雅黑" panose="020B0503020204020204" pitchFamily="34" charset="-122"/>
                          <a:ea typeface="微软雅黑" panose="020B0503020204020204" pitchFamily="34" charset="-122"/>
                        </a:rPr>
                        <a:t>Iodine trial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a:txBody>
                    <a:bodyPr/>
                    <a:lstStyle/>
                    <a:p>
                      <a:pPr algn="ctr" fontAlgn="ctr"/>
                      <a:r>
                        <a:rPr lang="en-US" sz="2400" b="0" i="0" u="none" strike="noStrike" dirty="0" err="1">
                          <a:solidFill>
                            <a:srgbClr val="000000"/>
                          </a:solidFill>
                          <a:effectLst/>
                          <a:latin typeface="微软雅黑" panose="020B0503020204020204" pitchFamily="34" charset="-122"/>
                          <a:ea typeface="微软雅黑" panose="020B0503020204020204" pitchFamily="34" charset="-122"/>
                        </a:rPr>
                        <a:t>CMa</a:t>
                      </a:r>
                      <a:endParaRPr lang="en-US" sz="2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2400" b="1" i="0" u="none" strike="noStrike" dirty="0">
                          <a:solidFill>
                            <a:srgbClr val="0070C0"/>
                          </a:solidFill>
                          <a:effectLst/>
                          <a:latin typeface="微软雅黑" panose="020B0503020204020204" pitchFamily="34" charset="-122"/>
                          <a:ea typeface="微软雅黑" panose="020B0503020204020204" pitchFamily="34" charset="-122"/>
                        </a:rPr>
                        <a:t>Charge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24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24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56423112"/>
                  </a:ext>
                </a:extLst>
              </a:tr>
              <a:tr h="749240">
                <a:tc>
                  <a:txBody>
                    <a:bodyPr/>
                    <a:lstStyle/>
                    <a:p>
                      <a:pPr algn="ctr" fontAlgn="ctr"/>
                      <a:r>
                        <a:rPr lang="zh-CN" altLang="en-US" sz="2400" b="0" i="0" u="none" strike="noStrike" dirty="0">
                          <a:solidFill>
                            <a:srgbClr val="000000"/>
                          </a:solidFill>
                          <a:effectLst/>
                          <a:latin typeface="微软雅黑" panose="020B0503020204020204" pitchFamily="34" charset="-122"/>
                          <a:ea typeface="微软雅黑" panose="020B0503020204020204" pitchFamily="34" charset="-122"/>
                        </a:rPr>
                        <a:t>Option </a:t>
                      </a:r>
                      <a:r>
                        <a:rPr lang="en-US" altLang="zh-CN" sz="2400" b="0" i="0" u="none" strike="noStrike" dirty="0" smtClean="0">
                          <a:solidFill>
                            <a:srgbClr val="000000"/>
                          </a:solidFill>
                          <a:effectLst/>
                          <a:latin typeface="微软雅黑" panose="020B0503020204020204" pitchFamily="34" charset="-122"/>
                          <a:ea typeface="微软雅黑" panose="020B0503020204020204" pitchFamily="34" charset="-122"/>
                        </a:rPr>
                        <a:t>2</a:t>
                      </a:r>
                      <a:endParaRPr lang="zh-CN" altLang="en-US" sz="2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zh-CN" altLang="en-US" sz="2400" b="0" i="0" u="none" strike="noStrike" dirty="0">
                          <a:solidFill>
                            <a:srgbClr val="000000"/>
                          </a:solidFill>
                          <a:effectLst/>
                          <a:latin typeface="微软雅黑" panose="020B0503020204020204" pitchFamily="34" charset="-122"/>
                          <a:ea typeface="微软雅黑" panose="020B0503020204020204" pitchFamily="34" charset="-122"/>
                        </a:rPr>
                        <a:t>Iodine trial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a:txBody>
                    <a:bodyPr/>
                    <a:lstStyle/>
                    <a:p>
                      <a:pPr marL="0" marR="0" indent="0" algn="ctr" defTabSz="1828800" rtl="0" eaLnBrk="1" fontAlgn="ctr" latinLnBrk="0" hangingPunct="1">
                        <a:lnSpc>
                          <a:spcPct val="100000"/>
                        </a:lnSpc>
                        <a:spcBef>
                          <a:spcPts val="0"/>
                        </a:spcBef>
                        <a:spcAft>
                          <a:spcPts val="0"/>
                        </a:spcAft>
                        <a:buClrTx/>
                        <a:buSzTx/>
                        <a:buFontTx/>
                        <a:buNone/>
                        <a:tabLst/>
                        <a:defRPr/>
                      </a:pPr>
                      <a:r>
                        <a:rPr lang="en-US" sz="2400" b="0" i="0" u="none" strike="noStrike" kern="1200" dirty="0" err="1" smtClean="0">
                          <a:solidFill>
                            <a:srgbClr val="000000"/>
                          </a:solidFill>
                          <a:effectLst/>
                          <a:latin typeface="微软雅黑" panose="020B0503020204020204" pitchFamily="34" charset="-122"/>
                          <a:ea typeface="微软雅黑" panose="020B0503020204020204" pitchFamily="34" charset="-122"/>
                          <a:cs typeface="+mn-cs"/>
                        </a:rPr>
                        <a:t>C</a:t>
                      </a:r>
                      <a:r>
                        <a:rPr lang="en-US" altLang="zh-CN" sz="2400" b="0" i="0" u="none" strike="noStrike" kern="1200" dirty="0" err="1" smtClean="0">
                          <a:solidFill>
                            <a:srgbClr val="000000"/>
                          </a:solidFill>
                          <a:effectLst/>
                          <a:latin typeface="微软雅黑" panose="020B0503020204020204" pitchFamily="34" charset="-122"/>
                          <a:ea typeface="微软雅黑" panose="020B0503020204020204" pitchFamily="34" charset="-122"/>
                          <a:cs typeface="+mn-cs"/>
                        </a:rPr>
                        <a:t>M</a:t>
                      </a:r>
                      <a:r>
                        <a:rPr lang="en-US" sz="2400" b="0" i="0" u="none" strike="noStrike" kern="1200" dirty="0" err="1" smtClean="0">
                          <a:solidFill>
                            <a:srgbClr val="000000"/>
                          </a:solidFill>
                          <a:effectLst/>
                          <a:latin typeface="微软雅黑" panose="020B0503020204020204" pitchFamily="34" charset="-122"/>
                          <a:ea typeface="微软雅黑" panose="020B0503020204020204" pitchFamily="34" charset="-122"/>
                          <a:cs typeface="+mn-cs"/>
                        </a:rPr>
                        <a:t>a</a:t>
                      </a:r>
                      <a:r>
                        <a:rPr lang="en-US" altLang="zh-CN" sz="2400" b="0" i="0" u="none" strike="noStrike" kern="1200" dirty="0" smtClean="0">
                          <a:solidFill>
                            <a:srgbClr val="000000"/>
                          </a:solidFill>
                          <a:effectLst/>
                          <a:latin typeface="微软雅黑" panose="020B0503020204020204" pitchFamily="34" charset="-122"/>
                          <a:ea typeface="微软雅黑" panose="020B0503020204020204" pitchFamily="34" charset="-122"/>
                          <a:cs typeface="+mn-cs"/>
                        </a:rPr>
                        <a:t>/Dispense</a:t>
                      </a:r>
                      <a:endParaRPr lang="zh-CN" altLang="en-US" sz="2400" b="0" i="0" u="none" strike="noStrike" kern="1200" dirty="0" smtClean="0">
                        <a:solidFill>
                          <a:srgbClr val="000000"/>
                        </a:solidFill>
                        <a:effectLst/>
                        <a:latin typeface="微软雅黑" panose="020B0503020204020204" pitchFamily="34" charset="-122"/>
                        <a:ea typeface="微软雅黑" panose="020B0503020204020204" pitchFamily="34" charset="-122"/>
                        <a:cs typeface="+mn-cs"/>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1828800" rtl="0" eaLnBrk="1" fontAlgn="ctr" latinLnBrk="0" hangingPunct="1">
                        <a:lnSpc>
                          <a:spcPct val="100000"/>
                        </a:lnSpc>
                        <a:spcBef>
                          <a:spcPts val="0"/>
                        </a:spcBef>
                        <a:spcAft>
                          <a:spcPts val="0"/>
                        </a:spcAft>
                        <a:buClrTx/>
                        <a:buSzTx/>
                        <a:buFontTx/>
                        <a:buNone/>
                        <a:tabLst/>
                        <a:defRPr/>
                      </a:pPr>
                      <a:r>
                        <a:rPr lang="zh-CN" altLang="en-US" sz="2400" b="1" i="0" u="none" strike="noStrike" kern="1200" dirty="0" smtClean="0">
                          <a:solidFill>
                            <a:srgbClr val="0070C0"/>
                          </a:solidFill>
                          <a:effectLst/>
                          <a:latin typeface="微软雅黑" panose="020B0503020204020204" pitchFamily="34" charset="-122"/>
                          <a:ea typeface="微软雅黑" panose="020B0503020204020204" pitchFamily="34" charset="-122"/>
                          <a:cs typeface="+mn-cs"/>
                        </a:rPr>
                        <a:t>Charge</a:t>
                      </a:r>
                      <a:endParaRPr lang="zh-CN" altLang="en-US" sz="2400" b="1" i="0" u="none" strike="noStrike" kern="1200" dirty="0">
                        <a:solidFill>
                          <a:srgbClr val="0070C0"/>
                        </a:solidFill>
                        <a:effectLst/>
                        <a:latin typeface="微软雅黑" panose="020B0503020204020204" pitchFamily="34" charset="-122"/>
                        <a:ea typeface="微软雅黑" panose="020B0503020204020204" pitchFamily="34" charset="-122"/>
                        <a:cs typeface="+mn-cs"/>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2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2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24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79985861"/>
                  </a:ext>
                </a:extLst>
              </a:tr>
            </a:tbl>
          </a:graphicData>
        </a:graphic>
      </p:graphicFrame>
      <p:sp>
        <p:nvSpPr>
          <p:cNvPr id="13" name="矩形 12"/>
          <p:cNvSpPr/>
          <p:nvPr/>
        </p:nvSpPr>
        <p:spPr>
          <a:xfrm>
            <a:off x="1587166" y="7860024"/>
            <a:ext cx="17862786" cy="461665"/>
          </a:xfrm>
          <a:prstGeom prst="rect">
            <a:avLst/>
          </a:prstGeom>
        </p:spPr>
        <p:txBody>
          <a:bodyPr wrap="square">
            <a:noAutofit/>
          </a:bodyPr>
          <a:lstStyle/>
          <a:p>
            <a:pPr lvl="0"/>
            <a:r>
              <a:rPr lang="zh-CN" altLang="en-US" sz="2400" noProof="0" dirty="0" smtClean="0">
                <a:solidFill>
                  <a:srgbClr val="FF0000"/>
                </a:solidFill>
                <a:latin typeface="微软雅黑"/>
                <a:ea typeface="微软雅黑"/>
              </a:rPr>
              <a:t>淋洗球是否必须要固定，淋洗球固定的方式需要增加</a:t>
            </a:r>
            <a:r>
              <a:rPr lang="en-US" altLang="zh-CN" sz="2400" noProof="0" dirty="0" smtClean="0">
                <a:solidFill>
                  <a:srgbClr val="FF0000"/>
                </a:solidFill>
                <a:latin typeface="微软雅黑"/>
                <a:ea typeface="微软雅黑"/>
              </a:rPr>
              <a:t>2d</a:t>
            </a:r>
            <a:r>
              <a:rPr lang="zh-CN" altLang="en-US" sz="2400" noProof="0" dirty="0" smtClean="0">
                <a:solidFill>
                  <a:srgbClr val="FF0000"/>
                </a:solidFill>
                <a:latin typeface="微软雅黑"/>
                <a:ea typeface="微软雅黑"/>
              </a:rPr>
              <a:t>的验证和清洗</a:t>
            </a:r>
            <a:r>
              <a:rPr lang="zh-CN" altLang="en-US" sz="2400" dirty="0" smtClean="0">
                <a:solidFill>
                  <a:srgbClr val="FF0000"/>
                </a:solidFill>
                <a:latin typeface="微软雅黑"/>
                <a:ea typeface="微软雅黑"/>
              </a:rPr>
              <a:t>的时间，</a:t>
            </a:r>
            <a:r>
              <a:rPr lang="zh-CN" altLang="en-US" sz="2400" dirty="0">
                <a:solidFill>
                  <a:srgbClr val="FF0000"/>
                </a:solidFill>
                <a:latin typeface="微软雅黑"/>
                <a:ea typeface="微软雅黑"/>
              </a:rPr>
              <a:t>我们</a:t>
            </a:r>
            <a:r>
              <a:rPr lang="zh-CN" altLang="en-US" sz="2400" dirty="0" smtClean="0">
                <a:solidFill>
                  <a:srgbClr val="FF0000"/>
                </a:solidFill>
                <a:latin typeface="微软雅黑"/>
                <a:ea typeface="微软雅黑"/>
              </a:rPr>
              <a:t>推荐目前的</a:t>
            </a:r>
            <a:r>
              <a:rPr lang="zh-CN" altLang="en-US" sz="2400" dirty="0">
                <a:solidFill>
                  <a:srgbClr val="FF0000"/>
                </a:solidFill>
                <a:latin typeface="微软雅黑"/>
                <a:ea typeface="微软雅黑"/>
              </a:rPr>
              <a:t>淋洗</a:t>
            </a:r>
            <a:r>
              <a:rPr lang="zh-CN" altLang="en-US" sz="2400" dirty="0" smtClean="0">
                <a:solidFill>
                  <a:srgbClr val="FF0000"/>
                </a:solidFill>
                <a:latin typeface="微软雅黑"/>
                <a:ea typeface="微软雅黑"/>
              </a:rPr>
              <a:t>方式。</a:t>
            </a:r>
            <a:endParaRPr kumimoji="0" lang="zh-CN" altLang="en-US" sz="2400" b="0" i="0" u="none" strike="noStrike" kern="1200" cap="none" spc="0" normalizeH="0" baseline="0" noProof="0" dirty="0">
              <a:ln>
                <a:noFill/>
              </a:ln>
              <a:solidFill>
                <a:srgbClr val="FF0000"/>
              </a:solidFill>
              <a:effectLst/>
              <a:uLnTx/>
              <a:uFillTx/>
              <a:latin typeface="微软雅黑"/>
              <a:ea typeface="微软雅黑"/>
              <a:cs typeface="+mn-cs"/>
              <a:sym typeface="Arial" panose="020B0604020202020204" pitchFamily="34" charset="0"/>
            </a:endParaRPr>
          </a:p>
        </p:txBody>
      </p:sp>
    </p:spTree>
    <p:extLst>
      <p:ext uri="{BB962C8B-B14F-4D97-AF65-F5344CB8AC3E}">
        <p14:creationId xmlns:p14="http://schemas.microsoft.com/office/powerpoint/2010/main" val="2291473441"/>
      </p:ext>
    </p:extLst>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a:graphicFrameLocks noGrp="1"/>
          </p:cNvGraphicFramePr>
          <p:nvPr>
            <p:extLst>
              <p:ext uri="{D42A27DB-BD31-4B8C-83A1-F6EECF244321}">
                <p14:modId xmlns:p14="http://schemas.microsoft.com/office/powerpoint/2010/main" val="2375014645"/>
              </p:ext>
            </p:extLst>
          </p:nvPr>
        </p:nvGraphicFramePr>
        <p:xfrm>
          <a:off x="996954" y="2142628"/>
          <a:ext cx="21704292" cy="8752184"/>
        </p:xfrm>
        <a:graphic>
          <a:graphicData uri="http://schemas.openxmlformats.org/drawingml/2006/table">
            <a:tbl>
              <a:tblPr/>
              <a:tblGrid>
                <a:gridCol w="1142864">
                  <a:extLst>
                    <a:ext uri="{9D8B030D-6E8A-4147-A177-3AD203B41FA5}">
                      <a16:colId xmlns:a16="http://schemas.microsoft.com/office/drawing/2014/main" val="717466770"/>
                    </a:ext>
                  </a:extLst>
                </a:gridCol>
                <a:gridCol w="1041725">
                  <a:extLst>
                    <a:ext uri="{9D8B030D-6E8A-4147-A177-3AD203B41FA5}">
                      <a16:colId xmlns:a16="http://schemas.microsoft.com/office/drawing/2014/main" val="1343322533"/>
                    </a:ext>
                  </a:extLst>
                </a:gridCol>
                <a:gridCol w="1436165">
                  <a:extLst>
                    <a:ext uri="{9D8B030D-6E8A-4147-A177-3AD203B41FA5}">
                      <a16:colId xmlns:a16="http://schemas.microsoft.com/office/drawing/2014/main" val="898495563"/>
                    </a:ext>
                  </a:extLst>
                </a:gridCol>
                <a:gridCol w="1041725">
                  <a:extLst>
                    <a:ext uri="{9D8B030D-6E8A-4147-A177-3AD203B41FA5}">
                      <a16:colId xmlns:a16="http://schemas.microsoft.com/office/drawing/2014/main" val="958120810"/>
                    </a:ext>
                  </a:extLst>
                </a:gridCol>
                <a:gridCol w="1041725">
                  <a:extLst>
                    <a:ext uri="{9D8B030D-6E8A-4147-A177-3AD203B41FA5}">
                      <a16:colId xmlns:a16="http://schemas.microsoft.com/office/drawing/2014/main" val="3518844892"/>
                    </a:ext>
                  </a:extLst>
                </a:gridCol>
                <a:gridCol w="1041725">
                  <a:extLst>
                    <a:ext uri="{9D8B030D-6E8A-4147-A177-3AD203B41FA5}">
                      <a16:colId xmlns:a16="http://schemas.microsoft.com/office/drawing/2014/main" val="1650108727"/>
                    </a:ext>
                  </a:extLst>
                </a:gridCol>
                <a:gridCol w="692798">
                  <a:extLst>
                    <a:ext uri="{9D8B030D-6E8A-4147-A177-3AD203B41FA5}">
                      <a16:colId xmlns:a16="http://schemas.microsoft.com/office/drawing/2014/main" val="3286119082"/>
                    </a:ext>
                  </a:extLst>
                </a:gridCol>
                <a:gridCol w="692798">
                  <a:extLst>
                    <a:ext uri="{9D8B030D-6E8A-4147-A177-3AD203B41FA5}">
                      <a16:colId xmlns:a16="http://schemas.microsoft.com/office/drawing/2014/main" val="1763014718"/>
                    </a:ext>
                  </a:extLst>
                </a:gridCol>
                <a:gridCol w="1041725">
                  <a:extLst>
                    <a:ext uri="{9D8B030D-6E8A-4147-A177-3AD203B41FA5}">
                      <a16:colId xmlns:a16="http://schemas.microsoft.com/office/drawing/2014/main" val="228039242"/>
                    </a:ext>
                  </a:extLst>
                </a:gridCol>
                <a:gridCol w="1041725">
                  <a:extLst>
                    <a:ext uri="{9D8B030D-6E8A-4147-A177-3AD203B41FA5}">
                      <a16:colId xmlns:a16="http://schemas.microsoft.com/office/drawing/2014/main" val="3489964421"/>
                    </a:ext>
                  </a:extLst>
                </a:gridCol>
                <a:gridCol w="1041725">
                  <a:extLst>
                    <a:ext uri="{9D8B030D-6E8A-4147-A177-3AD203B41FA5}">
                      <a16:colId xmlns:a16="http://schemas.microsoft.com/office/drawing/2014/main" val="2563475757"/>
                    </a:ext>
                  </a:extLst>
                </a:gridCol>
                <a:gridCol w="1041725">
                  <a:extLst>
                    <a:ext uri="{9D8B030D-6E8A-4147-A177-3AD203B41FA5}">
                      <a16:colId xmlns:a16="http://schemas.microsoft.com/office/drawing/2014/main" val="1022585228"/>
                    </a:ext>
                  </a:extLst>
                </a:gridCol>
                <a:gridCol w="1041725">
                  <a:extLst>
                    <a:ext uri="{9D8B030D-6E8A-4147-A177-3AD203B41FA5}">
                      <a16:colId xmlns:a16="http://schemas.microsoft.com/office/drawing/2014/main" val="1935868355"/>
                    </a:ext>
                  </a:extLst>
                </a:gridCol>
                <a:gridCol w="1072067">
                  <a:extLst>
                    <a:ext uri="{9D8B030D-6E8A-4147-A177-3AD203B41FA5}">
                      <a16:colId xmlns:a16="http://schemas.microsoft.com/office/drawing/2014/main" val="4127185096"/>
                    </a:ext>
                  </a:extLst>
                </a:gridCol>
                <a:gridCol w="1041725">
                  <a:extLst>
                    <a:ext uri="{9D8B030D-6E8A-4147-A177-3AD203B41FA5}">
                      <a16:colId xmlns:a16="http://schemas.microsoft.com/office/drawing/2014/main" val="3364685431"/>
                    </a:ext>
                  </a:extLst>
                </a:gridCol>
                <a:gridCol w="1041725">
                  <a:extLst>
                    <a:ext uri="{9D8B030D-6E8A-4147-A177-3AD203B41FA5}">
                      <a16:colId xmlns:a16="http://schemas.microsoft.com/office/drawing/2014/main" val="4257973951"/>
                    </a:ext>
                  </a:extLst>
                </a:gridCol>
                <a:gridCol w="1041725">
                  <a:extLst>
                    <a:ext uri="{9D8B030D-6E8A-4147-A177-3AD203B41FA5}">
                      <a16:colId xmlns:a16="http://schemas.microsoft.com/office/drawing/2014/main" val="1546486719"/>
                    </a:ext>
                  </a:extLst>
                </a:gridCol>
                <a:gridCol w="1041725">
                  <a:extLst>
                    <a:ext uri="{9D8B030D-6E8A-4147-A177-3AD203B41FA5}">
                      <a16:colId xmlns:a16="http://schemas.microsoft.com/office/drawing/2014/main" val="2952244908"/>
                    </a:ext>
                  </a:extLst>
                </a:gridCol>
                <a:gridCol w="1041725">
                  <a:extLst>
                    <a:ext uri="{9D8B030D-6E8A-4147-A177-3AD203B41FA5}">
                      <a16:colId xmlns:a16="http://schemas.microsoft.com/office/drawing/2014/main" val="3426705362"/>
                    </a:ext>
                  </a:extLst>
                </a:gridCol>
                <a:gridCol w="1041725">
                  <a:extLst>
                    <a:ext uri="{9D8B030D-6E8A-4147-A177-3AD203B41FA5}">
                      <a16:colId xmlns:a16="http://schemas.microsoft.com/office/drawing/2014/main" val="4074037450"/>
                    </a:ext>
                  </a:extLst>
                </a:gridCol>
                <a:gridCol w="1041725">
                  <a:extLst>
                    <a:ext uri="{9D8B030D-6E8A-4147-A177-3AD203B41FA5}">
                      <a16:colId xmlns:a16="http://schemas.microsoft.com/office/drawing/2014/main" val="512373855"/>
                    </a:ext>
                  </a:extLst>
                </a:gridCol>
              </a:tblGrid>
              <a:tr h="328259">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Step#</a:t>
                      </a:r>
                    </a:p>
                  </a:txBody>
                  <a:tcPr marL="4899" marR="4899" marT="4899"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1</a:t>
                      </a:r>
                    </a:p>
                  </a:txBody>
                  <a:tcPr marL="4899" marR="4899" marT="4899"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Batch No./</a:t>
                      </a:r>
                      <a:r>
                        <a:rPr lang="zh-CN" altLang="en-US" sz="1050" b="1" i="0" u="none" strike="noStrike">
                          <a:solidFill>
                            <a:srgbClr val="000000"/>
                          </a:solidFill>
                          <a:effectLst/>
                          <a:latin typeface="等线" panose="02010600030101010101" pitchFamily="2" charset="-122"/>
                          <a:ea typeface="等线" panose="02010600030101010101" pitchFamily="2" charset="-122"/>
                        </a:rPr>
                        <a:t>批次</a:t>
                      </a:r>
                    </a:p>
                  </a:txBody>
                  <a:tcPr marL="4899" marR="4899" marT="4899" marB="0" anchor="ctr">
                    <a:lnL w="1270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a:t>
                      </a:r>
                    </a:p>
                  </a:txBody>
                  <a:tcPr marL="4899" marR="4899" marT="4899" marB="0" anchor="ctr">
                    <a:lnL w="6350" cap="flat" cmpd="sng" algn="ctr">
                      <a:solidFill>
                        <a:srgbClr val="000000"/>
                      </a:solidFill>
                      <a:prstDash val="dot"/>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Batch star/</a:t>
                      </a:r>
                      <a:br>
                        <a:rPr lang="en-US" sz="1050" b="1" i="0" u="none" strike="noStrike">
                          <a:solidFill>
                            <a:srgbClr val="000000"/>
                          </a:solidFill>
                          <a:effectLst/>
                          <a:latin typeface="等线" panose="02010600030101010101" pitchFamily="2" charset="-122"/>
                          <a:ea typeface="等线" panose="02010600030101010101" pitchFamily="2" charset="-122"/>
                        </a:rPr>
                      </a:br>
                      <a:r>
                        <a:rPr lang="zh-CN" altLang="en-US" sz="1050" b="1" i="0" u="none" strike="noStrike">
                          <a:solidFill>
                            <a:srgbClr val="000000"/>
                          </a:solidFill>
                          <a:effectLst/>
                          <a:latin typeface="等线" panose="02010600030101010101" pitchFamily="2" charset="-122"/>
                          <a:ea typeface="等线" panose="02010600030101010101" pitchFamily="2" charset="-122"/>
                        </a:rPr>
                        <a:t>批次开始</a:t>
                      </a:r>
                    </a:p>
                  </a:txBody>
                  <a:tcPr marL="4899" marR="4899" marT="4899" marB="0" anchor="ctr">
                    <a:lnL w="1270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2026/10/22 16:00</a:t>
                      </a:r>
                    </a:p>
                  </a:txBody>
                  <a:tcPr marL="4899" marR="4899" marT="4899" marB="0" anchor="ctr">
                    <a:lnL w="6350" cap="flat" cmpd="sng" algn="ctr">
                      <a:solidFill>
                        <a:srgbClr val="000000"/>
                      </a:solidFill>
                      <a:prstDash val="dot"/>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gridSpan="2">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 Batch Cycle ( d )/批次周期（天）</a:t>
                      </a:r>
                    </a:p>
                  </a:txBody>
                  <a:tcPr marL="4899" marR="4899" marT="4899" marB="0" anchor="ctr">
                    <a:lnL w="1270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12.7 d</a:t>
                      </a:r>
                    </a:p>
                  </a:txBody>
                  <a:tcPr marL="4899" marR="4899" marT="4899" marB="0" anchor="ctr">
                    <a:lnL w="6350" cap="flat" cmpd="sng" algn="ctr">
                      <a:solidFill>
                        <a:srgbClr val="000000"/>
                      </a:solidFill>
                      <a:prstDash val="dot"/>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Completed/</a:t>
                      </a:r>
                      <a:r>
                        <a:rPr lang="zh-CN" altLang="en-US" sz="1050" b="0" i="0" u="none" strike="noStrike">
                          <a:solidFill>
                            <a:srgbClr val="000000"/>
                          </a:solidFill>
                          <a:effectLst/>
                          <a:latin typeface="等线" panose="02010600030101010101" pitchFamily="2" charset="-122"/>
                          <a:ea typeface="等线" panose="02010600030101010101" pitchFamily="2" charset="-122"/>
                        </a:rPr>
                        <a:t>已完成</a:t>
                      </a:r>
                    </a:p>
                  </a:txBody>
                  <a:tcPr marL="4899" marR="4899" marT="48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Ongoing/</a:t>
                      </a:r>
                      <a:r>
                        <a:rPr lang="zh-CN" altLang="en-US" sz="1050" b="0" i="0" u="none" strike="noStrike">
                          <a:solidFill>
                            <a:srgbClr val="000000"/>
                          </a:solidFill>
                          <a:effectLst/>
                          <a:latin typeface="等线" panose="02010600030101010101" pitchFamily="2" charset="-122"/>
                          <a:ea typeface="等线" panose="02010600030101010101" pitchFamily="2" charset="-122"/>
                        </a:rPr>
                        <a:t>进行中</a:t>
                      </a:r>
                    </a:p>
                  </a:txBody>
                  <a:tcPr marL="4899" marR="4899" marT="48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7CAAC"/>
                    </a:solidFill>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w="6350" cap="flat" cmpd="sng" algn="ctr">
                      <a:solidFill>
                        <a:srgbClr val="000000"/>
                      </a:solidFill>
                      <a:prstDash val="dot"/>
                      <a:round/>
                      <a:headEnd type="none" w="med" len="med"/>
                      <a:tailEnd type="none" w="med" len="med"/>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w="6350" cap="flat" cmpd="sng" algn="ctr">
                      <a:solidFill>
                        <a:srgbClr val="000000"/>
                      </a:solidFill>
                      <a:prstDash val="dot"/>
                      <a:round/>
                      <a:headEnd type="none" w="med" len="med"/>
                      <a:tailEnd type="none" w="med" len="med"/>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804789736"/>
                  </a:ext>
                </a:extLst>
              </a:tr>
              <a:tr h="284165">
                <a:tc rowSpan="13">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Material Dispensing/</a:t>
                      </a:r>
                      <a:br>
                        <a:rPr lang="en-US" sz="1050" b="0" i="0" u="none" strike="noStrike">
                          <a:solidFill>
                            <a:srgbClr val="000000"/>
                          </a:solidFill>
                          <a:effectLst/>
                          <a:latin typeface="等线" panose="02010600030101010101" pitchFamily="2" charset="-122"/>
                          <a:ea typeface="等线" panose="02010600030101010101" pitchFamily="2" charset="-122"/>
                        </a:rPr>
                      </a:br>
                      <a:r>
                        <a:rPr lang="zh-CN" altLang="en-US" sz="1050" b="0" i="0" u="none" strike="noStrike">
                          <a:solidFill>
                            <a:srgbClr val="000000"/>
                          </a:solidFill>
                          <a:effectLst/>
                          <a:latin typeface="等线" panose="02010600030101010101" pitchFamily="2" charset="-122"/>
                          <a:ea typeface="等线" panose="02010600030101010101" pitchFamily="2" charset="-122"/>
                        </a:rPr>
                        <a:t>原料分装</a:t>
                      </a:r>
                      <a:br>
                        <a:rPr lang="zh-CN" altLang="en-US" sz="1050" b="0" i="0" u="none" strike="noStrike">
                          <a:solidFill>
                            <a:srgbClr val="000000"/>
                          </a:solidFill>
                          <a:effectLst/>
                          <a:latin typeface="等线" panose="02010600030101010101" pitchFamily="2" charset="-122"/>
                          <a:ea typeface="等线" panose="02010600030101010101" pitchFamily="2" charset="-122"/>
                        </a:rPr>
                      </a:br>
                      <a:r>
                        <a:rPr lang="en-US" altLang="zh-CN" sz="1050" b="0" i="0" u="none" strike="noStrike">
                          <a:solidFill>
                            <a:srgbClr val="000000"/>
                          </a:solidFill>
                          <a:effectLst/>
                          <a:latin typeface="等线" panose="02010600030101010101" pitchFamily="2" charset="-122"/>
                          <a:ea typeface="等线" panose="02010600030101010101" pitchFamily="2" charset="-122"/>
                        </a:rPr>
                        <a:t>(</a:t>
                      </a:r>
                      <a:r>
                        <a:rPr lang="en-US" sz="1050" b="0" i="0" u="none" strike="noStrike">
                          <a:solidFill>
                            <a:srgbClr val="000000"/>
                          </a:solidFill>
                          <a:effectLst/>
                          <a:latin typeface="等线" panose="02010600030101010101" pitchFamily="2" charset="-122"/>
                          <a:ea typeface="等线" panose="02010600030101010101" pitchFamily="2" charset="-122"/>
                        </a:rPr>
                        <a:t>A portion of Oxyma is dispensed first, followed by PyBOP and amino acid. The remaining Oxyma is dispensed to enable rapid charging. Starting with Batch 2, the sequence will be adjusted as appropriate./</a:t>
                      </a:r>
                      <a:r>
                        <a:rPr lang="zh-CN" altLang="en-US" sz="1050" b="0" i="0" u="none" strike="noStrike">
                          <a:solidFill>
                            <a:srgbClr val="000000"/>
                          </a:solidFill>
                          <a:effectLst/>
                          <a:latin typeface="等线" panose="02010600030101010101" pitchFamily="2" charset="-122"/>
                          <a:ea typeface="等线" panose="02010600030101010101" pitchFamily="2" charset="-122"/>
                        </a:rPr>
                        <a:t>先分装一部分 </a:t>
                      </a:r>
                      <a:r>
                        <a:rPr lang="en-US" sz="1050" b="0" i="0" u="none" strike="noStrike">
                          <a:solidFill>
                            <a:srgbClr val="000000"/>
                          </a:solidFill>
                          <a:effectLst/>
                          <a:latin typeface="等线" panose="02010600030101010101" pitchFamily="2" charset="-122"/>
                          <a:ea typeface="等线" panose="02010600030101010101" pitchFamily="2" charset="-122"/>
                        </a:rPr>
                        <a:t>Oxyma，</a:t>
                      </a:r>
                      <a:r>
                        <a:rPr lang="zh-CN" altLang="en-US" sz="1050" b="0" i="0" u="none" strike="noStrike">
                          <a:solidFill>
                            <a:srgbClr val="000000"/>
                          </a:solidFill>
                          <a:effectLst/>
                          <a:latin typeface="等线" panose="02010600030101010101" pitchFamily="2" charset="-122"/>
                          <a:ea typeface="等线" panose="02010600030101010101" pitchFamily="2" charset="-122"/>
                        </a:rPr>
                        <a:t>再分装 </a:t>
                      </a:r>
                      <a:r>
                        <a:rPr lang="en-US" sz="1050" b="0" i="0" u="none" strike="noStrike">
                          <a:solidFill>
                            <a:srgbClr val="000000"/>
                          </a:solidFill>
                          <a:effectLst/>
                          <a:latin typeface="等线" panose="02010600030101010101" pitchFamily="2" charset="-122"/>
                          <a:ea typeface="等线" panose="02010600030101010101" pitchFamily="2" charset="-122"/>
                        </a:rPr>
                        <a:t>PyBOP </a:t>
                      </a:r>
                      <a:r>
                        <a:rPr lang="zh-CN" altLang="en-US" sz="1050" b="0" i="0" u="none" strike="noStrike">
                          <a:solidFill>
                            <a:srgbClr val="000000"/>
                          </a:solidFill>
                          <a:effectLst/>
                          <a:latin typeface="等线" panose="02010600030101010101" pitchFamily="2" charset="-122"/>
                          <a:ea typeface="等线" panose="02010600030101010101" pitchFamily="2" charset="-122"/>
                        </a:rPr>
                        <a:t>和氨基酸。剩余 </a:t>
                      </a:r>
                      <a:r>
                        <a:rPr lang="en-US" sz="1050" b="0" i="0" u="none" strike="noStrike">
                          <a:solidFill>
                            <a:srgbClr val="000000"/>
                          </a:solidFill>
                          <a:effectLst/>
                          <a:latin typeface="等线" panose="02010600030101010101" pitchFamily="2" charset="-122"/>
                          <a:ea typeface="等线" panose="02010600030101010101" pitchFamily="2" charset="-122"/>
                        </a:rPr>
                        <a:t>Oxyma </a:t>
                      </a:r>
                      <a:r>
                        <a:rPr lang="zh-CN" altLang="en-US" sz="1050" b="0" i="0" u="none" strike="noStrike">
                          <a:solidFill>
                            <a:srgbClr val="000000"/>
                          </a:solidFill>
                          <a:effectLst/>
                          <a:latin typeface="等线" panose="02010600030101010101" pitchFamily="2" charset="-122"/>
                          <a:ea typeface="等线" panose="02010600030101010101" pitchFamily="2" charset="-122"/>
                        </a:rPr>
                        <a:t>进行分装，以实现快速投料。从第 </a:t>
                      </a:r>
                      <a:r>
                        <a:rPr lang="en-US" altLang="zh-CN" sz="1050" b="0" i="0" u="none" strike="noStrike">
                          <a:solidFill>
                            <a:srgbClr val="000000"/>
                          </a:solidFill>
                          <a:effectLst/>
                          <a:latin typeface="等线" panose="02010600030101010101" pitchFamily="2" charset="-122"/>
                          <a:ea typeface="等线" panose="02010600030101010101" pitchFamily="2" charset="-122"/>
                        </a:rPr>
                        <a:t>2 </a:t>
                      </a:r>
                      <a:r>
                        <a:rPr lang="zh-CN" altLang="en-US" sz="1050" b="0" i="0" u="none" strike="noStrike">
                          <a:solidFill>
                            <a:srgbClr val="000000"/>
                          </a:solidFill>
                          <a:effectLst/>
                          <a:latin typeface="等线" panose="02010600030101010101" pitchFamily="2" charset="-122"/>
                          <a:ea typeface="等线" panose="02010600030101010101" pitchFamily="2" charset="-122"/>
                        </a:rPr>
                        <a:t>批开始，将酌情调整操作顺序。</a:t>
                      </a:r>
                      <a:r>
                        <a:rPr lang="en-US" altLang="zh-CN" sz="1050" b="0" i="0" u="none" strike="noStrike">
                          <a:solidFill>
                            <a:srgbClr val="000000"/>
                          </a:solidFill>
                          <a:effectLst/>
                          <a:latin typeface="等线" panose="02010600030101010101" pitchFamily="2" charset="-122"/>
                          <a:ea typeface="等线" panose="02010600030101010101" pitchFamily="2" charset="-122"/>
                        </a:rPr>
                        <a:t>)</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No.</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AAs</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开始</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结束</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900" b="1" i="0" u="none" strike="noStrike">
                          <a:solidFill>
                            <a:srgbClr val="000000"/>
                          </a:solidFill>
                          <a:effectLst/>
                          <a:latin typeface="等线" panose="02010600030101010101" pitchFamily="2" charset="-122"/>
                          <a:ea typeface="等线" panose="02010600030101010101" pitchFamily="2" charset="-122"/>
                        </a:rPr>
                        <a:t>Unit Operation Time(h)/</a:t>
                      </a:r>
                      <a:br>
                        <a:rPr lang="en-US" sz="900" b="1" i="0" u="none" strike="noStrike">
                          <a:solidFill>
                            <a:srgbClr val="000000"/>
                          </a:solidFill>
                          <a:effectLst/>
                          <a:latin typeface="等线" panose="02010600030101010101" pitchFamily="2" charset="-122"/>
                          <a:ea typeface="等线" panose="02010600030101010101" pitchFamily="2" charset="-122"/>
                        </a:rPr>
                      </a:br>
                      <a:r>
                        <a:rPr lang="zh-CN" altLang="en-US" sz="900" b="1" i="0" u="none" strike="noStrike">
                          <a:solidFill>
                            <a:srgbClr val="000000"/>
                          </a:solidFill>
                          <a:effectLst/>
                          <a:latin typeface="等线" panose="02010600030101010101" pitchFamily="2" charset="-122"/>
                          <a:ea typeface="等线" panose="02010600030101010101" pitchFamily="2" charset="-122"/>
                        </a:rPr>
                        <a:t>单元操作时间</a:t>
                      </a:r>
                      <a:r>
                        <a:rPr lang="en-US" altLang="zh-CN" sz="900" b="1" i="0" u="none" strike="noStrike">
                          <a:solidFill>
                            <a:srgbClr val="000000"/>
                          </a:solidFill>
                          <a:effectLst/>
                          <a:latin typeface="等线" panose="02010600030101010101" pitchFamily="2" charset="-122"/>
                          <a:ea typeface="等线" panose="02010600030101010101" pitchFamily="2" charset="-122"/>
                        </a:rPr>
                        <a:t>(</a:t>
                      </a:r>
                      <a:r>
                        <a:rPr lang="en-US" sz="900" b="1" i="0" u="none" strike="noStrike">
                          <a:solidFill>
                            <a:srgbClr val="000000"/>
                          </a:solidFill>
                          <a:effectLst/>
                          <a:latin typeface="等线" panose="02010600030101010101" pitchFamily="2" charset="-122"/>
                          <a:ea typeface="等线" panose="02010600030101010101" pitchFamily="2" charset="-122"/>
                        </a:rPr>
                        <a:t>h)</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Dispensing</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开始</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结束</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900" b="1" i="0" u="none" strike="noStrike">
                          <a:solidFill>
                            <a:srgbClr val="000000"/>
                          </a:solidFill>
                          <a:effectLst/>
                          <a:latin typeface="等线" panose="02010600030101010101" pitchFamily="2" charset="-122"/>
                          <a:ea typeface="等线" panose="02010600030101010101" pitchFamily="2" charset="-122"/>
                        </a:rPr>
                        <a:t>Unit Operation Time(h)/</a:t>
                      </a:r>
                      <a:br>
                        <a:rPr lang="en-US" sz="900" b="1" i="0" u="none" strike="noStrike">
                          <a:solidFill>
                            <a:srgbClr val="000000"/>
                          </a:solidFill>
                          <a:effectLst/>
                          <a:latin typeface="等线" panose="02010600030101010101" pitchFamily="2" charset="-122"/>
                          <a:ea typeface="等线" panose="02010600030101010101" pitchFamily="2" charset="-122"/>
                        </a:rPr>
                      </a:br>
                      <a:r>
                        <a:rPr lang="zh-CN" altLang="en-US" sz="900" b="1" i="0" u="none" strike="noStrike">
                          <a:solidFill>
                            <a:srgbClr val="000000"/>
                          </a:solidFill>
                          <a:effectLst/>
                          <a:latin typeface="等线" panose="02010600030101010101" pitchFamily="2" charset="-122"/>
                          <a:ea typeface="等线" panose="02010600030101010101" pitchFamily="2" charset="-122"/>
                        </a:rPr>
                        <a:t>单元操作时间</a:t>
                      </a:r>
                      <a:r>
                        <a:rPr lang="en-US" altLang="zh-CN" sz="900" b="1" i="0" u="none" strike="noStrike">
                          <a:solidFill>
                            <a:srgbClr val="000000"/>
                          </a:solidFill>
                          <a:effectLst/>
                          <a:latin typeface="等线" panose="02010600030101010101" pitchFamily="2" charset="-122"/>
                          <a:ea typeface="等线" panose="02010600030101010101" pitchFamily="2" charset="-122"/>
                        </a:rPr>
                        <a:t>(</a:t>
                      </a:r>
                      <a:r>
                        <a:rPr lang="en-US" sz="900" b="1" i="0" u="none" strike="noStrike">
                          <a:solidFill>
                            <a:srgbClr val="000000"/>
                          </a:solidFill>
                          <a:effectLst/>
                          <a:latin typeface="等线" panose="02010600030101010101" pitchFamily="2" charset="-122"/>
                          <a:ea typeface="等线" panose="02010600030101010101" pitchFamily="2" charset="-122"/>
                        </a:rPr>
                        <a:t>h)</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Dispensing</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开始</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结束</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900" b="1" i="0" u="none" strike="noStrike">
                          <a:solidFill>
                            <a:srgbClr val="000000"/>
                          </a:solidFill>
                          <a:effectLst/>
                          <a:latin typeface="等线" panose="02010600030101010101" pitchFamily="2" charset="-122"/>
                          <a:ea typeface="等线" panose="02010600030101010101" pitchFamily="2" charset="-122"/>
                        </a:rPr>
                        <a:t>Unit Operation Time(h)/</a:t>
                      </a:r>
                      <a:br>
                        <a:rPr lang="en-US" sz="900" b="1" i="0" u="none" strike="noStrike">
                          <a:solidFill>
                            <a:srgbClr val="000000"/>
                          </a:solidFill>
                          <a:effectLst/>
                          <a:latin typeface="等线" panose="02010600030101010101" pitchFamily="2" charset="-122"/>
                          <a:ea typeface="等线" panose="02010600030101010101" pitchFamily="2" charset="-122"/>
                        </a:rPr>
                      </a:br>
                      <a:r>
                        <a:rPr lang="zh-CN" altLang="en-US" sz="900" b="1" i="0" u="none" strike="noStrike">
                          <a:solidFill>
                            <a:srgbClr val="000000"/>
                          </a:solidFill>
                          <a:effectLst/>
                          <a:latin typeface="等线" panose="02010600030101010101" pitchFamily="2" charset="-122"/>
                          <a:ea typeface="等线" panose="02010600030101010101" pitchFamily="2" charset="-122"/>
                        </a:rPr>
                        <a:t>单元操作时间</a:t>
                      </a:r>
                      <a:r>
                        <a:rPr lang="en-US" altLang="zh-CN" sz="900" b="1" i="0" u="none" strike="noStrike">
                          <a:solidFill>
                            <a:srgbClr val="000000"/>
                          </a:solidFill>
                          <a:effectLst/>
                          <a:latin typeface="等线" panose="02010600030101010101" pitchFamily="2" charset="-122"/>
                          <a:ea typeface="等线" panose="02010600030101010101" pitchFamily="2" charset="-122"/>
                        </a:rPr>
                        <a:t>(</a:t>
                      </a:r>
                      <a:r>
                        <a:rPr lang="en-US" sz="900" b="1" i="0" u="none" strike="noStrike">
                          <a:solidFill>
                            <a:srgbClr val="000000"/>
                          </a:solidFill>
                          <a:effectLst/>
                          <a:latin typeface="等线" panose="02010600030101010101" pitchFamily="2" charset="-122"/>
                          <a:ea typeface="等线" panose="02010600030101010101" pitchFamily="2" charset="-122"/>
                        </a:rPr>
                        <a:t>h)</a:t>
                      </a:r>
                    </a:p>
                  </a:txBody>
                  <a:tcPr marL="4899" marR="4899" marT="4899"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w="6350" cap="flat" cmpd="sng" algn="ctr">
                      <a:solidFill>
                        <a:srgbClr val="000000"/>
                      </a:solidFill>
                      <a:prstDash val="dot"/>
                      <a:round/>
                      <a:headEnd type="none" w="med" len="med"/>
                      <a:tailEnd type="none" w="med" len="med"/>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263573402"/>
                  </a:ext>
                </a:extLst>
              </a:tr>
              <a:tr h="137183">
                <a:tc vMerge="1">
                  <a:txBody>
                    <a:bodyPr/>
                    <a:lstStyle/>
                    <a:p>
                      <a:endParaRPr lang="zh-CN" altLang="en-US"/>
                    </a:p>
                  </a:txBody>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1</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 2-Chlorotrityl Chloride Resin</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2026/10/22 16:00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2026/10/22 20:00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4</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3466587087"/>
                  </a:ext>
                </a:extLst>
              </a:tr>
              <a:tr h="137183">
                <a:tc vMerge="1">
                  <a:txBody>
                    <a:bodyPr/>
                    <a:lstStyle/>
                    <a:p>
                      <a:endParaRPr lang="zh-CN" altLang="en-US"/>
                    </a:p>
                  </a:txBody>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Fmoc-Gly-OH</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2026/10/24 4:00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2026/10/24 8:00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4</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1492600349"/>
                  </a:ext>
                </a:extLst>
              </a:tr>
              <a:tr h="263587">
                <a:tc vMerge="1">
                  <a:txBody>
                    <a:bodyPr/>
                    <a:lstStyle/>
                    <a:p>
                      <a:endParaRPr lang="zh-CN" altLang="en-US"/>
                    </a:p>
                  </a:txBody>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3</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Fmoc-L- Thr(tBu)-OH</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2026/10/24 10:00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2026/10/24 14:00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4</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Oxyma</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2026/10/22 22:00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2026/10/23 0:00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PyBOP</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2026/10/23 18:00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2026/10/23 22:00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4</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832073389"/>
                  </a:ext>
                </a:extLst>
              </a:tr>
              <a:tr h="263587">
                <a:tc vMerge="1">
                  <a:txBody>
                    <a:bodyPr/>
                    <a:lstStyle/>
                    <a:p>
                      <a:endParaRPr lang="zh-CN" altLang="en-US"/>
                    </a:p>
                  </a:txBody>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4</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Fmoc-L-Ala-OH·H</a:t>
                      </a:r>
                      <a:r>
                        <a:rPr lang="en-US" sz="1050" b="0" i="0" u="none" strike="noStrike" baseline="-25000">
                          <a:solidFill>
                            <a:srgbClr val="000000"/>
                          </a:solidFill>
                          <a:effectLst/>
                          <a:latin typeface="等线" panose="02010600030101010101" pitchFamily="2" charset="-122"/>
                          <a:ea typeface="等线" panose="02010600030101010101" pitchFamily="2" charset="-122"/>
                        </a:rPr>
                        <a:t>2</a:t>
                      </a:r>
                      <a:r>
                        <a:rPr lang="en-US" sz="1050" b="0" i="0" u="none" strike="noStrike">
                          <a:solidFill>
                            <a:srgbClr val="000000"/>
                          </a:solidFill>
                          <a:effectLst/>
                          <a:latin typeface="等线" panose="02010600030101010101" pitchFamily="2" charset="-122"/>
                          <a:ea typeface="等线" panose="02010600030101010101" pitchFamily="2" charset="-122"/>
                        </a:rPr>
                        <a:t>O</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0:00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4:00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4</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Oxyma</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2026/10/23 2:00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2026/10/23 4:00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1057194537"/>
                  </a:ext>
                </a:extLst>
              </a:tr>
              <a:tr h="263587">
                <a:tc vMerge="1">
                  <a:txBody>
                    <a:bodyPr/>
                    <a:lstStyle/>
                    <a:p>
                      <a:endParaRPr lang="zh-CN" altLang="en-US"/>
                    </a:p>
                  </a:txBody>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5</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Fmoc-L- Cys(Trt)-OH</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10:00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14:00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4</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Oxyma</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2026/10/23 6:00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2026/10/23 8:00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2695346609"/>
                  </a:ext>
                </a:extLst>
              </a:tr>
              <a:tr h="263587">
                <a:tc vMerge="1">
                  <a:txBody>
                    <a:bodyPr/>
                    <a:lstStyle/>
                    <a:p>
                      <a:endParaRPr lang="zh-CN" altLang="en-US"/>
                    </a:p>
                  </a:txBody>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6</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Fmoc-L- Thr(tBu)-OH</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2026/10/24 14:00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2026/10/24 18:00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4</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Oxyma</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2026/10/23 10:00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2026/10/23 12:00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4251112626"/>
                  </a:ext>
                </a:extLst>
              </a:tr>
              <a:tr h="263587">
                <a:tc vMerge="1">
                  <a:txBody>
                    <a:bodyPr/>
                    <a:lstStyle/>
                    <a:p>
                      <a:endParaRPr lang="zh-CN" altLang="en-US"/>
                    </a:p>
                  </a:txBody>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7</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Fmoc-L-Ala-OH·H</a:t>
                      </a:r>
                      <a:r>
                        <a:rPr lang="en-US" sz="1050" b="0" i="0" u="none" strike="noStrike" baseline="-25000">
                          <a:solidFill>
                            <a:srgbClr val="000000"/>
                          </a:solidFill>
                          <a:effectLst/>
                          <a:latin typeface="等线" panose="02010600030101010101" pitchFamily="2" charset="-122"/>
                          <a:ea typeface="等线" panose="02010600030101010101" pitchFamily="2" charset="-122"/>
                        </a:rPr>
                        <a:t>2</a:t>
                      </a:r>
                      <a:r>
                        <a:rPr lang="en-US" sz="1050" b="0" i="0" u="none" strike="noStrike">
                          <a:solidFill>
                            <a:srgbClr val="000000"/>
                          </a:solidFill>
                          <a:effectLst/>
                          <a:latin typeface="等线" panose="02010600030101010101" pitchFamily="2" charset="-122"/>
                          <a:ea typeface="等线" panose="02010600030101010101" pitchFamily="2" charset="-122"/>
                        </a:rPr>
                        <a:t>O</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4:00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8:00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4</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Oxyma</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2026/10/23 14:00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2026/10/23 16:00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3343083953"/>
                  </a:ext>
                </a:extLst>
              </a:tr>
              <a:tr h="263587">
                <a:tc vMerge="1">
                  <a:txBody>
                    <a:bodyPr/>
                    <a:lstStyle/>
                    <a:p>
                      <a:endParaRPr lang="zh-CN" altLang="en-US"/>
                    </a:p>
                  </a:txBody>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8</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Fmoc-L- Thr(tBu)-OH</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2026/10/24 18:00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2026/10/24 22:00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4</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Oxyma</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8:00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10:00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1505196137"/>
                  </a:ext>
                </a:extLst>
              </a:tr>
              <a:tr h="263587">
                <a:tc vMerge="1">
                  <a:txBody>
                    <a:bodyPr/>
                    <a:lstStyle/>
                    <a:p>
                      <a:endParaRPr lang="zh-CN" altLang="en-US"/>
                    </a:p>
                  </a:txBody>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9</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Fmoc-L-Asn(Trt)-OH</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20:00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0:00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4</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Oxyma</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12:00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14:00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2184746541"/>
                  </a:ext>
                </a:extLst>
              </a:tr>
              <a:tr h="263587">
                <a:tc vMerge="1">
                  <a:txBody>
                    <a:bodyPr/>
                    <a:lstStyle/>
                    <a:p>
                      <a:endParaRPr lang="zh-CN" altLang="en-US"/>
                    </a:p>
                  </a:txBody>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10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Fmoc-L- Cys(Trt)-OH</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14:00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18:00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4</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Oxyma</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16:00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18:00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1429943740"/>
                  </a:ext>
                </a:extLst>
              </a:tr>
              <a:tr h="263587">
                <a:tc vMerge="1">
                  <a:txBody>
                    <a:bodyPr/>
                    <a:lstStyle/>
                    <a:p>
                      <a:endParaRPr lang="zh-CN" altLang="en-US"/>
                    </a:p>
                  </a:txBody>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11</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Boc-L-Glu-OtBu</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2:00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6:00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4</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Oxyma</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20:00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22:00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PyBOP</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2026/10/23 22:00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2026/10/24 2:00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4</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2060056250"/>
                  </a:ext>
                </a:extLst>
              </a:tr>
              <a:tr h="137183">
                <a:tc vMerge="1">
                  <a:txBody>
                    <a:bodyPr/>
                    <a:lstStyle/>
                    <a:p>
                      <a:endParaRPr lang="zh-CN" altLang="en-US"/>
                    </a:p>
                  </a:txBody>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12</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Iodine</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2026/10/27 0:00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2026/10/27 4:00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4</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a:noFill/>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a:noFill/>
                    </a:lnR>
                    <a:lnT>
                      <a:noFill/>
                    </a:lnT>
                    <a:lnB w="6350" cap="flat" cmpd="sng" algn="ctr">
                      <a:solidFill>
                        <a:srgbClr val="000000"/>
                      </a:solidFill>
                      <a:prstDash val="dot"/>
                      <a:round/>
                      <a:headEnd type="none" w="med" len="med"/>
                      <a:tailEnd type="none" w="med" len="med"/>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w="6350" cap="flat" cmpd="sng" algn="ctr">
                      <a:solidFill>
                        <a:srgbClr val="000000"/>
                      </a:solidFill>
                      <a:prstDash val="dot"/>
                      <a:round/>
                      <a:headEnd type="none" w="med" len="med"/>
                      <a:tailEnd type="none" w="med" len="med"/>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w="6350" cap="flat" cmpd="sng" algn="ctr">
                      <a:solidFill>
                        <a:srgbClr val="000000"/>
                      </a:solidFill>
                      <a:prstDash val="dot"/>
                      <a:round/>
                      <a:headEnd type="none" w="med" len="med"/>
                      <a:tailEnd type="none" w="med" len="med"/>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w="6350" cap="flat" cmpd="sng" algn="ctr">
                      <a:solidFill>
                        <a:srgbClr val="000000"/>
                      </a:solidFill>
                      <a:prstDash val="dot"/>
                      <a:round/>
                      <a:headEnd type="none" w="med" len="med"/>
                      <a:tailEnd type="none" w="med" len="med"/>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w="6350" cap="flat" cmpd="sng" algn="ctr">
                      <a:solidFill>
                        <a:srgbClr val="000000"/>
                      </a:solidFill>
                      <a:prstDash val="dot"/>
                      <a:round/>
                      <a:headEnd type="none" w="med" len="med"/>
                      <a:tailEnd type="none" w="med" len="med"/>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1634702898"/>
                  </a:ext>
                </a:extLst>
              </a:tr>
              <a:tr h="137183">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ctr"/>
                      <a:r>
                        <a:rPr lang="zh-CN" altLang="en-US" sz="1050" b="0" i="0" u="none" strike="noStrike">
                          <a:solidFill>
                            <a:srgbClr val="000000"/>
                          </a:solidFill>
                          <a:effectLst/>
                          <a:latin typeface="Calibri" panose="020F0502020204030204" pitchFamily="34" charset="0"/>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w="6350" cap="flat" cmpd="sng" algn="ctr">
                      <a:solidFill>
                        <a:srgbClr val="000000"/>
                      </a:solidFill>
                      <a:prstDash val="dot"/>
                      <a:round/>
                      <a:headEnd type="none" w="med" len="med"/>
                      <a:tailEnd type="none" w="med" len="med"/>
                    </a:lnR>
                    <a:lnT>
                      <a:noFill/>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2913292223"/>
                  </a:ext>
                </a:extLst>
              </a:tr>
              <a:tr h="137183">
                <a:tc rowSpan="6">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1. Fmoc-Gly-OH Coupling Cycle /</a:t>
                      </a:r>
                      <a:r>
                        <a:rPr lang="zh-CN" altLang="en-US" sz="1050" b="0" i="0" u="none" strike="noStrike">
                          <a:solidFill>
                            <a:srgbClr val="000000"/>
                          </a:solidFill>
                          <a:effectLst/>
                          <a:latin typeface="等线" panose="02010600030101010101" pitchFamily="2" charset="-122"/>
                          <a:ea typeface="等线" panose="02010600030101010101" pitchFamily="2" charset="-122"/>
                        </a:rPr>
                        <a:t>芴甲氧羰基</a:t>
                      </a:r>
                      <a:r>
                        <a:rPr lang="en-US" altLang="zh-CN" sz="1050" b="0" i="0" u="none" strike="noStrike">
                          <a:solidFill>
                            <a:srgbClr val="000000"/>
                          </a:solidFill>
                          <a:effectLst/>
                          <a:latin typeface="等线" panose="02010600030101010101" pitchFamily="2" charset="-122"/>
                          <a:ea typeface="等线" panose="02010600030101010101" pitchFamily="2" charset="-122"/>
                        </a:rPr>
                        <a:t>-</a:t>
                      </a:r>
                      <a:r>
                        <a:rPr lang="zh-CN" altLang="en-US" sz="1050" b="0" i="0" u="none" strike="noStrike">
                          <a:solidFill>
                            <a:srgbClr val="000000"/>
                          </a:solidFill>
                          <a:effectLst/>
                          <a:latin typeface="等线" panose="02010600030101010101" pitchFamily="2" charset="-122"/>
                          <a:ea typeface="等线" panose="02010600030101010101" pitchFamily="2" charset="-122"/>
                        </a:rPr>
                        <a:t>甘氨酸偶联循环</a:t>
                      </a:r>
                    </a:p>
                  </a:txBody>
                  <a:tcPr marL="4899" marR="4899" marT="4899"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a:noFill/>
                    </a:lnB>
                  </a:tcPr>
                </a:tc>
                <a:tc gridSpan="20">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Gly</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741788619"/>
                  </a:ext>
                </a:extLst>
              </a:tr>
              <a:tr h="137183">
                <a:tc vMerge="1">
                  <a:txBody>
                    <a:bodyPr/>
                    <a:lstStyle/>
                    <a:p>
                      <a:endParaRPr lang="zh-CN" altLang="en-US"/>
                    </a:p>
                  </a:txBody>
                  <a:tcPr/>
                </a:tc>
                <a:tc gridSpan="2">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Unit Operation/</a:t>
                      </a:r>
                      <a:r>
                        <a:rPr lang="zh-CN" altLang="en-US" sz="1050" b="0" i="0" u="none" strike="noStrike">
                          <a:solidFill>
                            <a:srgbClr val="000000"/>
                          </a:solidFill>
                          <a:effectLst/>
                          <a:latin typeface="等线" panose="02010600030101010101" pitchFamily="2" charset="-122"/>
                          <a:ea typeface="等线" panose="02010600030101010101" pitchFamily="2" charset="-122"/>
                        </a:rPr>
                        <a:t>单元操作</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hMerge="1">
                  <a:txBody>
                    <a:bodyPr/>
                    <a:lstStyle/>
                    <a:p>
                      <a:endParaRPr lang="zh-CN" altLang="en-US"/>
                    </a:p>
                  </a:txBody>
                  <a:tcPr/>
                </a:tc>
                <a:tc gridSpan="2">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Pre-treatment/</a:t>
                      </a:r>
                      <a:r>
                        <a:rPr lang="zh-CN" altLang="en-US" sz="1050" b="1" i="0" u="none" strike="noStrike">
                          <a:solidFill>
                            <a:srgbClr val="000000"/>
                          </a:solidFill>
                          <a:effectLst/>
                          <a:latin typeface="等线" panose="02010600030101010101" pitchFamily="2" charset="-122"/>
                          <a:ea typeface="等线" panose="02010600030101010101" pitchFamily="2" charset="-122"/>
                        </a:rPr>
                        <a:t>预处理</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gridSpan="2">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Charge Resin/</a:t>
                      </a:r>
                      <a:r>
                        <a:rPr lang="zh-CN" altLang="en-US" sz="1050" b="1" i="0" u="none" strike="noStrike">
                          <a:solidFill>
                            <a:srgbClr val="000000"/>
                          </a:solidFill>
                          <a:effectLst/>
                          <a:latin typeface="等线" panose="02010600030101010101" pitchFamily="2" charset="-122"/>
                          <a:ea typeface="等线" panose="02010600030101010101" pitchFamily="2" charset="-122"/>
                        </a:rPr>
                        <a:t>树脂投料</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gridSpan="2">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swelling&amp;wash/</a:t>
                      </a:r>
                      <a:r>
                        <a:rPr lang="zh-CN" altLang="en-US" sz="1050" b="1" i="0" u="none" strike="noStrike">
                          <a:solidFill>
                            <a:srgbClr val="000000"/>
                          </a:solidFill>
                          <a:effectLst/>
                          <a:latin typeface="等线" panose="02010600030101010101" pitchFamily="2" charset="-122"/>
                          <a:ea typeface="等线" panose="02010600030101010101" pitchFamily="2" charset="-122"/>
                        </a:rPr>
                        <a:t>溶胀</a:t>
                      </a:r>
                      <a:r>
                        <a:rPr lang="en-US" altLang="zh-CN" sz="1050" b="1" i="0" u="none" strike="noStrike">
                          <a:solidFill>
                            <a:srgbClr val="000000"/>
                          </a:solidFill>
                          <a:effectLst/>
                          <a:latin typeface="等线" panose="02010600030101010101" pitchFamily="2" charset="-122"/>
                          <a:ea typeface="等线" panose="02010600030101010101" pitchFamily="2" charset="-122"/>
                        </a:rPr>
                        <a:t>&amp;</a:t>
                      </a:r>
                      <a:r>
                        <a:rPr lang="zh-CN" altLang="en-US" sz="1050" b="1" i="0" u="none" strike="noStrike">
                          <a:solidFill>
                            <a:srgbClr val="000000"/>
                          </a:solidFill>
                          <a:effectLst/>
                          <a:latin typeface="等线" panose="02010600030101010101" pitchFamily="2" charset="-122"/>
                          <a:ea typeface="等线" panose="02010600030101010101" pitchFamily="2" charset="-122"/>
                        </a:rPr>
                        <a:t>洗涤</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gridSpan="2">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Charge AA/</a:t>
                      </a:r>
                      <a:r>
                        <a:rPr lang="zh-CN" altLang="en-US" sz="1050" b="1" i="0" u="none" strike="noStrike">
                          <a:solidFill>
                            <a:srgbClr val="000000"/>
                          </a:solidFill>
                          <a:effectLst/>
                          <a:latin typeface="等线" panose="02010600030101010101" pitchFamily="2" charset="-122"/>
                          <a:ea typeface="等线" panose="02010600030101010101" pitchFamily="2" charset="-122"/>
                        </a:rPr>
                        <a:t>氨基酸投料</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gridSpan="2">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Activation/</a:t>
                      </a:r>
                      <a:r>
                        <a:rPr lang="zh-CN" altLang="en-US" sz="1050" b="1" i="0" u="none" strike="noStrike">
                          <a:solidFill>
                            <a:srgbClr val="000000"/>
                          </a:solidFill>
                          <a:effectLst/>
                          <a:latin typeface="等线" panose="02010600030101010101" pitchFamily="2" charset="-122"/>
                          <a:ea typeface="等线" panose="02010600030101010101" pitchFamily="2" charset="-122"/>
                        </a:rPr>
                        <a:t>活化</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gridSpan="2">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Coupling/</a:t>
                      </a:r>
                      <a:r>
                        <a:rPr lang="zh-CN" altLang="en-US" sz="1050" b="1" i="0" u="none" strike="noStrike">
                          <a:solidFill>
                            <a:srgbClr val="000000"/>
                          </a:solidFill>
                          <a:effectLst/>
                          <a:latin typeface="等线" panose="02010600030101010101" pitchFamily="2" charset="-122"/>
                          <a:ea typeface="等线" panose="02010600030101010101" pitchFamily="2" charset="-122"/>
                        </a:rPr>
                        <a:t>偶联</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gridSpan="2">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DMF wash/</a:t>
                      </a:r>
                      <a:r>
                        <a:rPr lang="zh-CN" altLang="en-US" sz="1050" b="1" i="0" u="none" strike="noStrike">
                          <a:solidFill>
                            <a:srgbClr val="000000"/>
                          </a:solidFill>
                          <a:effectLst/>
                          <a:latin typeface="等线" panose="02010600030101010101" pitchFamily="2" charset="-122"/>
                          <a:ea typeface="等线" panose="02010600030101010101" pitchFamily="2" charset="-122"/>
                        </a:rPr>
                        <a:t>洗涤</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gridSpan="2">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Capping/</a:t>
                      </a:r>
                      <a:r>
                        <a:rPr lang="zh-CN" altLang="en-US" sz="1050" b="1" i="0" u="none" strike="noStrike">
                          <a:solidFill>
                            <a:srgbClr val="000000"/>
                          </a:solidFill>
                          <a:effectLst/>
                          <a:latin typeface="等线" panose="02010600030101010101" pitchFamily="2" charset="-122"/>
                          <a:ea typeface="等线" panose="02010600030101010101" pitchFamily="2" charset="-122"/>
                        </a:rPr>
                        <a:t>封端</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gridSpan="2">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DMF wash/</a:t>
                      </a:r>
                      <a:r>
                        <a:rPr lang="zh-CN" altLang="en-US" sz="1050" b="1" i="0" u="none" strike="noStrike">
                          <a:solidFill>
                            <a:srgbClr val="000000"/>
                          </a:solidFill>
                          <a:effectLst/>
                          <a:latin typeface="等线" panose="02010600030101010101" pitchFamily="2" charset="-122"/>
                          <a:ea typeface="等线" panose="02010600030101010101" pitchFamily="2" charset="-122"/>
                        </a:rPr>
                        <a:t>洗涤</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extLst>
                  <a:ext uri="{0D108BD9-81ED-4DB2-BD59-A6C34878D82A}">
                    <a16:rowId xmlns:a16="http://schemas.microsoft.com/office/drawing/2014/main" val="940090965"/>
                  </a:ext>
                </a:extLst>
              </a:tr>
              <a:tr h="137183">
                <a:tc vMerge="1">
                  <a:txBody>
                    <a:bodyPr/>
                    <a:lstStyle/>
                    <a:p>
                      <a:endParaRPr lang="zh-CN" altLang="en-US"/>
                    </a:p>
                  </a:txBody>
                  <a:tcPr/>
                </a:tc>
                <a:tc gridSpan="2">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Time/</a:t>
                      </a:r>
                      <a:r>
                        <a:rPr lang="zh-CN" altLang="en-US" sz="1050" b="0" i="0" u="none" strike="noStrike">
                          <a:solidFill>
                            <a:srgbClr val="000000"/>
                          </a:solidFill>
                          <a:effectLst/>
                          <a:latin typeface="等线" panose="02010600030101010101" pitchFamily="2" charset="-122"/>
                          <a:ea typeface="等线" panose="02010600030101010101" pitchFamily="2" charset="-122"/>
                        </a:rPr>
                        <a:t>时间</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hMerge="1">
                  <a:txBody>
                    <a:bodyPr/>
                    <a:lstStyle/>
                    <a:p>
                      <a:endParaRPr lang="zh-CN" altLang="en-US"/>
                    </a:p>
                  </a:txBody>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开始</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结束</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开始</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结束</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开始</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结束</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开始</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结束</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开始</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结束</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开始</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结束</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开始</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结束</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开始</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结束</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开始</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结束</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extLst>
                  <a:ext uri="{0D108BD9-81ED-4DB2-BD59-A6C34878D82A}">
                    <a16:rowId xmlns:a16="http://schemas.microsoft.com/office/drawing/2014/main" val="1558876665"/>
                  </a:ext>
                </a:extLst>
              </a:tr>
              <a:tr h="263587">
                <a:tc vMerge="1">
                  <a:txBody>
                    <a:bodyPr/>
                    <a:lstStyle/>
                    <a:p>
                      <a:endParaRPr lang="zh-CN" altLang="en-US"/>
                    </a:p>
                  </a:txBody>
                  <a:tcPr/>
                </a:tc>
                <a:tc gridSpan="2">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Synthesizer/</a:t>
                      </a:r>
                      <a:r>
                        <a:rPr lang="zh-CN" altLang="en-US" sz="1050" b="0" i="0" u="none" strike="noStrike">
                          <a:solidFill>
                            <a:srgbClr val="000000"/>
                          </a:solidFill>
                          <a:effectLst/>
                          <a:latin typeface="等线" panose="02010600030101010101" pitchFamily="2" charset="-122"/>
                          <a:ea typeface="等线" panose="02010600030101010101" pitchFamily="2" charset="-122"/>
                        </a:rPr>
                        <a:t>合成仪</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hMerge="1">
                  <a:txBody>
                    <a:bodyPr/>
                    <a:lstStyle/>
                    <a:p>
                      <a:endParaRPr lang="zh-CN" altLang="en-US"/>
                    </a:p>
                  </a:txBody>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2026/10/24 8:00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2026/10/24 14:00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2026/10/24 14:00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2026/10/24 16:00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2026/10/24 16:00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2026/10/24 19:00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2026/10/24 19:30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2026/10/24 23:30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2026/10/24 23:30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2:00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2:00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5:00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5:00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7:30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extLst>
                  <a:ext uri="{0D108BD9-81ED-4DB2-BD59-A6C34878D82A}">
                    <a16:rowId xmlns:a16="http://schemas.microsoft.com/office/drawing/2014/main" val="4263170083"/>
                  </a:ext>
                </a:extLst>
              </a:tr>
              <a:tr h="137183">
                <a:tc vMerge="1">
                  <a:txBody>
                    <a:bodyPr/>
                    <a:lstStyle/>
                    <a:p>
                      <a:endParaRPr lang="zh-CN" altLang="en-US"/>
                    </a:p>
                  </a:txBody>
                  <a:tcPr/>
                </a:tc>
                <a:tc gridSpan="2">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Activation Reactor/</a:t>
                      </a:r>
                      <a:r>
                        <a:rPr lang="zh-CN" altLang="en-US" sz="1050" b="0" i="0" u="none" strike="noStrike">
                          <a:solidFill>
                            <a:srgbClr val="000000"/>
                          </a:solidFill>
                          <a:effectLst/>
                          <a:latin typeface="等线" panose="02010600030101010101" pitchFamily="2" charset="-122"/>
                          <a:ea typeface="等线" panose="02010600030101010101" pitchFamily="2" charset="-122"/>
                        </a:rPr>
                        <a:t>激活釜</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2026/10/24 16:00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2026/10/24 18:00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2026/10/24 18:00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2026/10/24 19:30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2753691276"/>
                  </a:ext>
                </a:extLst>
              </a:tr>
              <a:tr h="137183">
                <a:tc vMerge="1">
                  <a:txBody>
                    <a:bodyPr/>
                    <a:lstStyle/>
                    <a:p>
                      <a:endParaRPr lang="zh-CN" altLang="en-US"/>
                    </a:p>
                  </a:txBody>
                  <a:tcPr/>
                </a:tc>
                <a:tc gridSpan="2">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Unit Operation Time(h)/</a:t>
                      </a:r>
                      <a:r>
                        <a:rPr lang="zh-CN" altLang="en-US" sz="1050" b="0" i="0" u="none" strike="noStrike">
                          <a:solidFill>
                            <a:srgbClr val="000000"/>
                          </a:solidFill>
                          <a:effectLst/>
                          <a:latin typeface="等线" panose="02010600030101010101" pitchFamily="2" charset="-122"/>
                          <a:ea typeface="等线" panose="02010600030101010101" pitchFamily="2" charset="-122"/>
                        </a:rPr>
                        <a:t>单元操作时间</a:t>
                      </a:r>
                      <a:r>
                        <a:rPr lang="en-US" altLang="zh-CN" sz="1050" b="0" i="0" u="none" strike="noStrike">
                          <a:solidFill>
                            <a:srgbClr val="000000"/>
                          </a:solidFill>
                          <a:effectLst/>
                          <a:latin typeface="等线" panose="02010600030101010101" pitchFamily="2" charset="-122"/>
                          <a:ea typeface="等线" panose="02010600030101010101" pitchFamily="2" charset="-122"/>
                        </a:rPr>
                        <a:t>(</a:t>
                      </a:r>
                      <a:r>
                        <a:rPr lang="en-US" sz="1050" b="0" i="0" u="none" strike="noStrike">
                          <a:solidFill>
                            <a:srgbClr val="000000"/>
                          </a:solidFill>
                          <a:effectLst/>
                          <a:latin typeface="等线" panose="02010600030101010101" pitchFamily="2" charset="-122"/>
                          <a:ea typeface="等线" panose="02010600030101010101" pitchFamily="2" charset="-122"/>
                        </a:rPr>
                        <a:t>h)</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6</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3</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1.5</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4</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2.5</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3</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2.5</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extLst>
                  <a:ext uri="{0D108BD9-81ED-4DB2-BD59-A6C34878D82A}">
                    <a16:rowId xmlns:a16="http://schemas.microsoft.com/office/drawing/2014/main" val="4075490011"/>
                  </a:ext>
                </a:extLst>
              </a:tr>
              <a:tr h="137183">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w="6350" cap="flat" cmpd="sng" algn="ctr">
                      <a:solidFill>
                        <a:srgbClr val="000000"/>
                      </a:solidFill>
                      <a:prstDash val="dot"/>
                      <a:round/>
                      <a:headEnd type="none" w="med" len="med"/>
                      <a:tailEnd type="none" w="med" len="med"/>
                    </a:lnR>
                    <a:lnT>
                      <a:noFill/>
                    </a:lnT>
                    <a:lnB>
                      <a:noFill/>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w="6350" cap="flat" cmpd="sng" algn="ctr">
                      <a:solidFill>
                        <a:srgbClr val="000000"/>
                      </a:solidFill>
                      <a:prstDash val="dot"/>
                      <a:round/>
                      <a:headEnd type="none" w="med" len="med"/>
                      <a:tailEnd type="none" w="med" len="med"/>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w="6350" cap="flat" cmpd="sng" algn="ctr">
                      <a:solidFill>
                        <a:srgbClr val="000000"/>
                      </a:solidFill>
                      <a:prstDash val="dot"/>
                      <a:round/>
                      <a:headEnd type="none" w="med" len="med"/>
                      <a:tailEnd type="none" w="med" len="med"/>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w="6350" cap="flat" cmpd="sng" algn="ctr">
                      <a:solidFill>
                        <a:srgbClr val="000000"/>
                      </a:solidFill>
                      <a:prstDash val="dot"/>
                      <a:round/>
                      <a:headEnd type="none" w="med" len="med"/>
                      <a:tailEnd type="none" w="med" len="med"/>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w="6350" cap="flat" cmpd="sng" algn="ctr">
                      <a:solidFill>
                        <a:srgbClr val="000000"/>
                      </a:solidFill>
                      <a:prstDash val="dot"/>
                      <a:round/>
                      <a:headEnd type="none" w="med" len="med"/>
                      <a:tailEnd type="none" w="med" len="med"/>
                    </a:lnT>
                    <a:lnB>
                      <a:noFill/>
                    </a:lnB>
                  </a:tcPr>
                </a:tc>
                <a:extLst>
                  <a:ext uri="{0D108BD9-81ED-4DB2-BD59-A6C34878D82A}">
                    <a16:rowId xmlns:a16="http://schemas.microsoft.com/office/drawing/2014/main" val="3469250253"/>
                  </a:ext>
                </a:extLst>
              </a:tr>
              <a:tr h="137183">
                <a:tc rowSpan="6">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2. Fmoc-L-Thr(tBu)-OH Coupling Cycle /</a:t>
                      </a:r>
                      <a:r>
                        <a:rPr lang="zh-CN" altLang="en-US" sz="1050" b="0" i="0" u="none" strike="noStrike">
                          <a:solidFill>
                            <a:srgbClr val="000000"/>
                          </a:solidFill>
                          <a:effectLst/>
                          <a:latin typeface="等线" panose="02010600030101010101" pitchFamily="2" charset="-122"/>
                          <a:ea typeface="等线" panose="02010600030101010101" pitchFamily="2" charset="-122"/>
                        </a:rPr>
                        <a:t>芴甲氧羰基</a:t>
                      </a:r>
                      <a:r>
                        <a:rPr lang="en-US" altLang="zh-CN" sz="1050" b="0" i="0" u="none" strike="noStrike">
                          <a:solidFill>
                            <a:srgbClr val="000000"/>
                          </a:solidFill>
                          <a:effectLst/>
                          <a:latin typeface="等线" panose="02010600030101010101" pitchFamily="2" charset="-122"/>
                          <a:ea typeface="等线" panose="02010600030101010101" pitchFamily="2" charset="-122"/>
                        </a:rPr>
                        <a:t>-</a:t>
                      </a:r>
                      <a:r>
                        <a:rPr lang="zh-CN" altLang="en-US" sz="1050" b="0" i="0" u="none" strike="noStrike">
                          <a:solidFill>
                            <a:srgbClr val="000000"/>
                          </a:solidFill>
                          <a:effectLst/>
                          <a:latin typeface="等线" panose="02010600030101010101" pitchFamily="2" charset="-122"/>
                          <a:ea typeface="等线" panose="02010600030101010101" pitchFamily="2" charset="-122"/>
                        </a:rPr>
                        <a:t>叔丁基</a:t>
                      </a:r>
                      <a:r>
                        <a:rPr lang="en-US" altLang="zh-CN" sz="1050" b="0" i="0" u="none" strike="noStrike">
                          <a:solidFill>
                            <a:srgbClr val="000000"/>
                          </a:solidFill>
                          <a:effectLst/>
                          <a:latin typeface="等线" panose="02010600030101010101" pitchFamily="2" charset="-122"/>
                          <a:ea typeface="等线" panose="02010600030101010101" pitchFamily="2" charset="-122"/>
                        </a:rPr>
                        <a:t>-</a:t>
                      </a:r>
                      <a:r>
                        <a:rPr lang="en-US" sz="1050" b="0" i="0" u="none" strike="noStrike">
                          <a:solidFill>
                            <a:srgbClr val="000000"/>
                          </a:solidFill>
                          <a:effectLst/>
                          <a:latin typeface="等线" panose="02010600030101010101" pitchFamily="2" charset="-122"/>
                          <a:ea typeface="等线" panose="02010600030101010101" pitchFamily="2" charset="-122"/>
                        </a:rPr>
                        <a:t>L-</a:t>
                      </a:r>
                      <a:r>
                        <a:rPr lang="zh-CN" altLang="en-US" sz="1050" b="0" i="0" u="none" strike="noStrike">
                          <a:solidFill>
                            <a:srgbClr val="000000"/>
                          </a:solidFill>
                          <a:effectLst/>
                          <a:latin typeface="等线" panose="02010600030101010101" pitchFamily="2" charset="-122"/>
                          <a:ea typeface="等线" panose="02010600030101010101" pitchFamily="2" charset="-122"/>
                        </a:rPr>
                        <a:t>苏氨酸偶联循环</a:t>
                      </a:r>
                    </a:p>
                  </a:txBody>
                  <a:tcPr marL="4899" marR="4899" marT="4899" marB="0" anchor="ctr">
                    <a:lnL>
                      <a:noFill/>
                    </a:lnL>
                    <a:lnR w="6350" cap="flat" cmpd="sng" algn="ctr">
                      <a:solidFill>
                        <a:srgbClr val="000000"/>
                      </a:solidFill>
                      <a:prstDash val="dot"/>
                      <a:round/>
                      <a:headEnd type="none" w="med" len="med"/>
                      <a:tailEnd type="none" w="med" len="med"/>
                    </a:lnR>
                    <a:lnT>
                      <a:noFill/>
                    </a:lnT>
                    <a:lnB>
                      <a:noFill/>
                    </a:lnB>
                  </a:tcPr>
                </a:tc>
                <a:tc gridSpan="16">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Thr</a:t>
                      </a:r>
                    </a:p>
                  </a:txBody>
                  <a:tcPr marL="4899" marR="4899" marT="4899"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807892286"/>
                  </a:ext>
                </a:extLst>
              </a:tr>
              <a:tr h="269467">
                <a:tc vMerge="1">
                  <a:txBody>
                    <a:bodyPr/>
                    <a:lstStyle/>
                    <a:p>
                      <a:endParaRPr lang="zh-CN" altLang="en-US"/>
                    </a:p>
                  </a:txBody>
                  <a:tcPr/>
                </a:tc>
                <a:tc gridSpan="2">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Unit Operation/</a:t>
                      </a:r>
                      <a:r>
                        <a:rPr lang="zh-CN" altLang="en-US" sz="1050" b="0" i="0" u="none" strike="noStrike">
                          <a:solidFill>
                            <a:srgbClr val="000000"/>
                          </a:solidFill>
                          <a:effectLst/>
                          <a:latin typeface="等线" panose="02010600030101010101" pitchFamily="2" charset="-122"/>
                          <a:ea typeface="等线" panose="02010600030101010101" pitchFamily="2" charset="-122"/>
                        </a:rPr>
                        <a:t>单元操作</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hMerge="1">
                  <a:txBody>
                    <a:bodyPr/>
                    <a:lstStyle/>
                    <a:p>
                      <a:endParaRPr lang="zh-CN" altLang="en-US"/>
                    </a:p>
                  </a:txBody>
                  <a:tcPr/>
                </a:tc>
                <a:tc gridSpan="2">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De-Fmoc/</a:t>
                      </a:r>
                      <a:r>
                        <a:rPr lang="zh-CN" altLang="en-US" sz="1050" b="1" i="0" u="none" strike="noStrike">
                          <a:solidFill>
                            <a:srgbClr val="000000"/>
                          </a:solidFill>
                          <a:effectLst/>
                          <a:latin typeface="等线" panose="02010600030101010101" pitchFamily="2" charset="-122"/>
                          <a:ea typeface="等线" panose="02010600030101010101" pitchFamily="2" charset="-122"/>
                        </a:rPr>
                        <a:t>脱</a:t>
                      </a:r>
                      <a:r>
                        <a:rPr lang="en-US" sz="1050" b="1" i="0" u="none" strike="noStrike">
                          <a:solidFill>
                            <a:srgbClr val="000000"/>
                          </a:solidFill>
                          <a:effectLst/>
                          <a:latin typeface="等线" panose="02010600030101010101" pitchFamily="2" charset="-122"/>
                          <a:ea typeface="等线" panose="02010600030101010101" pitchFamily="2" charset="-122"/>
                        </a:rPr>
                        <a:t>Fmoc</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gridSpan="2">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IPAC wash/IPAC</a:t>
                      </a:r>
                      <a:r>
                        <a:rPr lang="zh-CN" altLang="en-US" sz="1050" b="1" i="0" u="none" strike="noStrike">
                          <a:solidFill>
                            <a:srgbClr val="000000"/>
                          </a:solidFill>
                          <a:effectLst/>
                          <a:latin typeface="等线" panose="02010600030101010101" pitchFamily="2" charset="-122"/>
                          <a:ea typeface="等线" panose="02010600030101010101" pitchFamily="2" charset="-122"/>
                        </a:rPr>
                        <a:t>洗涤</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gridSpan="2">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DMF wash/DMF</a:t>
                      </a:r>
                      <a:r>
                        <a:rPr lang="zh-CN" altLang="en-US" sz="1050" b="1" i="0" u="none" strike="noStrike">
                          <a:solidFill>
                            <a:srgbClr val="000000"/>
                          </a:solidFill>
                          <a:effectLst/>
                          <a:latin typeface="等线" panose="02010600030101010101" pitchFamily="2" charset="-122"/>
                          <a:ea typeface="等线" panose="02010600030101010101" pitchFamily="2" charset="-122"/>
                        </a:rPr>
                        <a:t>洗涤</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gridSpan="2">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Charge AA &amp; oxyma/</a:t>
                      </a:r>
                      <a:br>
                        <a:rPr lang="en-US" sz="1050" b="1" i="0" u="none" strike="noStrike">
                          <a:solidFill>
                            <a:srgbClr val="000000"/>
                          </a:solidFill>
                          <a:effectLst/>
                          <a:latin typeface="等线" panose="02010600030101010101" pitchFamily="2" charset="-122"/>
                          <a:ea typeface="等线" panose="02010600030101010101" pitchFamily="2" charset="-122"/>
                        </a:rPr>
                      </a:br>
                      <a:r>
                        <a:rPr lang="zh-CN" altLang="en-US" sz="1050" b="1" i="0" u="none" strike="noStrike">
                          <a:solidFill>
                            <a:srgbClr val="000000"/>
                          </a:solidFill>
                          <a:effectLst/>
                          <a:latin typeface="等线" panose="02010600030101010101" pitchFamily="2" charset="-122"/>
                          <a:ea typeface="等线" panose="02010600030101010101" pitchFamily="2" charset="-122"/>
                        </a:rPr>
                        <a:t>氨基酸和</a:t>
                      </a:r>
                      <a:r>
                        <a:rPr lang="en-US" sz="1050" b="1" i="0" u="none" strike="noStrike">
                          <a:solidFill>
                            <a:srgbClr val="000000"/>
                          </a:solidFill>
                          <a:effectLst/>
                          <a:latin typeface="等线" panose="02010600030101010101" pitchFamily="2" charset="-122"/>
                          <a:ea typeface="等线" panose="02010600030101010101" pitchFamily="2" charset="-122"/>
                        </a:rPr>
                        <a:t>oxyma</a:t>
                      </a:r>
                      <a:r>
                        <a:rPr lang="zh-CN" altLang="en-US" sz="1050" b="1" i="0" u="none" strike="noStrike">
                          <a:solidFill>
                            <a:srgbClr val="000000"/>
                          </a:solidFill>
                          <a:effectLst/>
                          <a:latin typeface="等线" panose="02010600030101010101" pitchFamily="2" charset="-122"/>
                          <a:ea typeface="等线" panose="02010600030101010101" pitchFamily="2" charset="-122"/>
                        </a:rPr>
                        <a:t>投料</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gridSpan="2">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Activation/</a:t>
                      </a:r>
                      <a:r>
                        <a:rPr lang="zh-CN" altLang="en-US" sz="1050" b="1" i="0" u="none" strike="noStrike">
                          <a:solidFill>
                            <a:srgbClr val="000000"/>
                          </a:solidFill>
                          <a:effectLst/>
                          <a:latin typeface="等线" panose="02010600030101010101" pitchFamily="2" charset="-122"/>
                          <a:ea typeface="等线" panose="02010600030101010101" pitchFamily="2" charset="-122"/>
                        </a:rPr>
                        <a:t>活化</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gridSpan="2">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Coupling/</a:t>
                      </a:r>
                      <a:r>
                        <a:rPr lang="zh-CN" altLang="en-US" sz="1050" b="1" i="0" u="none" strike="noStrike">
                          <a:solidFill>
                            <a:srgbClr val="000000"/>
                          </a:solidFill>
                          <a:effectLst/>
                          <a:latin typeface="等线" panose="02010600030101010101" pitchFamily="2" charset="-122"/>
                          <a:ea typeface="等线" panose="02010600030101010101" pitchFamily="2" charset="-122"/>
                        </a:rPr>
                        <a:t>偶联</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gridSpan="2">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DMF wash/</a:t>
                      </a:r>
                      <a:r>
                        <a:rPr lang="zh-CN" altLang="en-US" sz="1050" b="1" i="0" u="none" strike="noStrike">
                          <a:solidFill>
                            <a:srgbClr val="000000"/>
                          </a:solidFill>
                          <a:effectLst/>
                          <a:latin typeface="等线" panose="02010600030101010101" pitchFamily="2" charset="-122"/>
                          <a:ea typeface="等线" panose="02010600030101010101" pitchFamily="2" charset="-122"/>
                        </a:rPr>
                        <a:t>洗涤</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1974135626"/>
                  </a:ext>
                </a:extLst>
              </a:tr>
              <a:tr h="137183">
                <a:tc vMerge="1">
                  <a:txBody>
                    <a:bodyPr/>
                    <a:lstStyle/>
                    <a:p>
                      <a:endParaRPr lang="zh-CN" altLang="en-US"/>
                    </a:p>
                  </a:txBody>
                  <a:tcPr/>
                </a:tc>
                <a:tc gridSpan="2">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Time/</a:t>
                      </a:r>
                      <a:r>
                        <a:rPr lang="zh-CN" altLang="en-US" sz="1050" b="0" i="0" u="none" strike="noStrike">
                          <a:solidFill>
                            <a:srgbClr val="000000"/>
                          </a:solidFill>
                          <a:effectLst/>
                          <a:latin typeface="等线" panose="02010600030101010101" pitchFamily="2" charset="-122"/>
                          <a:ea typeface="等线" panose="02010600030101010101" pitchFamily="2" charset="-122"/>
                        </a:rPr>
                        <a:t>时间</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hMerge="1">
                  <a:txBody>
                    <a:bodyPr/>
                    <a:lstStyle/>
                    <a:p>
                      <a:endParaRPr lang="zh-CN" altLang="en-US"/>
                    </a:p>
                  </a:txBody>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开始</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结束</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开始</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结束</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开始</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结束</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开始</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结束</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开始</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结束</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开始</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结束</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开始</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结束</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2055268491"/>
                  </a:ext>
                </a:extLst>
              </a:tr>
              <a:tr h="263587">
                <a:tc vMerge="1">
                  <a:txBody>
                    <a:bodyPr/>
                    <a:lstStyle/>
                    <a:p>
                      <a:endParaRPr lang="zh-CN" altLang="en-US"/>
                    </a:p>
                  </a:txBody>
                  <a:tcPr/>
                </a:tc>
                <a:tc gridSpan="2">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Synthesizer/</a:t>
                      </a:r>
                      <a:r>
                        <a:rPr lang="zh-CN" altLang="en-US" sz="1050" b="0" i="0" u="none" strike="noStrike">
                          <a:solidFill>
                            <a:srgbClr val="000000"/>
                          </a:solidFill>
                          <a:effectLst/>
                          <a:latin typeface="等线" panose="02010600030101010101" pitchFamily="2" charset="-122"/>
                          <a:ea typeface="等线" panose="02010600030101010101" pitchFamily="2" charset="-122"/>
                        </a:rPr>
                        <a:t>合成仪</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hMerge="1">
                  <a:txBody>
                    <a:bodyPr/>
                    <a:lstStyle/>
                    <a:p>
                      <a:endParaRPr lang="zh-CN" altLang="en-US"/>
                    </a:p>
                  </a:txBody>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7:30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11:00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11:00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14:30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14:30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16:30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18:30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22:30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22:30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1:00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a:noFill/>
                    </a:lnT>
                    <a:lnB>
                      <a:noFill/>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a:noFill/>
                    </a:lnT>
                    <a:lnB>
                      <a:noFill/>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a:noFill/>
                    </a:lnT>
                    <a:lnB>
                      <a:noFill/>
                    </a:lnB>
                    <a:solidFill>
                      <a:srgbClr val="FFFFFF"/>
                    </a:solidFill>
                  </a:tcPr>
                </a:tc>
                <a:extLst>
                  <a:ext uri="{0D108BD9-81ED-4DB2-BD59-A6C34878D82A}">
                    <a16:rowId xmlns:a16="http://schemas.microsoft.com/office/drawing/2014/main" val="1052754783"/>
                  </a:ext>
                </a:extLst>
              </a:tr>
              <a:tr h="137183">
                <a:tc vMerge="1">
                  <a:txBody>
                    <a:bodyPr/>
                    <a:lstStyle/>
                    <a:p>
                      <a:endParaRPr lang="zh-CN" altLang="en-US"/>
                    </a:p>
                  </a:txBody>
                  <a:tcPr/>
                </a:tc>
                <a:tc gridSpan="2">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Activation Reactor/</a:t>
                      </a:r>
                      <a:r>
                        <a:rPr lang="zh-CN" altLang="en-US" sz="1050" b="0" i="0" u="none" strike="noStrike">
                          <a:solidFill>
                            <a:srgbClr val="000000"/>
                          </a:solidFill>
                          <a:effectLst/>
                          <a:latin typeface="等线" panose="02010600030101010101" pitchFamily="2" charset="-122"/>
                          <a:ea typeface="等线" panose="02010600030101010101" pitchFamily="2" charset="-122"/>
                        </a:rPr>
                        <a:t>激活釜</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11:00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14:00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16:30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18:30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2052074382"/>
                  </a:ext>
                </a:extLst>
              </a:tr>
              <a:tr h="137183">
                <a:tc vMerge="1">
                  <a:txBody>
                    <a:bodyPr/>
                    <a:lstStyle/>
                    <a:p>
                      <a:endParaRPr lang="zh-CN" altLang="en-US"/>
                    </a:p>
                  </a:txBody>
                  <a:tcPr/>
                </a:tc>
                <a:tc gridSpan="2">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Unit Operation Time(h)/</a:t>
                      </a:r>
                      <a:r>
                        <a:rPr lang="zh-CN" altLang="en-US" sz="1050" b="0" i="0" u="none" strike="noStrike">
                          <a:solidFill>
                            <a:srgbClr val="000000"/>
                          </a:solidFill>
                          <a:effectLst/>
                          <a:latin typeface="等线" panose="02010600030101010101" pitchFamily="2" charset="-122"/>
                          <a:ea typeface="等线" panose="02010600030101010101" pitchFamily="2" charset="-122"/>
                        </a:rPr>
                        <a:t>单元操作时间</a:t>
                      </a:r>
                      <a:r>
                        <a:rPr lang="en-US" altLang="zh-CN" sz="1050" b="0" i="0" u="none" strike="noStrike">
                          <a:solidFill>
                            <a:srgbClr val="000000"/>
                          </a:solidFill>
                          <a:effectLst/>
                          <a:latin typeface="等线" panose="02010600030101010101" pitchFamily="2" charset="-122"/>
                          <a:ea typeface="等线" panose="02010600030101010101" pitchFamily="2" charset="-122"/>
                        </a:rPr>
                        <a:t>(</a:t>
                      </a:r>
                      <a:r>
                        <a:rPr lang="en-US" sz="1050" b="0" i="0" u="none" strike="noStrike">
                          <a:solidFill>
                            <a:srgbClr val="000000"/>
                          </a:solidFill>
                          <a:effectLst/>
                          <a:latin typeface="等线" panose="02010600030101010101" pitchFamily="2" charset="-122"/>
                          <a:ea typeface="等线" panose="02010600030101010101" pitchFamily="2" charset="-122"/>
                        </a:rPr>
                        <a:t>h)</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3.5</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3.5</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3</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4</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2.5</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1155040505"/>
                  </a:ext>
                </a:extLst>
              </a:tr>
              <a:tr h="137183">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w="6350" cap="flat" cmpd="sng" algn="ctr">
                      <a:solidFill>
                        <a:srgbClr val="000000"/>
                      </a:solidFill>
                      <a:prstDash val="dot"/>
                      <a:round/>
                      <a:headEnd type="none" w="med" len="med"/>
                      <a:tailEnd type="none" w="med" len="med"/>
                    </a:lnR>
                    <a:lnT>
                      <a:noFill/>
                    </a:lnT>
                    <a:lnB>
                      <a:noFill/>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3752393126"/>
                  </a:ext>
                </a:extLst>
              </a:tr>
              <a:tr h="137183">
                <a:tc rowSpan="6">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3. Fmoc-L-Ala-OH·H</a:t>
                      </a:r>
                      <a:r>
                        <a:rPr lang="en-US" sz="1050" b="0" i="0" u="none" strike="noStrike" baseline="-25000">
                          <a:solidFill>
                            <a:srgbClr val="000000"/>
                          </a:solidFill>
                          <a:effectLst/>
                          <a:latin typeface="等线" panose="02010600030101010101" pitchFamily="2" charset="-122"/>
                          <a:ea typeface="等线" panose="02010600030101010101" pitchFamily="2" charset="-122"/>
                        </a:rPr>
                        <a:t>2</a:t>
                      </a:r>
                      <a:r>
                        <a:rPr lang="en-US" sz="1050" b="0" i="0" u="none" strike="noStrike">
                          <a:solidFill>
                            <a:srgbClr val="000000"/>
                          </a:solidFill>
                          <a:effectLst/>
                          <a:latin typeface="等线" panose="02010600030101010101" pitchFamily="2" charset="-122"/>
                          <a:ea typeface="等线" panose="02010600030101010101" pitchFamily="2" charset="-122"/>
                        </a:rPr>
                        <a:t>O Coupling Cycle /</a:t>
                      </a:r>
                      <a:r>
                        <a:rPr lang="zh-CN" altLang="en-US" sz="1050" b="0" i="0" u="none" strike="noStrike">
                          <a:solidFill>
                            <a:srgbClr val="000000"/>
                          </a:solidFill>
                          <a:effectLst/>
                          <a:latin typeface="等线" panose="02010600030101010101" pitchFamily="2" charset="-122"/>
                          <a:ea typeface="等线" panose="02010600030101010101" pitchFamily="2" charset="-122"/>
                        </a:rPr>
                        <a:t>芴甲氧羰基</a:t>
                      </a:r>
                      <a:r>
                        <a:rPr lang="en-US" altLang="zh-CN" sz="1050" b="0" i="0" u="none" strike="noStrike">
                          <a:solidFill>
                            <a:srgbClr val="000000"/>
                          </a:solidFill>
                          <a:effectLst/>
                          <a:latin typeface="等线" panose="02010600030101010101" pitchFamily="2" charset="-122"/>
                          <a:ea typeface="等线" panose="02010600030101010101" pitchFamily="2" charset="-122"/>
                        </a:rPr>
                        <a:t>-</a:t>
                      </a:r>
                      <a:r>
                        <a:rPr lang="en-US" sz="1050" b="0" i="0" u="none" strike="noStrike">
                          <a:solidFill>
                            <a:srgbClr val="000000"/>
                          </a:solidFill>
                          <a:effectLst/>
                          <a:latin typeface="等线" panose="02010600030101010101" pitchFamily="2" charset="-122"/>
                          <a:ea typeface="等线" panose="02010600030101010101" pitchFamily="2" charset="-122"/>
                        </a:rPr>
                        <a:t>L-</a:t>
                      </a:r>
                      <a:r>
                        <a:rPr lang="zh-CN" altLang="en-US" sz="1050" b="0" i="0" u="none" strike="noStrike">
                          <a:solidFill>
                            <a:srgbClr val="000000"/>
                          </a:solidFill>
                          <a:effectLst/>
                          <a:latin typeface="等线" panose="02010600030101010101" pitchFamily="2" charset="-122"/>
                          <a:ea typeface="等线" panose="02010600030101010101" pitchFamily="2" charset="-122"/>
                        </a:rPr>
                        <a:t>丙氨酸一水合物偶联循环</a:t>
                      </a:r>
                    </a:p>
                  </a:txBody>
                  <a:tcPr marL="4899" marR="4899" marT="4899" marB="0" anchor="ctr">
                    <a:lnL>
                      <a:noFill/>
                    </a:lnL>
                    <a:lnR w="6350" cap="flat" cmpd="sng" algn="ctr">
                      <a:solidFill>
                        <a:srgbClr val="000000"/>
                      </a:solidFill>
                      <a:prstDash val="dot"/>
                      <a:round/>
                      <a:headEnd type="none" w="med" len="med"/>
                      <a:tailEnd type="none" w="med" len="med"/>
                    </a:lnR>
                    <a:lnT>
                      <a:noFill/>
                    </a:lnT>
                    <a:lnB>
                      <a:noFill/>
                    </a:lnB>
                  </a:tcPr>
                </a:tc>
                <a:tc gridSpan="16">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Ala</a:t>
                      </a:r>
                    </a:p>
                  </a:txBody>
                  <a:tcPr marL="4899" marR="4899" marT="4899"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1415915910"/>
                  </a:ext>
                </a:extLst>
              </a:tr>
              <a:tr h="303762">
                <a:tc vMerge="1">
                  <a:txBody>
                    <a:bodyPr/>
                    <a:lstStyle/>
                    <a:p>
                      <a:endParaRPr lang="zh-CN" altLang="en-US"/>
                    </a:p>
                  </a:txBody>
                  <a:tcPr/>
                </a:tc>
                <a:tc gridSpan="2">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Unit Operation/</a:t>
                      </a:r>
                      <a:r>
                        <a:rPr lang="zh-CN" altLang="en-US" sz="1050" b="0" i="0" u="none" strike="noStrike">
                          <a:solidFill>
                            <a:srgbClr val="000000"/>
                          </a:solidFill>
                          <a:effectLst/>
                          <a:latin typeface="等线" panose="02010600030101010101" pitchFamily="2" charset="-122"/>
                          <a:ea typeface="等线" panose="02010600030101010101" pitchFamily="2" charset="-122"/>
                        </a:rPr>
                        <a:t>单元操作</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hMerge="1">
                  <a:txBody>
                    <a:bodyPr/>
                    <a:lstStyle/>
                    <a:p>
                      <a:endParaRPr lang="zh-CN" altLang="en-US"/>
                    </a:p>
                  </a:txBody>
                  <a:tcPr/>
                </a:tc>
                <a:tc gridSpan="2">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De-Fmoc/</a:t>
                      </a:r>
                      <a:r>
                        <a:rPr lang="zh-CN" altLang="en-US" sz="1050" b="1" i="0" u="none" strike="noStrike">
                          <a:solidFill>
                            <a:srgbClr val="000000"/>
                          </a:solidFill>
                          <a:effectLst/>
                          <a:latin typeface="等线" panose="02010600030101010101" pitchFamily="2" charset="-122"/>
                          <a:ea typeface="等线" panose="02010600030101010101" pitchFamily="2" charset="-122"/>
                        </a:rPr>
                        <a:t>脱</a:t>
                      </a:r>
                      <a:r>
                        <a:rPr lang="en-US" sz="1050" b="1" i="0" u="none" strike="noStrike">
                          <a:solidFill>
                            <a:srgbClr val="000000"/>
                          </a:solidFill>
                          <a:effectLst/>
                          <a:latin typeface="等线" panose="02010600030101010101" pitchFamily="2" charset="-122"/>
                          <a:ea typeface="等线" panose="02010600030101010101" pitchFamily="2" charset="-122"/>
                        </a:rPr>
                        <a:t>Fmoc</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gridSpan="2">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IPAC wash/IPAC</a:t>
                      </a:r>
                      <a:r>
                        <a:rPr lang="zh-CN" altLang="en-US" sz="1050" b="1" i="0" u="none" strike="noStrike">
                          <a:solidFill>
                            <a:srgbClr val="000000"/>
                          </a:solidFill>
                          <a:effectLst/>
                          <a:latin typeface="等线" panose="02010600030101010101" pitchFamily="2" charset="-122"/>
                          <a:ea typeface="等线" panose="02010600030101010101" pitchFamily="2" charset="-122"/>
                        </a:rPr>
                        <a:t>洗涤</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gridSpan="2">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DMF wash/DMF</a:t>
                      </a:r>
                      <a:r>
                        <a:rPr lang="zh-CN" altLang="en-US" sz="1050" b="1" i="0" u="none" strike="noStrike">
                          <a:solidFill>
                            <a:srgbClr val="000000"/>
                          </a:solidFill>
                          <a:effectLst/>
                          <a:latin typeface="等线" panose="02010600030101010101" pitchFamily="2" charset="-122"/>
                          <a:ea typeface="等线" panose="02010600030101010101" pitchFamily="2" charset="-122"/>
                        </a:rPr>
                        <a:t>洗涤</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gridSpan="2">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Charge AA &amp; oxyma/</a:t>
                      </a:r>
                      <a:br>
                        <a:rPr lang="en-US" sz="1050" b="1" i="0" u="none" strike="noStrike">
                          <a:solidFill>
                            <a:srgbClr val="000000"/>
                          </a:solidFill>
                          <a:effectLst/>
                          <a:latin typeface="等线" panose="02010600030101010101" pitchFamily="2" charset="-122"/>
                          <a:ea typeface="等线" panose="02010600030101010101" pitchFamily="2" charset="-122"/>
                        </a:rPr>
                      </a:br>
                      <a:r>
                        <a:rPr lang="zh-CN" altLang="en-US" sz="1050" b="1" i="0" u="none" strike="noStrike">
                          <a:solidFill>
                            <a:srgbClr val="000000"/>
                          </a:solidFill>
                          <a:effectLst/>
                          <a:latin typeface="等线" panose="02010600030101010101" pitchFamily="2" charset="-122"/>
                          <a:ea typeface="等线" panose="02010600030101010101" pitchFamily="2" charset="-122"/>
                        </a:rPr>
                        <a:t>氨基酸和</a:t>
                      </a:r>
                      <a:r>
                        <a:rPr lang="en-US" sz="1050" b="1" i="0" u="none" strike="noStrike">
                          <a:solidFill>
                            <a:srgbClr val="000000"/>
                          </a:solidFill>
                          <a:effectLst/>
                          <a:latin typeface="等线" panose="02010600030101010101" pitchFamily="2" charset="-122"/>
                          <a:ea typeface="等线" panose="02010600030101010101" pitchFamily="2" charset="-122"/>
                        </a:rPr>
                        <a:t>oxyma</a:t>
                      </a:r>
                      <a:r>
                        <a:rPr lang="zh-CN" altLang="en-US" sz="1050" b="1" i="0" u="none" strike="noStrike">
                          <a:solidFill>
                            <a:srgbClr val="000000"/>
                          </a:solidFill>
                          <a:effectLst/>
                          <a:latin typeface="等线" panose="02010600030101010101" pitchFamily="2" charset="-122"/>
                          <a:ea typeface="等线" panose="02010600030101010101" pitchFamily="2" charset="-122"/>
                        </a:rPr>
                        <a:t>投料</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gridSpan="2">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Activation/</a:t>
                      </a:r>
                      <a:r>
                        <a:rPr lang="zh-CN" altLang="en-US" sz="1050" b="1" i="0" u="none" strike="noStrike">
                          <a:solidFill>
                            <a:srgbClr val="000000"/>
                          </a:solidFill>
                          <a:effectLst/>
                          <a:latin typeface="等线" panose="02010600030101010101" pitchFamily="2" charset="-122"/>
                          <a:ea typeface="等线" panose="02010600030101010101" pitchFamily="2" charset="-122"/>
                        </a:rPr>
                        <a:t>活化</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gridSpan="2">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Coupling/</a:t>
                      </a:r>
                      <a:r>
                        <a:rPr lang="zh-CN" altLang="en-US" sz="1050" b="1" i="0" u="none" strike="noStrike">
                          <a:solidFill>
                            <a:srgbClr val="000000"/>
                          </a:solidFill>
                          <a:effectLst/>
                          <a:latin typeface="等线" panose="02010600030101010101" pitchFamily="2" charset="-122"/>
                          <a:ea typeface="等线" panose="02010600030101010101" pitchFamily="2" charset="-122"/>
                        </a:rPr>
                        <a:t>偶联</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gridSpan="2">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DMF wash/</a:t>
                      </a:r>
                      <a:r>
                        <a:rPr lang="zh-CN" altLang="en-US" sz="1050" b="1" i="0" u="none" strike="noStrike">
                          <a:solidFill>
                            <a:srgbClr val="000000"/>
                          </a:solidFill>
                          <a:effectLst/>
                          <a:latin typeface="等线" panose="02010600030101010101" pitchFamily="2" charset="-122"/>
                          <a:ea typeface="等线" panose="02010600030101010101" pitchFamily="2" charset="-122"/>
                        </a:rPr>
                        <a:t>洗涤</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3316954825"/>
                  </a:ext>
                </a:extLst>
              </a:tr>
              <a:tr h="137183">
                <a:tc vMerge="1">
                  <a:txBody>
                    <a:bodyPr/>
                    <a:lstStyle/>
                    <a:p>
                      <a:endParaRPr lang="zh-CN" altLang="en-US"/>
                    </a:p>
                  </a:txBody>
                  <a:tcPr/>
                </a:tc>
                <a:tc gridSpan="2">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Time/</a:t>
                      </a:r>
                      <a:r>
                        <a:rPr lang="zh-CN" altLang="en-US" sz="1050" b="0" i="0" u="none" strike="noStrike">
                          <a:solidFill>
                            <a:srgbClr val="000000"/>
                          </a:solidFill>
                          <a:effectLst/>
                          <a:latin typeface="等线" panose="02010600030101010101" pitchFamily="2" charset="-122"/>
                          <a:ea typeface="等线" panose="02010600030101010101" pitchFamily="2" charset="-122"/>
                        </a:rPr>
                        <a:t>时间</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hMerge="1">
                  <a:txBody>
                    <a:bodyPr/>
                    <a:lstStyle/>
                    <a:p>
                      <a:endParaRPr lang="zh-CN" altLang="en-US"/>
                    </a:p>
                  </a:txBody>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开始</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结束</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开始</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结束</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开始</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结束</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开始</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结束</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开始</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结束</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开始</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结束</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开始</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结束</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2163157485"/>
                  </a:ext>
                </a:extLst>
              </a:tr>
              <a:tr h="263587">
                <a:tc vMerge="1">
                  <a:txBody>
                    <a:bodyPr/>
                    <a:lstStyle/>
                    <a:p>
                      <a:endParaRPr lang="zh-CN" altLang="en-US"/>
                    </a:p>
                  </a:txBody>
                  <a:tcPr/>
                </a:tc>
                <a:tc gridSpan="2">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Synthesizer/</a:t>
                      </a:r>
                      <a:r>
                        <a:rPr lang="zh-CN" altLang="en-US" sz="1050" b="0" i="0" u="none" strike="noStrike">
                          <a:solidFill>
                            <a:srgbClr val="000000"/>
                          </a:solidFill>
                          <a:effectLst/>
                          <a:latin typeface="等线" panose="02010600030101010101" pitchFamily="2" charset="-122"/>
                          <a:ea typeface="等线" panose="02010600030101010101" pitchFamily="2" charset="-122"/>
                        </a:rPr>
                        <a:t>合成仪</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hMerge="1">
                  <a:txBody>
                    <a:bodyPr/>
                    <a:lstStyle/>
                    <a:p>
                      <a:endParaRPr lang="zh-CN" altLang="en-US"/>
                    </a:p>
                  </a:txBody>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1:00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4:30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4:30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8:00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8:00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10:00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11:30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15:30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15:30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18:00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a:noFill/>
                    </a:lnT>
                    <a:lnB>
                      <a:noFill/>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a:noFill/>
                    </a:lnT>
                    <a:lnB>
                      <a:noFill/>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a:noFill/>
                    </a:lnT>
                    <a:lnB>
                      <a:noFill/>
                    </a:lnB>
                    <a:solidFill>
                      <a:srgbClr val="FFFFFF"/>
                    </a:solidFill>
                  </a:tcPr>
                </a:tc>
                <a:extLst>
                  <a:ext uri="{0D108BD9-81ED-4DB2-BD59-A6C34878D82A}">
                    <a16:rowId xmlns:a16="http://schemas.microsoft.com/office/drawing/2014/main" val="802625811"/>
                  </a:ext>
                </a:extLst>
              </a:tr>
              <a:tr h="137183">
                <a:tc vMerge="1">
                  <a:txBody>
                    <a:bodyPr/>
                    <a:lstStyle/>
                    <a:p>
                      <a:endParaRPr lang="zh-CN" altLang="en-US"/>
                    </a:p>
                  </a:txBody>
                  <a:tcPr/>
                </a:tc>
                <a:tc gridSpan="2">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Activation Reactor/</a:t>
                      </a:r>
                      <a:r>
                        <a:rPr lang="zh-CN" altLang="en-US" sz="1050" b="0" i="0" u="none" strike="noStrike">
                          <a:solidFill>
                            <a:srgbClr val="000000"/>
                          </a:solidFill>
                          <a:effectLst/>
                          <a:latin typeface="等线" panose="02010600030101010101" pitchFamily="2" charset="-122"/>
                          <a:ea typeface="等线" panose="02010600030101010101" pitchFamily="2" charset="-122"/>
                        </a:rPr>
                        <a:t>激活釜</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4:30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6:30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10:00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11:30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3209172126"/>
                  </a:ext>
                </a:extLst>
              </a:tr>
              <a:tr h="137183">
                <a:tc vMerge="1">
                  <a:txBody>
                    <a:bodyPr/>
                    <a:lstStyle/>
                    <a:p>
                      <a:endParaRPr lang="zh-CN" altLang="en-US"/>
                    </a:p>
                  </a:txBody>
                  <a:tcPr/>
                </a:tc>
                <a:tc gridSpan="2">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Unit Operation Time(h)/</a:t>
                      </a:r>
                      <a:r>
                        <a:rPr lang="zh-CN" altLang="en-US" sz="1050" b="0" i="0" u="none" strike="noStrike">
                          <a:solidFill>
                            <a:srgbClr val="000000"/>
                          </a:solidFill>
                          <a:effectLst/>
                          <a:latin typeface="等线" panose="02010600030101010101" pitchFamily="2" charset="-122"/>
                          <a:ea typeface="等线" panose="02010600030101010101" pitchFamily="2" charset="-122"/>
                        </a:rPr>
                        <a:t>单元操作时间</a:t>
                      </a:r>
                      <a:r>
                        <a:rPr lang="en-US" altLang="zh-CN" sz="1050" b="0" i="0" u="none" strike="noStrike">
                          <a:solidFill>
                            <a:srgbClr val="000000"/>
                          </a:solidFill>
                          <a:effectLst/>
                          <a:latin typeface="等线" panose="02010600030101010101" pitchFamily="2" charset="-122"/>
                          <a:ea typeface="等线" panose="02010600030101010101" pitchFamily="2" charset="-122"/>
                        </a:rPr>
                        <a:t>(</a:t>
                      </a:r>
                      <a:r>
                        <a:rPr lang="en-US" sz="1050" b="0" i="0" u="none" strike="noStrike">
                          <a:solidFill>
                            <a:srgbClr val="000000"/>
                          </a:solidFill>
                          <a:effectLst/>
                          <a:latin typeface="等线" panose="02010600030101010101" pitchFamily="2" charset="-122"/>
                          <a:ea typeface="等线" panose="02010600030101010101" pitchFamily="2" charset="-122"/>
                        </a:rPr>
                        <a:t>h)</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3.5</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3.5</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1.5</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4</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2.5</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1644896246"/>
                  </a:ext>
                </a:extLst>
              </a:tr>
              <a:tr h="137183">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w="6350" cap="flat" cmpd="sng" algn="ctr">
                      <a:solidFill>
                        <a:srgbClr val="000000"/>
                      </a:solidFill>
                      <a:prstDash val="dot"/>
                      <a:round/>
                      <a:headEnd type="none" w="med" len="med"/>
                      <a:tailEnd type="none" w="med" len="med"/>
                    </a:lnR>
                    <a:lnT>
                      <a:noFill/>
                    </a:lnT>
                    <a:lnB>
                      <a:noFill/>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dirty="0">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2278434117"/>
                  </a:ext>
                </a:extLst>
              </a:tr>
            </a:tbl>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863258640"/>
              </p:ext>
            </p:extLst>
          </p:nvPr>
        </p:nvGraphicFramePr>
        <p:xfrm>
          <a:off x="21786846" y="11258550"/>
          <a:ext cx="1911354" cy="2176820"/>
        </p:xfrm>
        <a:graphic>
          <a:graphicData uri="http://schemas.openxmlformats.org/presentationml/2006/ole">
            <mc:AlternateContent xmlns:mc="http://schemas.openxmlformats.org/markup-compatibility/2006">
              <mc:Choice xmlns:v="urn:schemas-microsoft-com:vml" Requires="v">
                <p:oleObj spid="_x0000_s1028" name="工作表" showAsIcon="1" r:id="rId3" imgW="914400" imgH="787320" progId="Excel.Sheet.12">
                  <p:embed/>
                </p:oleObj>
              </mc:Choice>
              <mc:Fallback>
                <p:oleObj name="工作表" showAsIcon="1" r:id="rId3" imgW="914400" imgH="787320" progId="Excel.Sheet.12">
                  <p:embed/>
                  <p:pic>
                    <p:nvPicPr>
                      <p:cNvPr id="0" name=""/>
                      <p:cNvPicPr/>
                      <p:nvPr/>
                    </p:nvPicPr>
                    <p:blipFill>
                      <a:blip r:embed="rId4"/>
                      <a:stretch>
                        <a:fillRect/>
                      </a:stretch>
                    </p:blipFill>
                    <p:spPr>
                      <a:xfrm>
                        <a:off x="21786846" y="11258550"/>
                        <a:ext cx="1911354" cy="2176820"/>
                      </a:xfrm>
                      <a:prstGeom prst="rect">
                        <a:avLst/>
                      </a:prstGeom>
                    </p:spPr>
                  </p:pic>
                </p:oleObj>
              </mc:Fallback>
            </mc:AlternateContent>
          </a:graphicData>
        </a:graphic>
      </p:graphicFrame>
    </p:spTree>
    <p:extLst>
      <p:ext uri="{BB962C8B-B14F-4D97-AF65-F5344CB8AC3E}">
        <p14:creationId xmlns:p14="http://schemas.microsoft.com/office/powerpoint/2010/main" val="837952273"/>
      </p:ext>
    </p:extLst>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469465" y="9925838"/>
            <a:ext cx="14323152" cy="584775"/>
          </a:xfrm>
          <a:prstGeom prst="rect">
            <a:avLst/>
          </a:prstGeom>
          <a:noFill/>
        </p:spPr>
        <p:txBody>
          <a:bodyPr wrap="none" rtlCol="0">
            <a:spAutoFit/>
          </a:bodyPr>
          <a:lstStyle/>
          <a:p>
            <a:pPr lvl="0">
              <a:spcAft>
                <a:spcPts val="0"/>
              </a:spcAft>
              <a:buSzPts val="1000"/>
              <a:tabLst>
                <a:tab pos="457200" algn="l"/>
              </a:tabLst>
            </a:pPr>
            <a:r>
              <a:rPr lang="en-US" altLang="zh-CN" sz="3200" dirty="0" smtClean="0">
                <a:solidFill>
                  <a:schemeClr val="tx1"/>
                </a:solidFill>
                <a:latin typeface="+mn-lt"/>
                <a:ea typeface="+mn-ea"/>
              </a:rPr>
              <a:t>5. Dead-leg removal from unused branches of the iodine-solution transfer line.</a:t>
            </a:r>
            <a:endParaRPr lang="zh-CN" altLang="zh-CN" sz="3200" dirty="0">
              <a:solidFill>
                <a:schemeClr val="tx1"/>
              </a:solidFill>
              <a:latin typeface="+mn-lt"/>
              <a:ea typeface="+mn-ea"/>
            </a:endParaRPr>
          </a:p>
        </p:txBody>
      </p:sp>
      <p:sp>
        <p:nvSpPr>
          <p:cNvPr id="4" name="矩形 3"/>
          <p:cNvSpPr/>
          <p:nvPr/>
        </p:nvSpPr>
        <p:spPr>
          <a:xfrm>
            <a:off x="1526615" y="10898213"/>
            <a:ext cx="16742335" cy="1077218"/>
          </a:xfrm>
          <a:prstGeom prst="rect">
            <a:avLst/>
          </a:prstGeom>
        </p:spPr>
        <p:txBody>
          <a:bodyPr wrap="square">
            <a:spAutoFit/>
          </a:bodyPr>
          <a:lstStyle/>
          <a:p>
            <a:r>
              <a:rPr lang="en-US" altLang="zh-CN" sz="3200" dirty="0">
                <a:solidFill>
                  <a:srgbClr val="0000FF"/>
                </a:solidFill>
                <a:latin typeface="+mn-lt"/>
                <a:ea typeface="+mn-ea"/>
              </a:rPr>
              <a:t>ASYM: Completed. The redundant valve was removed, and a tagged PTFE blind flange was installed.</a:t>
            </a:r>
            <a:endParaRPr lang="zh-CN" altLang="en-US" sz="3200" dirty="0">
              <a:solidFill>
                <a:srgbClr val="0000FF"/>
              </a:solidFill>
              <a:latin typeface="+mn-lt"/>
              <a:ea typeface="+mn-ea"/>
            </a:endParaRPr>
          </a:p>
        </p:txBody>
      </p:sp>
      <p:grpSp>
        <p:nvGrpSpPr>
          <p:cNvPr id="5" name="组合 4"/>
          <p:cNvGrpSpPr/>
          <p:nvPr/>
        </p:nvGrpSpPr>
        <p:grpSpPr>
          <a:xfrm>
            <a:off x="19030950" y="8934451"/>
            <a:ext cx="4381500" cy="3657600"/>
            <a:chOff x="12896850" y="4438650"/>
            <a:chExt cx="10344150" cy="7758113"/>
          </a:xfrm>
        </p:grpSpPr>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896850" y="4438650"/>
              <a:ext cx="10344150" cy="7758113"/>
            </a:xfrm>
            <a:prstGeom prst="rect">
              <a:avLst/>
            </a:prstGeom>
          </p:spPr>
        </p:pic>
        <p:sp>
          <p:nvSpPr>
            <p:cNvPr id="7" name="矩形 6"/>
            <p:cNvSpPr/>
            <p:nvPr/>
          </p:nvSpPr>
          <p:spPr>
            <a:xfrm>
              <a:off x="14801850" y="8610600"/>
              <a:ext cx="1943100" cy="131445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文本框 7">
            <a:extLst>
              <a:ext uri="{FF2B5EF4-FFF2-40B4-BE49-F238E27FC236}">
                <a16:creationId xmlns:a16="http://schemas.microsoft.com/office/drawing/2014/main" id="{5B17F8C1-CFD8-1314-B9D2-44E259DAA423}"/>
              </a:ext>
            </a:extLst>
          </p:cNvPr>
          <p:cNvSpPr txBox="1"/>
          <p:nvPr/>
        </p:nvSpPr>
        <p:spPr>
          <a:xfrm>
            <a:off x="8588077" y="294769"/>
            <a:ext cx="15074411" cy="769439"/>
          </a:xfrm>
          <a:prstGeom prst="rect">
            <a:avLst/>
          </a:prstGeom>
          <a:noFill/>
          <a:ln w="12700" cap="flat">
            <a:noFill/>
            <a:miter lim="400000"/>
          </a:ln>
          <a:effectLst/>
        </p:spPr>
        <p:txBody>
          <a:bodyPr rot="0" spcFirstLastPara="1" vertOverflow="overflow" horzOverflow="overflow" vert="horz" wrap="square" lIns="45719" tIns="45719" rIns="45719" bIns="45719" numCol="1" spcCol="38100" rtlCol="0" anchor="t">
            <a:spAutoFit/>
          </a:bodyPr>
          <a:lstStyle/>
          <a:p>
            <a:pPr algn="r" fontAlgn="auto" hangingPunct="0">
              <a:spcBef>
                <a:spcPts val="0"/>
              </a:spcBef>
              <a:spcAft>
                <a:spcPts val="0"/>
              </a:spcAft>
              <a:defRPr/>
            </a:pPr>
            <a:r>
              <a:rPr lang="zh-CN" altLang="en-US" sz="4400" dirty="0" smtClean="0">
                <a:solidFill>
                  <a:schemeClr val="accent1">
                    <a:lumMod val="50000"/>
                  </a:schemeClr>
                </a:solidFill>
              </a:rPr>
              <a:t>Piping correction</a:t>
            </a:r>
            <a:endParaRPr lang="zh-CN" altLang="en-US" sz="4400" b="1" dirty="0">
              <a:solidFill>
                <a:schemeClr val="accent1">
                  <a:lumMod val="50000"/>
                </a:schemeClr>
              </a:solidFill>
              <a:latin typeface="微软雅黑" panose="020B0503020204020204" pitchFamily="34" charset="-122"/>
              <a:ea typeface="微软雅黑" panose="020B0503020204020204" pitchFamily="34" charset="-122"/>
              <a:cs typeface="Arial" panose="020B0604020202020204"/>
            </a:endParaRPr>
          </a:p>
        </p:txBody>
      </p:sp>
      <p:sp>
        <p:nvSpPr>
          <p:cNvPr id="9" name="文本框 8"/>
          <p:cNvSpPr txBox="1"/>
          <p:nvPr/>
        </p:nvSpPr>
        <p:spPr>
          <a:xfrm>
            <a:off x="1469466" y="6091388"/>
            <a:ext cx="16968107" cy="1015663"/>
          </a:xfrm>
          <a:prstGeom prst="rect">
            <a:avLst/>
          </a:prstGeom>
          <a:noFill/>
        </p:spPr>
        <p:txBody>
          <a:bodyPr wrap="none" rtlCol="0">
            <a:spAutoFit/>
          </a:bodyPr>
          <a:lstStyle/>
          <a:p>
            <a:pPr lvl="0">
              <a:spcAft>
                <a:spcPts val="0"/>
              </a:spcAft>
              <a:buSzPts val="1000"/>
              <a:tabLst>
                <a:tab pos="457200" algn="l"/>
              </a:tabLst>
            </a:pPr>
            <a:r>
              <a:rPr lang="en-US" altLang="zh-CN" sz="3200" dirty="0">
                <a:solidFill>
                  <a:schemeClr val="tx1"/>
                </a:solidFill>
                <a:latin typeface="+mn-lt"/>
                <a:ea typeface="+mn-ea"/>
              </a:rPr>
              <a:t>4</a:t>
            </a:r>
            <a:r>
              <a:rPr lang="en-US" altLang="zh-CN" sz="3200" dirty="0" smtClean="0">
                <a:solidFill>
                  <a:schemeClr val="tx1"/>
                </a:solidFill>
                <a:latin typeface="+mn-lt"/>
                <a:ea typeface="+mn-ea"/>
              </a:rPr>
              <a:t>. </a:t>
            </a:r>
            <a:r>
              <a:rPr lang="en-US" altLang="zh-CN" sz="3200" dirty="0">
                <a:solidFill>
                  <a:schemeClr val="tx1"/>
                </a:solidFill>
                <a:latin typeface="+mn-lt"/>
                <a:ea typeface="+mn-ea"/>
              </a:rPr>
              <a:t>Post-oxidation DMF cooling-time qualification in the activation tank, during the solvent run.</a:t>
            </a:r>
            <a:endParaRPr lang="zh-CN" altLang="zh-CN" sz="3200" dirty="0">
              <a:solidFill>
                <a:schemeClr val="tx1"/>
              </a:solidFill>
              <a:latin typeface="+mn-lt"/>
              <a:ea typeface="+mn-ea"/>
            </a:endParaRPr>
          </a:p>
          <a:p>
            <a:endParaRPr lang="zh-CN" altLang="en-US" sz="2800" dirty="0"/>
          </a:p>
        </p:txBody>
      </p:sp>
      <p:sp>
        <p:nvSpPr>
          <p:cNvPr id="10" name="矩形 9"/>
          <p:cNvSpPr/>
          <p:nvPr/>
        </p:nvSpPr>
        <p:spPr>
          <a:xfrm>
            <a:off x="1469465" y="7182079"/>
            <a:ext cx="20707349" cy="1569660"/>
          </a:xfrm>
          <a:prstGeom prst="rect">
            <a:avLst/>
          </a:prstGeom>
        </p:spPr>
        <p:txBody>
          <a:bodyPr wrap="square">
            <a:spAutoFit/>
          </a:bodyPr>
          <a:lstStyle/>
          <a:p>
            <a:pPr>
              <a:lnSpc>
                <a:spcPct val="150000"/>
              </a:lnSpc>
            </a:pPr>
            <a:r>
              <a:rPr lang="en-US" altLang="zh-CN" sz="3200" dirty="0">
                <a:solidFill>
                  <a:srgbClr val="0000FF"/>
                </a:solidFill>
              </a:rPr>
              <a:t>ASYM: The post-oxidation DMF cooling-time test in the activation tank will be performed during the solvent run.</a:t>
            </a:r>
          </a:p>
          <a:p>
            <a:pPr>
              <a:lnSpc>
                <a:spcPct val="150000"/>
              </a:lnSpc>
            </a:pPr>
            <a:r>
              <a:rPr lang="zh-CN" altLang="en-US" sz="3200" dirty="0">
                <a:solidFill>
                  <a:srgbClr val="0000FF"/>
                </a:solidFill>
              </a:rPr>
              <a:t>Proposed completion date: 10/22/2026</a:t>
            </a:r>
          </a:p>
        </p:txBody>
      </p:sp>
      <p:sp>
        <p:nvSpPr>
          <p:cNvPr id="11" name="文本框 10"/>
          <p:cNvSpPr txBox="1"/>
          <p:nvPr/>
        </p:nvSpPr>
        <p:spPr>
          <a:xfrm>
            <a:off x="1526615" y="2001606"/>
            <a:ext cx="14931410" cy="1015663"/>
          </a:xfrm>
          <a:prstGeom prst="rect">
            <a:avLst/>
          </a:prstGeom>
          <a:noFill/>
        </p:spPr>
        <p:txBody>
          <a:bodyPr wrap="square" rtlCol="0">
            <a:spAutoFit/>
          </a:bodyPr>
          <a:lstStyle/>
          <a:p>
            <a:r>
              <a:rPr lang="en-US" altLang="zh-CN" sz="3200" dirty="0" smtClean="0">
                <a:solidFill>
                  <a:schemeClr val="tx1"/>
                </a:solidFill>
                <a:latin typeface="+mn-lt"/>
                <a:ea typeface="+mn-ea"/>
              </a:rPr>
              <a:t>3. Qualification of iodine-solution nitrogen transfer time before the solvent run.</a:t>
            </a:r>
            <a:endParaRPr lang="zh-CN" altLang="zh-CN" sz="3200" dirty="0">
              <a:solidFill>
                <a:schemeClr val="tx1"/>
              </a:solidFill>
              <a:latin typeface="+mn-lt"/>
              <a:ea typeface="+mn-ea"/>
            </a:endParaRPr>
          </a:p>
          <a:p>
            <a:endParaRPr lang="zh-CN" altLang="en-US" sz="2800" dirty="0"/>
          </a:p>
        </p:txBody>
      </p:sp>
      <p:sp>
        <p:nvSpPr>
          <p:cNvPr id="12" name="矩形 11"/>
          <p:cNvSpPr/>
          <p:nvPr/>
        </p:nvSpPr>
        <p:spPr>
          <a:xfrm>
            <a:off x="1526615" y="3382724"/>
            <a:ext cx="19583400" cy="1569660"/>
          </a:xfrm>
          <a:prstGeom prst="rect">
            <a:avLst/>
          </a:prstGeom>
        </p:spPr>
        <p:txBody>
          <a:bodyPr wrap="square">
            <a:spAutoFit/>
          </a:bodyPr>
          <a:lstStyle/>
          <a:p>
            <a:r>
              <a:rPr lang="en-US" altLang="zh-CN" sz="3200" dirty="0">
                <a:solidFill>
                  <a:srgbClr val="0000FF"/>
                </a:solidFill>
              </a:rPr>
              <a:t>ASYM: Nitrogen transfer of the iodine solution to the synthesizer will be performed during the solvent run.</a:t>
            </a:r>
          </a:p>
          <a:p>
            <a:endParaRPr lang="zh-CN" altLang="en-US" sz="3200" dirty="0">
              <a:solidFill>
                <a:srgbClr val="0000FF"/>
              </a:solidFill>
            </a:endParaRPr>
          </a:p>
          <a:p>
            <a:r>
              <a:rPr lang="zh-CN" altLang="en-US" sz="3200" dirty="0">
                <a:solidFill>
                  <a:srgbClr val="0000FF"/>
                </a:solidFill>
              </a:rPr>
              <a:t>Proposed completion date: 10/22/2026</a:t>
            </a:r>
          </a:p>
        </p:txBody>
      </p:sp>
    </p:spTree>
    <p:extLst>
      <p:ext uri="{BB962C8B-B14F-4D97-AF65-F5344CB8AC3E}">
        <p14:creationId xmlns:p14="http://schemas.microsoft.com/office/powerpoint/2010/main" val="2776570391"/>
      </p:ext>
    </p:extLst>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223493" y="2094272"/>
            <a:ext cx="23160507" cy="1077218"/>
          </a:xfrm>
          <a:prstGeom prst="rect">
            <a:avLst/>
          </a:prstGeom>
          <a:noFill/>
        </p:spPr>
        <p:txBody>
          <a:bodyPr wrap="square" rtlCol="0">
            <a:noAutofit/>
          </a:bodyPr>
          <a:lstStyle/>
          <a:p>
            <a:pPr lvl="0">
              <a:spcAft>
                <a:spcPts val="0"/>
              </a:spcAft>
              <a:buSzPts val="1000"/>
              <a:tabLst>
                <a:tab pos="457200" algn="l"/>
              </a:tabLst>
            </a:pPr>
            <a:r>
              <a:rPr lang="en-US" altLang="zh-CN" sz="3200" dirty="0">
                <a:solidFill>
                  <a:schemeClr val="tx1"/>
                </a:solidFill>
                <a:latin typeface="+mn-lt"/>
                <a:ea typeface="+mn-ea"/>
              </a:rPr>
              <a:t>6. Pre-production rinse/swab acceptance for the equipment train, or an equivalent criterion in the CCS.</a:t>
            </a:r>
            <a:endParaRPr lang="zh-CN" altLang="zh-CN" sz="3200" dirty="0">
              <a:solidFill>
                <a:schemeClr val="tx1"/>
              </a:solidFill>
              <a:latin typeface="+mn-lt"/>
              <a:ea typeface="+mn-ea"/>
            </a:endParaRPr>
          </a:p>
          <a:p>
            <a:endParaRPr lang="zh-CN" altLang="en-US" sz="3200" dirty="0">
              <a:solidFill>
                <a:schemeClr val="tx1"/>
              </a:solidFill>
              <a:latin typeface="+mn-lt"/>
              <a:ea typeface="+mn-ea"/>
            </a:endParaRPr>
          </a:p>
        </p:txBody>
      </p:sp>
      <p:sp>
        <p:nvSpPr>
          <p:cNvPr id="4" name="矩形 3"/>
          <p:cNvSpPr/>
          <p:nvPr/>
        </p:nvSpPr>
        <p:spPr>
          <a:xfrm>
            <a:off x="1223493" y="3152745"/>
            <a:ext cx="16644300" cy="2308324"/>
          </a:xfrm>
          <a:prstGeom prst="rect">
            <a:avLst/>
          </a:prstGeom>
        </p:spPr>
        <p:txBody>
          <a:bodyPr wrap="square">
            <a:noAutofit/>
          </a:bodyPr>
          <a:lstStyle/>
          <a:p>
            <a:pPr>
              <a:lnSpc>
                <a:spcPct val="150000"/>
              </a:lnSpc>
            </a:pPr>
            <a:r>
              <a:rPr lang="en-US" altLang="zh-CN" sz="3200" dirty="0" smtClean="0">
                <a:solidFill>
                  <a:srgbClr val="0000FF"/>
                </a:solidFill>
              </a:rPr>
              <a:t>ASYM:</a:t>
            </a:r>
          </a:p>
          <a:p>
            <a:pPr>
              <a:lnSpc>
                <a:spcPct val="150000"/>
              </a:lnSpc>
            </a:pPr>
            <a:r>
              <a:rPr lang="en-US" altLang="zh-CN" sz="3200" dirty="0" smtClean="0">
                <a:solidFill>
                  <a:srgbClr val="0000FF"/>
                </a:solidFill>
              </a:rPr>
              <a:t>1. Post-passivation cleaning of the equipment train is complete, and TOC testing is complete.</a:t>
            </a:r>
          </a:p>
          <a:p>
            <a:pPr>
              <a:lnSpc>
                <a:spcPct val="150000"/>
              </a:lnSpc>
            </a:pPr>
            <a:r>
              <a:rPr lang="en-US" altLang="zh-CN" sz="3200" dirty="0" smtClean="0">
                <a:solidFill>
                  <a:srgbClr val="0000FF"/>
                </a:solidFill>
              </a:rPr>
              <a:t>2. The solvent trial used elemental iodine. After cleaning, iodine residue will be checked with test strips.</a:t>
            </a:r>
            <a:endParaRPr lang="zh-CN" altLang="en-US" sz="3200" dirty="0">
              <a:solidFill>
                <a:srgbClr val="0000FF"/>
              </a:solidFill>
            </a:endParaRPr>
          </a:p>
        </p:txBody>
      </p:sp>
    </p:spTree>
    <p:extLst>
      <p:ext uri="{BB962C8B-B14F-4D97-AF65-F5344CB8AC3E}">
        <p14:creationId xmlns:p14="http://schemas.microsoft.com/office/powerpoint/2010/main" val="852993388"/>
      </p:ext>
    </p:extLst>
  </p:cSld>
  <p:clrMapOvr>
    <a:masterClrMapping/>
  </p:clrMapOvr>
  <p:transition spd="med"/>
</p:sld>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0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11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7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8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9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2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3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White">
  <a:themeElements>
    <a:clrScheme name="White">
      <a:dk1>
        <a:srgbClr val="000000"/>
      </a:dk1>
      <a:lt1>
        <a:srgbClr val="FFFFFF"/>
      </a:lt1>
      <a:dk2>
        <a:srgbClr val="A7A7A7"/>
      </a:dk2>
      <a:lt2>
        <a:srgbClr val="535353"/>
      </a:lt2>
      <a:accent1>
        <a:srgbClr val="0077BF"/>
      </a:accent1>
      <a:accent2>
        <a:srgbClr val="D0CDD0"/>
      </a:accent2>
      <a:accent3>
        <a:srgbClr val="BDBEBD"/>
      </a:accent3>
      <a:accent4>
        <a:srgbClr val="ACAAAD"/>
      </a:accent4>
      <a:accent5>
        <a:srgbClr val="9B999C"/>
      </a:accent5>
      <a:accent6>
        <a:srgbClr val="545554"/>
      </a:accent6>
      <a:hlink>
        <a:srgbClr val="0000FF"/>
      </a:hlink>
      <a:folHlink>
        <a:srgbClr val="FF00FF"/>
      </a:folHlink>
    </a:clrScheme>
    <a:fontScheme name="White">
      <a:majorFont>
        <a:latin typeface="Helvetica"/>
        <a:ea typeface="Helvetica"/>
        <a:cs typeface="Helvetica"/>
      </a:majorFont>
      <a:minorFont>
        <a:latin typeface="Helvetica Neue"/>
        <a:ea typeface="Helvetica Neue"/>
        <a:cs typeface="Helvetica Neu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alpha val="60000"/>
          </a:schemeClr>
        </a:solidFill>
        <a:ln w="12700" cap="flat">
          <a:noFill/>
          <a:miter lim="400000"/>
        </a:ln>
      </a:spPr>
      <a:bodyPr rot="0" spcFirstLastPara="1" vertOverflow="overflow" horzOverflow="overflow" vert="horz" wrap="square" lIns="38100" tIns="38100" rIns="38100" bIns="381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FFFFFF"/>
            </a:solidFill>
            <a:effectLst/>
            <a:uFillTx/>
            <a:latin typeface="Helvetica Light"/>
            <a:ea typeface="Helvetica Light"/>
            <a:cs typeface="Helvetica Light"/>
            <a:sym typeface="Helvetica Light"/>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825500" rtl="0" fontAlgn="auto" latinLnBrk="0" hangingPunct="0">
          <a:lnSpc>
            <a:spcPct val="100000"/>
          </a:lnSpc>
          <a:spcBef>
            <a:spcPts val="0"/>
          </a:spcBef>
          <a:spcAft>
            <a:spcPts val="0"/>
          </a:spcAft>
          <a:buClrTx/>
          <a:buSzTx/>
          <a:buFontTx/>
          <a:buNone/>
          <a:defRPr kumimoji="0" sz="2000" b="0" i="0" u="none" strike="noStrike" cap="none" spc="0" normalizeH="0" baseline="0">
            <a:ln>
              <a:noFill/>
            </a:ln>
            <a:solidFill>
              <a:srgbClr val="252D30"/>
            </a:solidFill>
            <a:effectLst/>
            <a:uFillTx/>
            <a:latin typeface="Arial" panose="020B0604020202020204"/>
            <a:ea typeface="Arial" panose="020B0604020202020204"/>
            <a:cs typeface="Arial" panose="020B0604020202020204"/>
            <a:sym typeface="Arial" panose="020B060402020202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13014</TotalTime>
  <Words>1342</Words>
  <Application>Microsoft Office PowerPoint</Application>
  <PresentationFormat>自定义</PresentationFormat>
  <Paragraphs>546</Paragraphs>
  <Slides>6</Slides>
  <Notes>1</Notes>
  <HiddenSlides>0</HiddenSlides>
  <MMClips>0</MMClips>
  <ScaleCrop>false</ScaleCrop>
  <HeadingPairs>
    <vt:vector size="8" baseType="variant">
      <vt:variant>
        <vt:lpstr>已用的字体</vt:lpstr>
      </vt:variant>
      <vt:variant>
        <vt:i4>7</vt:i4>
      </vt:variant>
      <vt:variant>
        <vt:lpstr>主题</vt:lpstr>
      </vt:variant>
      <vt:variant>
        <vt:i4>14</vt:i4>
      </vt:variant>
      <vt:variant>
        <vt:lpstr>嵌入 OLE 服务器</vt:lpstr>
      </vt:variant>
      <vt:variant>
        <vt:i4>1</vt:i4>
      </vt:variant>
      <vt:variant>
        <vt:lpstr>幻灯片标题</vt:lpstr>
      </vt:variant>
      <vt:variant>
        <vt:i4>6</vt:i4>
      </vt:variant>
    </vt:vector>
  </HeadingPairs>
  <TitlesOfParts>
    <vt:vector size="28" baseType="lpstr">
      <vt:lpstr>Helvetica Light</vt:lpstr>
      <vt:lpstr>Helvetica Neue</vt:lpstr>
      <vt:lpstr>Open Sans</vt:lpstr>
      <vt:lpstr>等线</vt:lpstr>
      <vt:lpstr>微软雅黑</vt:lpstr>
      <vt:lpstr>Arial</vt:lpstr>
      <vt:lpstr>Calibri</vt:lpstr>
      <vt:lpstr>webwppDefTheme</vt:lpstr>
      <vt:lpstr>1_webwppDefTheme</vt:lpstr>
      <vt:lpstr>2_webwppDefTheme</vt:lpstr>
      <vt:lpstr>3_webwppDefTheme</vt:lpstr>
      <vt:lpstr>4_webwppDefTheme</vt:lpstr>
      <vt:lpstr>5_webwppDefTheme</vt:lpstr>
      <vt:lpstr>6_webwppDefTheme</vt:lpstr>
      <vt:lpstr>10_webwppDefTheme</vt:lpstr>
      <vt:lpstr>11_webwppDefTheme</vt:lpstr>
      <vt:lpstr>7_webwppDefTheme</vt:lpstr>
      <vt:lpstr>8_webwppDefTheme</vt:lpstr>
      <vt:lpstr>9_webwppDefTheme</vt:lpstr>
      <vt:lpstr>12_webwppDefTheme</vt:lpstr>
      <vt:lpstr>13_webwppDefTheme</vt:lpstr>
      <vt:lpstr>Microsoft Excel 工作表</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dc:title>
  <dc:creator>Zechen Wei14669</dc:creator>
  <cp:lastModifiedBy>Zhongyao Zhang</cp:lastModifiedBy>
  <cp:revision>410</cp:revision>
  <dcterms:created xsi:type="dcterms:W3CDTF">2025-10-27T09:32:28Z</dcterms:created>
  <dcterms:modified xsi:type="dcterms:W3CDTF">2026-10-19T06:55:00Z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2052-0.0.0.0</vt:lpwstr>
  </property>
  <property fmtid="{D5CDD505-2E9C-101B-9397-08002B2CF9AE}" pid="3" name="ICV">
    <vt:lpwstr/>
  </property>
</Properties>
</file>