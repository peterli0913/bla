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3"/>
  </p:notesMasterIdLst>
  <p:sldIdLst>
    <p:sldId id="3518" r:id="rId2"/>
  </p:sldIdLst>
  <p:sldSz cx="24384000" cy="13716000"/>
  <p:notesSz cx="6858000" cy="9144000"/>
  <p:defaultTextStyle>
    <a:defPPr>
      <a:defRPr lang="en-US"/>
    </a:defPPr>
    <a:lvl1pPr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1pPr>
    <a:lvl2pPr marL="457200" indent="-2286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2pPr>
    <a:lvl3pPr marL="914400" indent="-4572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3pPr>
    <a:lvl4pPr marL="1371600" indent="-6858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4pPr>
    <a:lvl5pPr marL="1828800" indent="-914400" algn="l" defTabSz="825500" rtl="0" eaLnBrk="0" fontAlgn="base" hangingPunct="0">
      <a:spcBef>
        <a:spcPct val="0"/>
      </a:spcBef>
      <a:spcAft>
        <a:spcPct val="0"/>
      </a:spcAft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rgbClr val="252D30"/>
        </a:solidFill>
        <a:latin typeface="Arial" panose="020B0604020202020204" pitchFamily="34" charset="0"/>
        <a:ea typeface="Helvetica Neue" panose="02000503000000020004" pitchFamily="2" charset="0"/>
        <a:cs typeface="Helvetica Neue" panose="02000503000000020004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2" orient="horz" pos="806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  <p:cmAuthor id="2" name="Yanan Liu" initials="Y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A6DB4"/>
    <a:srgbClr val="DEEBF7"/>
    <a:srgbClr val="BFBFBF"/>
    <a:srgbClr val="D2DEEF"/>
    <a:srgbClr val="CC00CC"/>
    <a:srgbClr val="111111"/>
    <a:srgbClr val="5B9BD5"/>
    <a:srgbClr val="F3F6FB"/>
    <a:srgbClr val="E95E5C"/>
    <a:srgbClr val="ADF2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4" autoAdjust="0"/>
    <p:restoredTop sz="95799" autoAdjust="0"/>
  </p:normalViewPr>
  <p:slideViewPr>
    <p:cSldViewPr snapToGrid="0" snapToObjects="1">
      <p:cViewPr varScale="1">
        <p:scale>
          <a:sx n="59" d="100"/>
          <a:sy n="59" d="100"/>
        </p:scale>
        <p:origin x="12" y="224"/>
      </p:cViewPr>
      <p:guideLst>
        <p:guide orient="horz" pos="8062"/>
        <p:guide pos="76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anose="02000503000000020004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1pPr>
    <a:lvl2pPr marL="742950" indent="-28575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2pPr>
    <a:lvl3pPr marL="11430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3pPr>
    <a:lvl4pPr marL="16002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4pPr>
    <a:lvl5pPr marL="2057400" indent="-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panose="02000503000000020004" pitchFamily="2" charset="0"/>
      </a:defRPr>
    </a:lvl5pPr>
    <a:lvl6pPr indent="11430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7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39764" y="4617762"/>
            <a:ext cx="21704474" cy="1798334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108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39850" y="7131050"/>
            <a:ext cx="21704300" cy="160274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48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1680210" y="1455420"/>
            <a:ext cx="7863840" cy="2230120"/>
          </a:xfrm>
        </p:spPr>
        <p:txBody>
          <a:bodyPr anchor="ctr" anchorCtr="0"/>
          <a:lstStyle>
            <a:lvl1pPr>
              <a:defRPr sz="6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10276840" y="1455420"/>
            <a:ext cx="12344400" cy="10806430"/>
          </a:xfrm>
        </p:spPr>
        <p:txBody>
          <a:bodyPr/>
          <a:lstStyle>
            <a:lvl1pPr>
              <a:defRPr sz="4800">
                <a:latin typeface="+mn-ea"/>
                <a:ea typeface="+mn-ea"/>
              </a:defRPr>
            </a:lvl1pPr>
            <a:lvl2pPr marL="914400" indent="0">
              <a:buNone/>
              <a:defRPr sz="4800">
                <a:latin typeface="+mn-ea"/>
                <a:ea typeface="+mn-ea"/>
              </a:defRPr>
            </a:lvl2pPr>
            <a:lvl3pPr>
              <a:defRPr sz="4800">
                <a:latin typeface="+mn-ea"/>
                <a:ea typeface="+mn-ea"/>
              </a:defRPr>
            </a:lvl3pPr>
            <a:lvl4pPr>
              <a:defRPr sz="4800">
                <a:latin typeface="+mn-ea"/>
                <a:ea typeface="+mn-ea"/>
              </a:defRPr>
            </a:lvl4pPr>
            <a:lvl5pPr>
              <a:defRPr sz="4800">
                <a:latin typeface="+mn-ea"/>
                <a:ea typeface="+mn-ea"/>
              </a:defRPr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1680210" y="4479290"/>
            <a:ext cx="7863840" cy="7783830"/>
          </a:xfr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 sz="4800">
                <a:latin typeface="+mn-ea"/>
                <a:ea typeface="+mn-ea"/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339850" y="11210290"/>
            <a:ext cx="21704300" cy="1116330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1339850" y="1282700"/>
            <a:ext cx="21704300" cy="911225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24392890" cy="1373632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914400" marR="0" lvl="1" indent="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93599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12575540" y="1130300"/>
            <a:ext cx="10800080" cy="11455400"/>
          </a:xfrm>
        </p:spPr>
        <p:txBody>
          <a:bodyPr vert="horz" lIns="101600" tIns="0" rIns="82550" bIns="0" rtlCol="0">
            <a:noAutofit/>
          </a:bodyPr>
          <a:lstStyle>
            <a:lvl1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1371600" marR="0" lvl="1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2286000" marR="0" lvl="2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3200400" marR="0" lvl="3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4114800" marR="0" lvl="4" indent="-457200" algn="l" defTabSz="9144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48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9764" y="1247182"/>
            <a:ext cx="21704474" cy="1798334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29645" y="13192234"/>
            <a:ext cx="1464945" cy="323165"/>
          </a:xfrm>
        </p:spPr>
        <p:txBody>
          <a:bodyPr wrap="square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9842084" y="13153762"/>
            <a:ext cx="5068389" cy="40010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6540062" y="1830047"/>
            <a:ext cx="17130242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9484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232000" y="12699666"/>
            <a:ext cx="792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1200" y="12699666"/>
            <a:ext cx="5400000" cy="63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339764" y="1162450"/>
            <a:ext cx="21704474" cy="129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1339850" y="3016250"/>
            <a:ext cx="21704300" cy="949833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56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tabLst>
          <a:tab pos="3219450" algn="l"/>
        </a:tabLst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•"/>
        <a:defRPr sz="32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37914" y="937634"/>
            <a:ext cx="14566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rgbClr val="386DB4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TJ4S-1200-AT01/TJ4S-1213-AT09</a:t>
            </a:r>
            <a:r>
              <a:rPr lang="zh-CN" altLang="en-US" sz="4400" b="1" dirty="0" smtClean="0">
                <a:solidFill>
                  <a:srgbClr val="386DB4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核黄素</a:t>
            </a:r>
            <a:r>
              <a:rPr lang="zh-CN" altLang="en-US" sz="4400" b="1" dirty="0">
                <a:solidFill>
                  <a:srgbClr val="386DB4"/>
                </a:solidFill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覆盖率测试</a:t>
            </a:r>
            <a:endParaRPr lang="zh-CN" altLang="en-US" sz="4400" b="1" dirty="0"/>
          </a:p>
        </p:txBody>
      </p:sp>
      <p:sp>
        <p:nvSpPr>
          <p:cNvPr id="8" name="Rectangle 6"/>
          <p:cNvSpPr/>
          <p:nvPr/>
        </p:nvSpPr>
        <p:spPr>
          <a:xfrm>
            <a:off x="973182" y="3410078"/>
            <a:ext cx="384048" cy="384048"/>
          </a:xfrm>
          <a:prstGeom prst="rect">
            <a:avLst/>
          </a:prstGeom>
          <a:solidFill>
            <a:srgbClr val="1E276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36576" rIns="0" bIns="36576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1638081" y="3410078"/>
            <a:ext cx="58064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>配置</a:t>
            </a:r>
            <a:r>
              <a:rPr sz="2400" dirty="0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> 0.1%-0.2% </a:t>
            </a:r>
            <a:r>
              <a:rPr sz="2400" dirty="0" err="1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>浓度的核黄素溶液</a:t>
            </a:r>
            <a:r>
              <a:rPr sz="2400" dirty="0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>。</a:t>
            </a:r>
          </a:p>
        </p:txBody>
      </p:sp>
      <p:sp>
        <p:nvSpPr>
          <p:cNvPr id="10" name="Rectangle 8"/>
          <p:cNvSpPr/>
          <p:nvPr/>
        </p:nvSpPr>
        <p:spPr>
          <a:xfrm>
            <a:off x="973182" y="4401113"/>
            <a:ext cx="384048" cy="384048"/>
          </a:xfrm>
          <a:prstGeom prst="rect">
            <a:avLst/>
          </a:prstGeom>
          <a:solidFill>
            <a:srgbClr val="1E276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36576" rIns="0" bIns="36576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1519208" y="4314028"/>
            <a:ext cx="16784903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>使用核黄素喷壶对罐内壁喷洒，过程中使用紫外灯观察喷洒效果，确认无死角覆盖，且核黄素溶液呈雾状附着在设备内表面</a:t>
            </a:r>
            <a:r>
              <a:rPr sz="2400" dirty="0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>。</a:t>
            </a:r>
          </a:p>
        </p:txBody>
      </p:sp>
      <p:sp>
        <p:nvSpPr>
          <p:cNvPr id="12" name="Rectangle 10"/>
          <p:cNvSpPr/>
          <p:nvPr/>
        </p:nvSpPr>
        <p:spPr>
          <a:xfrm>
            <a:off x="973181" y="5739977"/>
            <a:ext cx="384049" cy="384048"/>
          </a:xfrm>
          <a:prstGeom prst="rect">
            <a:avLst/>
          </a:prstGeom>
          <a:solidFill>
            <a:srgbClr val="1E276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36576" rIns="0" bIns="36576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1540110" y="5703401"/>
            <a:ext cx="1659528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11827"/>
                </a:solidFill>
                <a:latin typeface="Microsoft YaHei"/>
                <a:ea typeface="+mn-ea"/>
                <a:cs typeface="+mn-cs"/>
              </a:rPr>
              <a:t>核黄素喷洒后，使用紫外灯照射，手持防爆手机进行核黄素效果确认，拍摄罐内壁、罐顶、人孔、罐盖、喷淋球、搅拌桨、搅拌轴、罐底、温度计套管等位置，照片附于验证文件中。</a:t>
            </a:r>
          </a:p>
        </p:txBody>
      </p:sp>
      <p:sp>
        <p:nvSpPr>
          <p:cNvPr id="32" name="Rectangle 12"/>
          <p:cNvSpPr/>
          <p:nvPr/>
        </p:nvSpPr>
        <p:spPr>
          <a:xfrm>
            <a:off x="18621330" y="4785251"/>
            <a:ext cx="5164183" cy="35766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2400">
              <a:latin typeface="+mj-ea"/>
              <a:ea typeface="+mj-ea"/>
            </a:endParaRPr>
          </a:p>
        </p:txBody>
      </p:sp>
      <p:sp>
        <p:nvSpPr>
          <p:cNvPr id="33" name="TextBox 13"/>
          <p:cNvSpPr txBox="1"/>
          <p:nvPr/>
        </p:nvSpPr>
        <p:spPr>
          <a:xfrm>
            <a:off x="18913939" y="5013851"/>
            <a:ext cx="3657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E2761"/>
                </a:solidFill>
                <a:latin typeface="+mj-ea"/>
                <a:ea typeface="+mj-ea"/>
              </a:rPr>
              <a:t>步骤 3 · 拍摄位置清单</a:t>
            </a:r>
          </a:p>
        </p:txBody>
      </p:sp>
      <p:sp>
        <p:nvSpPr>
          <p:cNvPr id="34" name="Rectangle 15"/>
          <p:cNvSpPr/>
          <p:nvPr/>
        </p:nvSpPr>
        <p:spPr>
          <a:xfrm>
            <a:off x="18913939" y="5580779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+mj-ea"/>
                <a:ea typeface="+mj-ea"/>
              </a:rPr>
              <a:t>罐内壁</a:t>
            </a:r>
          </a:p>
        </p:txBody>
      </p:sp>
      <p:sp>
        <p:nvSpPr>
          <p:cNvPr id="35" name="Rectangle 16"/>
          <p:cNvSpPr/>
          <p:nvPr/>
        </p:nvSpPr>
        <p:spPr>
          <a:xfrm>
            <a:off x="20478871" y="5587328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 dirty="0" err="1">
                <a:solidFill>
                  <a:srgbClr val="1E2761"/>
                </a:solidFill>
                <a:latin typeface="+mj-ea"/>
                <a:ea typeface="+mj-ea"/>
              </a:rPr>
              <a:t>罐顶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36" name="Rectangle 17"/>
          <p:cNvSpPr/>
          <p:nvPr/>
        </p:nvSpPr>
        <p:spPr>
          <a:xfrm>
            <a:off x="22132192" y="5569636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 dirty="0" err="1">
                <a:solidFill>
                  <a:srgbClr val="1E2761"/>
                </a:solidFill>
                <a:latin typeface="+mj-ea"/>
                <a:ea typeface="+mj-ea"/>
              </a:rPr>
              <a:t>人孔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37" name="Rectangle 18"/>
          <p:cNvSpPr/>
          <p:nvPr/>
        </p:nvSpPr>
        <p:spPr>
          <a:xfrm>
            <a:off x="18913939" y="6239147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+mj-ea"/>
                <a:ea typeface="+mj-ea"/>
              </a:rPr>
              <a:t>罐盖</a:t>
            </a:r>
          </a:p>
        </p:txBody>
      </p:sp>
      <p:sp>
        <p:nvSpPr>
          <p:cNvPr id="38" name="Rectangle 19"/>
          <p:cNvSpPr/>
          <p:nvPr/>
        </p:nvSpPr>
        <p:spPr>
          <a:xfrm>
            <a:off x="20465810" y="6239147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+mj-ea"/>
                <a:ea typeface="+mj-ea"/>
              </a:rPr>
              <a:t>喷淋球</a:t>
            </a:r>
          </a:p>
        </p:txBody>
      </p:sp>
      <p:sp>
        <p:nvSpPr>
          <p:cNvPr id="39" name="Rectangle 20"/>
          <p:cNvSpPr/>
          <p:nvPr/>
        </p:nvSpPr>
        <p:spPr>
          <a:xfrm>
            <a:off x="22132192" y="6195112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 dirty="0" err="1">
                <a:solidFill>
                  <a:srgbClr val="1E2761"/>
                </a:solidFill>
                <a:latin typeface="+mj-ea"/>
                <a:ea typeface="+mj-ea"/>
              </a:rPr>
              <a:t>搅拌桨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40" name="Rectangle 21"/>
          <p:cNvSpPr/>
          <p:nvPr/>
        </p:nvSpPr>
        <p:spPr>
          <a:xfrm>
            <a:off x="18913939" y="6897515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+mj-ea"/>
                <a:ea typeface="+mj-ea"/>
              </a:rPr>
              <a:t>搅拌轴</a:t>
            </a:r>
          </a:p>
        </p:txBody>
      </p:sp>
      <p:sp>
        <p:nvSpPr>
          <p:cNvPr id="41" name="Rectangle 22"/>
          <p:cNvSpPr/>
          <p:nvPr/>
        </p:nvSpPr>
        <p:spPr>
          <a:xfrm>
            <a:off x="20478871" y="6866086"/>
            <a:ext cx="1078992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1E2761"/>
                </a:solidFill>
                <a:latin typeface="+mj-ea"/>
                <a:ea typeface="+mj-ea"/>
              </a:rPr>
              <a:t>罐底</a:t>
            </a:r>
          </a:p>
        </p:txBody>
      </p:sp>
      <p:sp>
        <p:nvSpPr>
          <p:cNvPr id="42" name="Rectangle 23"/>
          <p:cNvSpPr/>
          <p:nvPr/>
        </p:nvSpPr>
        <p:spPr>
          <a:xfrm>
            <a:off x="21894013" y="6866086"/>
            <a:ext cx="1555350" cy="512064"/>
          </a:xfrm>
          <a:prstGeom prst="rect">
            <a:avLst/>
          </a:prstGeom>
          <a:solidFill>
            <a:srgbClr val="F7F5F0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 dirty="0" err="1">
                <a:solidFill>
                  <a:srgbClr val="1E2761"/>
                </a:solidFill>
                <a:latin typeface="+mj-ea"/>
                <a:ea typeface="+mj-ea"/>
              </a:rPr>
              <a:t>温度计套管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43" name="TextBox 24"/>
          <p:cNvSpPr txBox="1"/>
          <p:nvPr/>
        </p:nvSpPr>
        <p:spPr>
          <a:xfrm>
            <a:off x="18913939" y="7789998"/>
            <a:ext cx="405514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dirty="0" err="1">
                <a:solidFill>
                  <a:srgbClr val="6B7280"/>
                </a:solidFill>
                <a:latin typeface="Microsoft YaHei"/>
              </a:rPr>
              <a:t>全部位置照片附于验证文件中</a:t>
            </a:r>
            <a:endParaRPr sz="2400" dirty="0">
              <a:solidFill>
                <a:srgbClr val="6B7280"/>
              </a:solidFill>
              <a:latin typeface="Microsoft YaHei"/>
            </a:endParaRPr>
          </a:p>
        </p:txBody>
      </p:sp>
      <p:sp>
        <p:nvSpPr>
          <p:cNvPr id="44" name="Rectangle 6"/>
          <p:cNvSpPr/>
          <p:nvPr/>
        </p:nvSpPr>
        <p:spPr>
          <a:xfrm>
            <a:off x="973181" y="7470599"/>
            <a:ext cx="384048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5" name="TextBox 7"/>
          <p:cNvSpPr txBox="1"/>
          <p:nvPr/>
        </p:nvSpPr>
        <p:spPr>
          <a:xfrm>
            <a:off x="1540109" y="7462106"/>
            <a:ext cx="945446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dirty="0" err="1">
                <a:solidFill>
                  <a:srgbClr val="111827"/>
                </a:solidFill>
                <a:latin typeface="Microsoft YaHei"/>
              </a:rPr>
              <a:t>使用纯化水进行淋洗，记录淋洗时间、淋洗压力以及淋洗量</a:t>
            </a:r>
            <a:r>
              <a:rPr sz="2400" dirty="0">
                <a:solidFill>
                  <a:srgbClr val="111827"/>
                </a:solidFill>
                <a:latin typeface="Microsoft YaHei"/>
              </a:rPr>
              <a:t>。</a:t>
            </a:r>
          </a:p>
        </p:txBody>
      </p:sp>
      <p:sp>
        <p:nvSpPr>
          <p:cNvPr id="46" name="Rectangle 8"/>
          <p:cNvSpPr/>
          <p:nvPr/>
        </p:nvSpPr>
        <p:spPr>
          <a:xfrm>
            <a:off x="1080297" y="9750935"/>
            <a:ext cx="384048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7" name="TextBox 9"/>
          <p:cNvSpPr txBox="1"/>
          <p:nvPr/>
        </p:nvSpPr>
        <p:spPr>
          <a:xfrm>
            <a:off x="1638080" y="9714359"/>
            <a:ext cx="2157310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dirty="0" err="1">
                <a:solidFill>
                  <a:srgbClr val="111827"/>
                </a:solidFill>
                <a:latin typeface="Microsoft YaHei"/>
              </a:rPr>
              <a:t>淋洗完毕后，使用紫外灯照射，观察是否有核黄素残留，若有则记录残留位置，若无则拍摄清洗效果照片，拍摄位置与步骤</a:t>
            </a:r>
            <a:r>
              <a:rPr sz="2400" dirty="0">
                <a:solidFill>
                  <a:srgbClr val="111827"/>
                </a:solidFill>
                <a:latin typeface="Microsoft YaHei"/>
              </a:rPr>
              <a:t> 3 </a:t>
            </a:r>
            <a:r>
              <a:rPr sz="2400" dirty="0" err="1">
                <a:solidFill>
                  <a:srgbClr val="111827"/>
                </a:solidFill>
                <a:latin typeface="Microsoft YaHei"/>
              </a:rPr>
              <a:t>中一一对应</a:t>
            </a:r>
            <a:r>
              <a:rPr sz="2400" dirty="0" smtClean="0">
                <a:solidFill>
                  <a:srgbClr val="111827"/>
                </a:solidFill>
                <a:latin typeface="Microsoft YaHei"/>
              </a:rPr>
              <a:t>。</a:t>
            </a:r>
            <a:r>
              <a:rPr lang="zh-CN" altLang="en-US" sz="2400" dirty="0" smtClean="0">
                <a:solidFill>
                  <a:srgbClr val="111827"/>
                </a:solidFill>
                <a:latin typeface="Microsoft YaHei"/>
              </a:rPr>
              <a:t>照片附于验证文件中</a:t>
            </a:r>
            <a:endParaRPr sz="2400" dirty="0">
              <a:solidFill>
                <a:srgbClr val="111827"/>
              </a:solidFill>
              <a:latin typeface="Microsoft YaHei"/>
            </a:endParaRPr>
          </a:p>
        </p:txBody>
      </p:sp>
      <p:sp>
        <p:nvSpPr>
          <p:cNvPr id="48" name="TextBox 10"/>
          <p:cNvSpPr txBox="1"/>
          <p:nvPr/>
        </p:nvSpPr>
        <p:spPr>
          <a:xfrm>
            <a:off x="11106590" y="7373435"/>
            <a:ext cx="4206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dirty="0" err="1">
                <a:solidFill>
                  <a:srgbClr val="1E2761"/>
                </a:solidFill>
                <a:latin typeface="+mj-ea"/>
                <a:ea typeface="+mj-ea"/>
              </a:rPr>
              <a:t>步骤</a:t>
            </a:r>
            <a:r>
              <a:rPr sz="2400" b="1" dirty="0">
                <a:solidFill>
                  <a:srgbClr val="1E2761"/>
                </a:solidFill>
                <a:latin typeface="+mj-ea"/>
                <a:ea typeface="+mj-ea"/>
              </a:rPr>
              <a:t> 4 · </a:t>
            </a:r>
            <a:r>
              <a:rPr sz="2400" b="1" dirty="0" err="1">
                <a:solidFill>
                  <a:srgbClr val="1E2761"/>
                </a:solidFill>
                <a:latin typeface="+mj-ea"/>
                <a:ea typeface="+mj-ea"/>
              </a:rPr>
              <a:t>必须记录的三项参数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49" name="Rectangle 11"/>
          <p:cNvSpPr/>
          <p:nvPr/>
        </p:nvSpPr>
        <p:spPr>
          <a:xfrm>
            <a:off x="11090366" y="7810008"/>
            <a:ext cx="4114800" cy="12801"/>
          </a:xfrm>
          <a:prstGeom prst="rect">
            <a:avLst/>
          </a:prstGeom>
          <a:solidFill>
            <a:srgbClr val="B08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 sz="2400">
              <a:latin typeface="+mj-ea"/>
              <a:ea typeface="+mj-ea"/>
            </a:endParaRPr>
          </a:p>
        </p:txBody>
      </p:sp>
      <p:sp>
        <p:nvSpPr>
          <p:cNvPr id="50" name="Rectangle 12"/>
          <p:cNvSpPr/>
          <p:nvPr/>
        </p:nvSpPr>
        <p:spPr>
          <a:xfrm>
            <a:off x="11090365" y="7983744"/>
            <a:ext cx="1526177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 dirty="0" err="1" smtClean="0">
                <a:solidFill>
                  <a:srgbClr val="1E2761"/>
                </a:solidFill>
                <a:latin typeface="+mj-ea"/>
                <a:ea typeface="+mj-ea"/>
              </a:rPr>
              <a:t>淋洗时间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51" name="Rectangle 13"/>
          <p:cNvSpPr/>
          <p:nvPr/>
        </p:nvSpPr>
        <p:spPr>
          <a:xfrm>
            <a:off x="12872036" y="7974664"/>
            <a:ext cx="15875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 dirty="0" err="1" smtClean="0">
                <a:solidFill>
                  <a:srgbClr val="1E2761"/>
                </a:solidFill>
                <a:latin typeface="+mj-ea"/>
                <a:ea typeface="+mj-ea"/>
              </a:rPr>
              <a:t>淋洗压力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  <p:sp>
        <p:nvSpPr>
          <p:cNvPr id="52" name="Rectangle 14"/>
          <p:cNvSpPr/>
          <p:nvPr/>
        </p:nvSpPr>
        <p:spPr>
          <a:xfrm>
            <a:off x="14715102" y="7974664"/>
            <a:ext cx="154118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 dirty="0" err="1" smtClean="0">
                <a:solidFill>
                  <a:srgbClr val="1E2761"/>
                </a:solidFill>
                <a:latin typeface="+mj-ea"/>
                <a:ea typeface="+mj-ea"/>
              </a:rPr>
              <a:t>淋洗量</a:t>
            </a:r>
            <a:endParaRPr sz="2400" b="1" dirty="0">
              <a:solidFill>
                <a:srgbClr val="1E276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1092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97</Words>
  <Application>Microsoft Office PowerPoint</Application>
  <PresentationFormat>自定义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Helvetica Neue</vt:lpstr>
      <vt:lpstr>Microsoft YaHei</vt:lpstr>
      <vt:lpstr>Microsoft YaHei</vt:lpstr>
      <vt:lpstr>Arial</vt:lpstr>
      <vt:lpstr>Impact</vt:lpstr>
      <vt:lpstr>webwppDefTheme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Yanan Liu</cp:lastModifiedBy>
  <cp:revision>62</cp:revision>
  <cp:lastPrinted>2026-03-02T02:19:42Z</cp:lastPrinted>
  <dcterms:created xsi:type="dcterms:W3CDTF">2026-03-02T02:19:42Z</dcterms:created>
  <dcterms:modified xsi:type="dcterms:W3CDTF">2026-10-19T05:05:25Z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6CE3AC170A46476F9F966556CB5A9253</vt:lpwstr>
  </property>
</Properties>
</file>