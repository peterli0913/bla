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318" r:id="rId3"/>
    <p:sldId id="334" r:id="rId4"/>
    <p:sldId id="335" r:id="rId5"/>
    <p:sldId id="332" r:id="rId6"/>
    <p:sldId id="33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xuan Bu17334" initials="QB" lastIdx="1" clrIdx="0">
    <p:extLst>
      <p:ext uri="{19B8F6BF-5375-455C-9EA6-DF929625EA0E}">
        <p15:presenceInfo xmlns:p15="http://schemas.microsoft.com/office/powerpoint/2012/main" userId="Qixuan Bu1733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30" autoAdjust="0"/>
    <p:restoredTop sz="94660"/>
  </p:normalViewPr>
  <p:slideViewPr>
    <p:cSldViewPr snapToGrid="0">
      <p:cViewPr>
        <p:scale>
          <a:sx n="50" d="100"/>
          <a:sy n="50" d="100"/>
        </p:scale>
        <p:origin x="560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DE29-530B-4A92-B559-3A8E328F456E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AFF6D-188D-41AE-B623-A5FDCCC46DB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41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319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552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245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3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672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31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15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012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343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97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180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50038-2ADE-46FC-A622-9A4B105163AC}" type="datetimeFigureOut">
              <a:rPr lang="zh-CN" altLang="en-US" smtClean="0"/>
              <a:t>2026/10/1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932D-01F1-4964-A8B9-79C491C49B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0185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3467" y="128233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3200" b="1" dirty="0"/>
          </a:p>
        </p:txBody>
      </p:sp>
      <p:pic>
        <p:nvPicPr>
          <p:cNvPr id="16" name="图片 11" descr="333"/>
          <p:cNvPicPr>
            <a:picLocks noChangeAspect="1"/>
          </p:cNvPicPr>
          <p:nvPr/>
        </p:nvPicPr>
        <p:blipFill>
          <a:blip r:embed="rId2"/>
          <a:srcRect l="2396" r="3197" b="-1489"/>
          <a:stretch>
            <a:fillRect/>
          </a:stretch>
        </p:blipFill>
        <p:spPr>
          <a:xfrm>
            <a:off x="-1" y="3870640"/>
            <a:ext cx="12192000" cy="2364598"/>
          </a:xfrm>
          <a:prstGeom prst="rect">
            <a:avLst/>
          </a:prstGeom>
          <a:noFill/>
          <a:ln w="9525"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0"/>
          </a:effectLst>
        </p:spPr>
      </p:pic>
      <p:pic>
        <p:nvPicPr>
          <p:cNvPr id="17" name="图片 1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19" y="456302"/>
            <a:ext cx="2663161" cy="482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1"/>
          <p:cNvSpPr txBox="1"/>
          <p:nvPr/>
        </p:nvSpPr>
        <p:spPr>
          <a:xfrm>
            <a:off x="0" y="5970399"/>
            <a:ext cx="12192000" cy="496996"/>
          </a:xfrm>
          <a:prstGeom prst="rect">
            <a:avLst/>
          </a:prstGeom>
          <a:solidFill>
            <a:srgbClr val="7EB2E6"/>
          </a:solidFill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indent="0" algn="ctr" defTabSz="825500" hangingPunct="0">
              <a:lnSpc>
                <a:spcPct val="150000"/>
              </a:lnSpc>
            </a:pPr>
            <a:r>
              <a:rPr lang="en-US" altLang="zh-CN" sz="2000" dirty="0">
                <a:solidFill>
                  <a:srgbClr val="2F5A9E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Green Chemistry is the Future</a:t>
            </a:r>
          </a:p>
        </p:txBody>
      </p:sp>
      <p:sp>
        <p:nvSpPr>
          <p:cNvPr id="19" name="Rectangle 111"/>
          <p:cNvSpPr txBox="1"/>
          <p:nvPr/>
        </p:nvSpPr>
        <p:spPr>
          <a:xfrm>
            <a:off x="1714500" y="6376451"/>
            <a:ext cx="8763000" cy="456535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indent="0" algn="ctr" defTabSz="825500" hangingPunct="0">
              <a:lnSpc>
                <a:spcPct val="150000"/>
              </a:lnSpc>
            </a:pPr>
            <a:r>
              <a:rPr lang="en-US" altLang="zh-CN" dirty="0" smtClean="0">
                <a:solidFill>
                  <a:srgbClr val="7EB2E6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www.asymchem.com     </a:t>
            </a:r>
            <a:r>
              <a:rPr lang="en-US" altLang="zh-CN" dirty="0">
                <a:solidFill>
                  <a:srgbClr val="7EB2E6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Stock Code</a:t>
            </a:r>
            <a:r>
              <a:rPr lang="en-US" altLang="zh-CN" dirty="0" smtClean="0">
                <a:solidFill>
                  <a:srgbClr val="7EB2E6"/>
                </a:solidFill>
                <a:latin typeface="Arial" panose="020B0604020202020204"/>
                <a:ea typeface="Arial" panose="020B0604020202020204"/>
                <a:sym typeface="Arial" panose="020B0604020202020204"/>
              </a:rPr>
              <a:t>: 002821.SZ</a:t>
            </a:r>
            <a:endParaRPr lang="en-US" altLang="zh-CN" dirty="0">
              <a:solidFill>
                <a:srgbClr val="7EB2E6"/>
              </a:solidFill>
              <a:latin typeface="Arial" panose="020B0604020202020204"/>
              <a:ea typeface="Arial" panose="020B0604020202020204"/>
              <a:sym typeface="Arial" panose="020B0604020202020204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57671" y="2480682"/>
            <a:ext cx="12076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lvl="0" algn="ctr" hangingPunct="0"/>
            <a:r>
              <a:rPr lang="en-US" altLang="zh-CN" sz="5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139788</a:t>
            </a:r>
            <a:r>
              <a:rPr lang="zh-CN" altLang="en-US" sz="5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后续仪表安装方案</a:t>
            </a:r>
            <a:endParaRPr lang="zh-CN" altLang="en-US" sz="5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237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108667" y="10019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15681" y="427186"/>
            <a:ext cx="20218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温度计安装方式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90" y="1084579"/>
            <a:ext cx="4051250" cy="5638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17" y="1171162"/>
            <a:ext cx="3640024" cy="5343865"/>
          </a:xfrm>
          <a:prstGeom prst="rect">
            <a:avLst/>
          </a:prstGeom>
        </p:spPr>
      </p:pic>
      <p:sp>
        <p:nvSpPr>
          <p:cNvPr id="5" name="流程图: 过程 4"/>
          <p:cNvSpPr/>
          <p:nvPr/>
        </p:nvSpPr>
        <p:spPr>
          <a:xfrm>
            <a:off x="3258820" y="3004820"/>
            <a:ext cx="426720" cy="2387600"/>
          </a:xfrm>
          <a:prstGeom prst="flowChart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标注 6"/>
          <p:cNvSpPr/>
          <p:nvPr/>
        </p:nvSpPr>
        <p:spPr>
          <a:xfrm>
            <a:off x="5054600" y="1171162"/>
            <a:ext cx="2629017" cy="1711738"/>
          </a:xfrm>
          <a:prstGeom prst="wedgeRoundRectCallout">
            <a:avLst>
              <a:gd name="adj1" fmla="val -103438"/>
              <a:gd name="adj2" fmla="val 83780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</a:t>
            </a:r>
            <a:r>
              <a:rPr lang="zh-CN" altLang="en-US" dirty="0" smtClean="0"/>
              <a:t>罐的温度计安装方式：</a:t>
            </a:r>
            <a:endParaRPr lang="en-US" altLang="zh-CN" dirty="0" smtClean="0"/>
          </a:p>
          <a:p>
            <a:r>
              <a:rPr lang="zh-CN" altLang="en-US" dirty="0" smtClean="0"/>
              <a:t>顶部温度计套管</a:t>
            </a:r>
            <a:r>
              <a:rPr lang="en-US" altLang="zh-CN" dirty="0" smtClean="0"/>
              <a:t>+</a:t>
            </a:r>
            <a:r>
              <a:rPr lang="zh-CN" altLang="en-US" dirty="0" smtClean="0"/>
              <a:t>导热油</a:t>
            </a:r>
            <a:r>
              <a:rPr lang="en-US" altLang="zh-CN" dirty="0" smtClean="0"/>
              <a:t>+</a:t>
            </a:r>
            <a:r>
              <a:rPr lang="zh-CN" altLang="en-US" dirty="0" smtClean="0"/>
              <a:t>温度传感器的形式</a:t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5054600" y="3044136"/>
            <a:ext cx="2629017" cy="1448542"/>
          </a:xfrm>
          <a:prstGeom prst="wedgeRoundRectCallout">
            <a:avLst>
              <a:gd name="adj1" fmla="val 117808"/>
              <a:gd name="adj2" fmla="val 88668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26108" y="3369966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计划更换罐更换仪表：</a:t>
            </a:r>
            <a:endParaRPr lang="en-US" altLang="zh-CN" dirty="0" smtClean="0"/>
          </a:p>
          <a:p>
            <a:r>
              <a:rPr lang="zh-CN" altLang="en-US" dirty="0" smtClean="0"/>
              <a:t>下罐体</a:t>
            </a:r>
            <a:r>
              <a:rPr lang="en-US" altLang="zh-CN" dirty="0" smtClean="0"/>
              <a:t>NA</a:t>
            </a:r>
            <a:r>
              <a:rPr lang="zh-CN" altLang="en-US" dirty="0" smtClean="0"/>
              <a:t>口直接插入</a:t>
            </a:r>
            <a:r>
              <a:rPr lang="en-US" altLang="zh-CN" dirty="0" smtClean="0"/>
              <a:t>50mm</a:t>
            </a:r>
            <a:r>
              <a:rPr lang="zh-CN" altLang="en-US" dirty="0" smtClean="0"/>
              <a:t>探头的形式。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588500" y="4902200"/>
            <a:ext cx="444500" cy="49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0423" y="4570295"/>
            <a:ext cx="2013366" cy="2175259"/>
          </a:xfrm>
          <a:prstGeom prst="rect">
            <a:avLst/>
          </a:prstGeom>
        </p:spPr>
      </p:pic>
      <p:sp>
        <p:nvSpPr>
          <p:cNvPr id="14" name="圆角矩形标注 13"/>
          <p:cNvSpPr/>
          <p:nvPr/>
        </p:nvSpPr>
        <p:spPr>
          <a:xfrm>
            <a:off x="5080649" y="4605086"/>
            <a:ext cx="2629017" cy="2086397"/>
          </a:xfrm>
          <a:prstGeom prst="wedgeRoundRectCallout">
            <a:avLst>
              <a:gd name="adj1" fmla="val 116842"/>
              <a:gd name="adj2" fmla="val -26986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14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736" y="1078175"/>
            <a:ext cx="4086225" cy="544830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108667" y="10019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77200" y="427186"/>
            <a:ext cx="25603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压力变送器安装方式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原有方式：</a:t>
            </a:r>
            <a:endParaRPr lang="en-US" altLang="zh-CN" dirty="0" smtClean="0"/>
          </a:p>
          <a:p>
            <a:r>
              <a:rPr lang="zh-CN" altLang="en-US" dirty="0" smtClean="0"/>
              <a:t>同其他口，例如尾气，通过三通安装在同一处罐口处；</a:t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4883091" y="3044135"/>
            <a:ext cx="2629017" cy="1057965"/>
          </a:xfrm>
          <a:prstGeom prst="wedgeRoundRectCallout">
            <a:avLst>
              <a:gd name="adj1" fmla="val 102349"/>
              <a:gd name="adj2" fmla="val 18925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" y="1107662"/>
            <a:ext cx="3885665" cy="544421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26108" y="3369966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更换单独口安装；</a:t>
            </a:r>
            <a:endParaRPr lang="zh-CN" altLang="en-US" dirty="0"/>
          </a:p>
        </p:txBody>
      </p:sp>
      <p:sp>
        <p:nvSpPr>
          <p:cNvPr id="7" name="圆角矩形标注 6"/>
          <p:cNvSpPr/>
          <p:nvPr/>
        </p:nvSpPr>
        <p:spPr>
          <a:xfrm>
            <a:off x="4883091" y="1171162"/>
            <a:ext cx="2629017" cy="1711738"/>
          </a:xfrm>
          <a:prstGeom prst="wedgeRoundRectCallout">
            <a:avLst>
              <a:gd name="adj1" fmla="val -100541"/>
              <a:gd name="adj2" fmla="val 6968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流程图: 可选过程 20"/>
          <p:cNvSpPr/>
          <p:nvPr/>
        </p:nvSpPr>
        <p:spPr>
          <a:xfrm>
            <a:off x="1854200" y="3136900"/>
            <a:ext cx="1727200" cy="147320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流程图: 可选过程 21"/>
          <p:cNvSpPr/>
          <p:nvPr/>
        </p:nvSpPr>
        <p:spPr>
          <a:xfrm>
            <a:off x="8940800" y="5245100"/>
            <a:ext cx="647700" cy="92710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007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31" y="1107662"/>
            <a:ext cx="4122254" cy="5496338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 flipV="1">
            <a:off x="108667" y="10019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3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15681" y="427186"/>
            <a:ext cx="20218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液位计安装方式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3617" y="1171162"/>
            <a:ext cx="3640024" cy="5343865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5054600" y="1171162"/>
            <a:ext cx="2629017" cy="1711738"/>
          </a:xfrm>
          <a:prstGeom prst="wedgeRoundRectCallout">
            <a:avLst>
              <a:gd name="adj1" fmla="val -114066"/>
              <a:gd name="adj2" fmla="val 3481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</a:t>
            </a:r>
            <a:r>
              <a:rPr lang="zh-CN" altLang="en-US" dirty="0" smtClean="0"/>
              <a:t>罐的液位计安装方式：</a:t>
            </a:r>
            <a:endParaRPr lang="en-US" altLang="zh-CN" dirty="0" smtClean="0"/>
          </a:p>
          <a:p>
            <a:r>
              <a:rPr lang="zh-CN" altLang="en-US" dirty="0" smtClean="0"/>
              <a:t>侧部上下两个快开后</a:t>
            </a:r>
            <a:r>
              <a:rPr lang="en-US" altLang="zh-CN" dirty="0" smtClean="0"/>
              <a:t>+</a:t>
            </a:r>
            <a:r>
              <a:rPr lang="zh-CN" altLang="en-US" dirty="0" smtClean="0"/>
              <a:t>差压液位计</a:t>
            </a:r>
            <a:endParaRPr lang="zh-CN" altLang="en-US" dirty="0"/>
          </a:p>
        </p:txBody>
      </p:sp>
      <p:sp>
        <p:nvSpPr>
          <p:cNvPr id="10" name="圆角矩形标注 9"/>
          <p:cNvSpPr/>
          <p:nvPr/>
        </p:nvSpPr>
        <p:spPr>
          <a:xfrm>
            <a:off x="5054600" y="3044135"/>
            <a:ext cx="2629017" cy="3470891"/>
          </a:xfrm>
          <a:prstGeom prst="wedgeRoundRectCallout">
            <a:avLst>
              <a:gd name="adj1" fmla="val 128435"/>
              <a:gd name="adj2" fmla="val -60433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26108" y="3369966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计划更换罐更换仪表：</a:t>
            </a:r>
            <a:endParaRPr lang="en-US" altLang="zh-CN" dirty="0" smtClean="0"/>
          </a:p>
          <a:p>
            <a:r>
              <a:rPr lang="zh-CN" altLang="en-US" dirty="0" smtClean="0"/>
              <a:t>顶部</a:t>
            </a:r>
            <a:r>
              <a:rPr lang="en-US" altLang="zh-CN" dirty="0" smtClean="0"/>
              <a:t>NA</a:t>
            </a:r>
            <a:r>
              <a:rPr lang="zh-CN" altLang="en-US" dirty="0" smtClean="0"/>
              <a:t>口</a:t>
            </a:r>
            <a:r>
              <a:rPr lang="en-US" altLang="zh-CN" dirty="0" smtClean="0"/>
              <a:t>+</a:t>
            </a:r>
            <a:r>
              <a:rPr lang="zh-CN" altLang="en-US" dirty="0" smtClean="0"/>
              <a:t>雷达液位计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9588500" y="4902200"/>
            <a:ext cx="444500" cy="490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流程图: 接点 12"/>
          <p:cNvSpPr/>
          <p:nvPr/>
        </p:nvSpPr>
        <p:spPr>
          <a:xfrm>
            <a:off x="2199608" y="4647500"/>
            <a:ext cx="1564351" cy="744920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流程图: 接点 16"/>
          <p:cNvSpPr/>
          <p:nvPr/>
        </p:nvSpPr>
        <p:spPr>
          <a:xfrm>
            <a:off x="1926558" y="2241728"/>
            <a:ext cx="1350042" cy="641171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363" y="4349787"/>
            <a:ext cx="2019226" cy="201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40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413467" y="10654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615681" y="427186"/>
            <a:ext cx="202184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</a:t>
            </a: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计安装方式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7" y="1234662"/>
            <a:ext cx="4120433" cy="5527777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5054600" y="1171162"/>
            <a:ext cx="2629017" cy="1299167"/>
          </a:xfrm>
          <a:prstGeom prst="wedgeRoundRectCallout">
            <a:avLst>
              <a:gd name="adj1" fmla="val -124694"/>
              <a:gd name="adj2" fmla="val 12460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226108" y="12700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现有</a:t>
            </a:r>
            <a:r>
              <a:rPr lang="zh-CN" altLang="en-US" dirty="0" smtClean="0"/>
              <a:t>罐的</a:t>
            </a:r>
            <a:r>
              <a:rPr lang="en-US" altLang="zh-CN" dirty="0" smtClean="0"/>
              <a:t>pH</a:t>
            </a:r>
            <a:r>
              <a:rPr lang="zh-CN" altLang="en-US" dirty="0" smtClean="0"/>
              <a:t>计安装方式：</a:t>
            </a:r>
            <a:endParaRPr lang="en-US" altLang="zh-CN" dirty="0" smtClean="0"/>
          </a:p>
          <a:p>
            <a:r>
              <a:rPr lang="zh-CN" altLang="en-US" dirty="0" smtClean="0"/>
              <a:t>侧壁下部快开口</a:t>
            </a:r>
            <a:r>
              <a:rPr lang="en-US" altLang="zh-CN" dirty="0" smtClean="0"/>
              <a:t>+</a:t>
            </a:r>
            <a:r>
              <a:rPr lang="zh-CN" altLang="en-US" dirty="0" smtClean="0"/>
              <a:t>非伸缩型</a:t>
            </a:r>
            <a:r>
              <a:rPr lang="en-US" altLang="zh-CN" dirty="0" smtClean="0"/>
              <a:t>pH</a:t>
            </a:r>
            <a:r>
              <a:rPr lang="zh-CN" altLang="en-US" dirty="0" smtClean="0"/>
              <a:t>计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589" y="1171162"/>
            <a:ext cx="3640024" cy="5343865"/>
          </a:xfrm>
          <a:prstGeom prst="rect">
            <a:avLst/>
          </a:prstGeom>
        </p:spPr>
      </p:pic>
      <p:sp>
        <p:nvSpPr>
          <p:cNvPr id="10" name="圆角矩形标注 9"/>
          <p:cNvSpPr/>
          <p:nvPr/>
        </p:nvSpPr>
        <p:spPr>
          <a:xfrm>
            <a:off x="5030331" y="2758662"/>
            <a:ext cx="2629017" cy="3756365"/>
          </a:xfrm>
          <a:prstGeom prst="wedgeRoundRectCallout">
            <a:avLst>
              <a:gd name="adj1" fmla="val 149207"/>
              <a:gd name="adj2" fmla="val 1961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201839" y="28575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后续罐和仪表改造计划：</a:t>
            </a:r>
            <a:endParaRPr lang="en-US" altLang="zh-CN" dirty="0" smtClean="0"/>
          </a:p>
          <a:p>
            <a:r>
              <a:rPr lang="zh-CN" altLang="en-US" dirty="0"/>
              <a:t>侧壁</a:t>
            </a:r>
            <a:r>
              <a:rPr lang="zh-CN" altLang="en-US" dirty="0" smtClean="0"/>
              <a:t>下部</a:t>
            </a:r>
            <a:r>
              <a:rPr lang="en-US" altLang="zh-CN" dirty="0" smtClean="0"/>
              <a:t>NA</a:t>
            </a:r>
            <a:r>
              <a:rPr lang="zh-CN" altLang="en-US" dirty="0" smtClean="0"/>
              <a:t>口</a:t>
            </a:r>
            <a:r>
              <a:rPr lang="en-US" altLang="zh-CN" dirty="0" smtClean="0"/>
              <a:t>+</a:t>
            </a:r>
            <a:r>
              <a:rPr lang="zh-CN" altLang="en-US" dirty="0" smtClean="0"/>
              <a:t>伸缩</a:t>
            </a:r>
            <a:r>
              <a:rPr lang="zh-CN" altLang="en-US" dirty="0"/>
              <a:t>型</a:t>
            </a:r>
            <a:r>
              <a:rPr lang="en-US" altLang="zh-CN" dirty="0"/>
              <a:t>pH</a:t>
            </a:r>
            <a:r>
              <a:rPr lang="zh-CN" altLang="en-US" dirty="0" smtClean="0"/>
              <a:t>计；</a:t>
            </a:r>
            <a:endParaRPr lang="en-US" altLang="zh-CN" dirty="0" smtClean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1839" y="4761428"/>
            <a:ext cx="2192094" cy="12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15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接连接符 5"/>
          <p:cNvCxnSpPr/>
          <p:nvPr/>
        </p:nvCxnSpPr>
        <p:spPr>
          <a:xfrm flipV="1">
            <a:off x="413467" y="1065475"/>
            <a:ext cx="11465782" cy="7952"/>
          </a:xfrm>
          <a:prstGeom prst="line">
            <a:avLst/>
          </a:prstGeom>
          <a:ln w="19050"/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2"/>
          <a:srcRect l="4387" t="77114" r="82409" b="8950"/>
          <a:stretch/>
        </p:blipFill>
        <p:spPr>
          <a:xfrm>
            <a:off x="10813174" y="288322"/>
            <a:ext cx="1038787" cy="6159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097520" y="427186"/>
            <a:ext cx="254000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质量流量计</a:t>
            </a:r>
            <a:r>
              <a:rPr lang="zh-CN" altLang="en-US" sz="2000" b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安装方式</a:t>
            </a:r>
            <a:endParaRPr lang="en-US" altLang="zh-CN" sz="2000" b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199" y="1234662"/>
            <a:ext cx="4011295" cy="534839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431" y="1234661"/>
            <a:ext cx="3747770" cy="5348393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4540191" y="1234661"/>
            <a:ext cx="2629017" cy="1299167"/>
          </a:xfrm>
          <a:prstGeom prst="wedgeRoundRectCallout">
            <a:avLst>
              <a:gd name="adj1" fmla="val -106337"/>
              <a:gd name="adj2" fmla="val 96252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711699" y="1333499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原有质量流量计安装方式：</a:t>
            </a:r>
            <a:endParaRPr lang="en-US" altLang="zh-CN" dirty="0" smtClean="0"/>
          </a:p>
          <a:p>
            <a:r>
              <a:rPr lang="zh-CN" altLang="en-US" dirty="0" smtClean="0"/>
              <a:t>水平安装，无法排尽</a:t>
            </a:r>
            <a:endParaRPr lang="zh-CN" altLang="en-US" dirty="0"/>
          </a:p>
        </p:txBody>
      </p:sp>
      <p:sp>
        <p:nvSpPr>
          <p:cNvPr id="5" name="流程图: 可选过程 4"/>
          <p:cNvSpPr/>
          <p:nvPr/>
        </p:nvSpPr>
        <p:spPr>
          <a:xfrm>
            <a:off x="2070100" y="3035300"/>
            <a:ext cx="901700" cy="1676400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标注 9"/>
          <p:cNvSpPr/>
          <p:nvPr/>
        </p:nvSpPr>
        <p:spPr>
          <a:xfrm>
            <a:off x="4503361" y="3571461"/>
            <a:ext cx="2629017" cy="1299167"/>
          </a:xfrm>
          <a:prstGeom prst="wedgeRoundRectCallout">
            <a:avLst>
              <a:gd name="adj1" fmla="val 104765"/>
              <a:gd name="adj2" fmla="val -17144"/>
              <a:gd name="adj3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流程图: 可选过程 10"/>
          <p:cNvSpPr/>
          <p:nvPr/>
        </p:nvSpPr>
        <p:spPr>
          <a:xfrm>
            <a:off x="8546146" y="3382844"/>
            <a:ext cx="2267028" cy="1487784"/>
          </a:xfrm>
          <a:prstGeom prst="flowChartAlternateProcess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540191" y="3897878"/>
            <a:ext cx="2354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更改安装安装</a:t>
            </a:r>
            <a:r>
              <a:rPr lang="zh-CN" altLang="en-US" dirty="0"/>
              <a:t>方式：</a:t>
            </a:r>
            <a:endParaRPr lang="en-US" altLang="zh-CN" dirty="0"/>
          </a:p>
          <a:p>
            <a:r>
              <a:rPr lang="zh-CN" altLang="en-US" dirty="0" smtClean="0"/>
              <a:t>侧安装，可以自排尽；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237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5874</TotalTime>
  <Words>184</Words>
  <Application>Microsoft Office PowerPoint</Application>
  <PresentationFormat>宽屏</PresentationFormat>
  <Paragraphs>27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Qixuan Bu17334</dc:creator>
  <cp:lastModifiedBy>Xingtao Fan</cp:lastModifiedBy>
  <cp:revision>372</cp:revision>
  <dcterms:created xsi:type="dcterms:W3CDTF">2026-08-11T10:09:09Z</dcterms:created>
  <dcterms:modified xsi:type="dcterms:W3CDTF">2026-10-01T10:28:54Z</dcterms:modified>
</cp:coreProperties>
</file>