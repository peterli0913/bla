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9" r:id="rId3"/>
    <p:sldMasterId id="2147483670" r:id="rId4"/>
    <p:sldMasterId id="2147483681" r:id="rId5"/>
    <p:sldMasterId id="2147483693" r:id="rId6"/>
    <p:sldMasterId id="2147483705" r:id="rId7"/>
    <p:sldMasterId id="2147483717" r:id="rId8"/>
    <p:sldMasterId id="2147483729" r:id="rId9"/>
    <p:sldMasterId id="2147483740" r:id="rId10"/>
    <p:sldMasterId id="2147483751" r:id="rId11"/>
    <p:sldMasterId id="2147483763" r:id="rId12"/>
    <p:sldMasterId id="2147483775" r:id="rId13"/>
    <p:sldMasterId id="2147483787" r:id="rId14"/>
    <p:sldMasterId id="2147483798" r:id="rId15"/>
  </p:sldMasterIdLst>
  <p:notesMasterIdLst>
    <p:notesMasterId r:id="rId18"/>
  </p:notesMasterIdLst>
  <p:sldIdLst>
    <p:sldId id="876" r:id="rId16"/>
    <p:sldId id="884" r:id="rId17"/>
    <p:sldId id="882" r:id="rId19"/>
    <p:sldId id="881" r:id="rId20"/>
    <p:sldId id="880" r:id="rId21"/>
    <p:sldId id="879" r:id="rId22"/>
    <p:sldId id="883" r:id="rId23"/>
    <p:sldId id="878" r:id="rId24"/>
  </p:sldIdLst>
  <p:sldSz cx="24384000" cy="13716000"/>
  <p:notesSz cx="6858000" cy="9144000"/>
  <p:defaultTextStyle>
    <a:defPPr>
      <a:defRPr lang="en-US"/>
    </a:defPPr>
    <a:lvl1pPr marL="0" lvl="0" indent="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1pPr>
    <a:lvl2pPr marL="0" lvl="1" indent="22860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2pPr>
    <a:lvl3pPr marL="0" lvl="2" indent="45720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3pPr>
    <a:lvl4pPr marL="0" lvl="3" indent="68580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4pPr>
    <a:lvl5pPr marL="0" lvl="4" indent="91440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5pPr>
    <a:lvl6pPr marL="2286000" lvl="5" indent="91440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6pPr>
    <a:lvl7pPr marL="2743200" lvl="6" indent="91440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7pPr>
    <a:lvl8pPr marL="3200400" lvl="7" indent="91440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8pPr>
    <a:lvl9pPr marL="3657600" lvl="8" indent="914400" algn="l" defTabSz="825500" rtl="0" eaLnBrk="1" fontAlgn="base" latinLnBrk="0" hangingPunct="1">
      <a:lnSpc>
        <a:spcPct val="100000"/>
      </a:lnSpc>
      <a:spcBef>
        <a:spcPct val="0"/>
      </a:spcBef>
      <a:spcAft>
        <a:spcPct val="0"/>
      </a:spcAft>
      <a:buNone/>
      <a:defRPr sz="2000" b="0" i="0" u="none" kern="1200" baseline="0">
        <a:solidFill>
          <a:srgbClr val="252D30"/>
        </a:solidFill>
        <a:latin typeface="Arial" panose="020B0604020202020204" pitchFamily="34" charset="0"/>
        <a:ea typeface="Arial" panose="020B0604020202020204" pitchFamily="34" charset="0"/>
        <a:cs typeface="+mn-cs"/>
        <a:sym typeface="Arial" panose="020B0604020202020204" pitchFamily="34" charset="0"/>
      </a:defRPr>
    </a:lvl9pPr>
  </p:defaultTextStyle>
  <p:extLst>
    <p:ext uri="{EFAFB233-063F-42B5-8137-9DF3F51BA10A}">
      <p15:sldGuideLst xmlns:p15="http://schemas.microsoft.com/office/powerpoint/2012/main">
        <p15:guide id="1" pos="7684" userDrawn="1">
          <p15:clr>
            <a:srgbClr val="A4A3A4"/>
          </p15:clr>
        </p15:guide>
        <p15:guide id="2" orient="horz" pos="433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Yonggang Shi" initials="YS" lastIdx="1" clrIdx="0"/>
  <p:cmAuthor id="4" name="Qichen Liu" initials="QL" lastIdx="3" clrIdx="1"/>
  <p:cmAuthor id="5" name="Kai Liu9244" initials="KL" lastIdx="1" clrIdx="2"/>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5B9BD5"/>
    <a:srgbClr val="EAEFF7"/>
    <a:srgbClr val="D2DEEF"/>
    <a:srgbClr val="EAF0F7"/>
    <a:srgbClr val="3A6DB4"/>
    <a:srgbClr val="00356A"/>
    <a:srgbClr val="3F6E9A"/>
    <a:srgbClr val="CDDCEA"/>
    <a:srgbClr val="6897C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55" autoAdjust="0"/>
    <p:restoredTop sz="94012" autoAdjust="0"/>
  </p:normalViewPr>
  <p:slideViewPr>
    <p:cSldViewPr snapToGrid="0" snapToObjects="1" showGuides="1">
      <p:cViewPr varScale="1">
        <p:scale>
          <a:sx n="34" d="100"/>
          <a:sy n="34" d="100"/>
        </p:scale>
        <p:origin x="572" y="84"/>
      </p:cViewPr>
      <p:guideLst>
        <p:guide pos="7684"/>
        <p:guide orient="horz" pos="4332"/>
      </p:guideLst>
    </p:cSldViewPr>
  </p:slideViewPr>
  <p:notesTextViewPr>
    <p:cViewPr>
      <p:scale>
        <a:sx n="1" d="1"/>
        <a:sy n="1" d="1"/>
      </p:scale>
      <p:origin x="0" y="0"/>
    </p:cViewPr>
  </p:notesTextViewPr>
  <p:sorterViewPr showFormatting="0">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Master" Target="slideMasters/slideMaster8.xml"/><Relationship Id="rId8" Type="http://schemas.openxmlformats.org/officeDocument/2006/relationships/slideMaster" Target="slideMasters/slideMaster7.xml"/><Relationship Id="rId7" Type="http://schemas.openxmlformats.org/officeDocument/2006/relationships/slideMaster" Target="slideMasters/slideMaster6.xml"/><Relationship Id="rId6" Type="http://schemas.openxmlformats.org/officeDocument/2006/relationships/slideMaster" Target="slideMasters/slideMaster5.xml"/><Relationship Id="rId5" Type="http://schemas.openxmlformats.org/officeDocument/2006/relationships/slideMaster" Target="slideMasters/slideMaster4.xml"/><Relationship Id="rId4" Type="http://schemas.openxmlformats.org/officeDocument/2006/relationships/slideMaster" Target="slideMasters/slideMaster3.xml"/><Relationship Id="rId3" Type="http://schemas.openxmlformats.org/officeDocument/2006/relationships/slideMaster" Target="slideMasters/slideMaster2.xml"/><Relationship Id="rId28" Type="http://schemas.openxmlformats.org/officeDocument/2006/relationships/commentAuthors" Target="commentAuthors.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8.xml"/><Relationship Id="rId23" Type="http://schemas.openxmlformats.org/officeDocument/2006/relationships/slide" Target="slides/slide7.xml"/><Relationship Id="rId22" Type="http://schemas.openxmlformats.org/officeDocument/2006/relationships/slide" Target="slides/slide6.xml"/><Relationship Id="rId21" Type="http://schemas.openxmlformats.org/officeDocument/2006/relationships/slide" Target="slides/slide5.xml"/><Relationship Id="rId20" Type="http://schemas.openxmlformats.org/officeDocument/2006/relationships/slide" Target="slides/slide4.xml"/><Relationship Id="rId2" Type="http://schemas.openxmlformats.org/officeDocument/2006/relationships/theme" Target="theme/theme1.xml"/><Relationship Id="rId19" Type="http://schemas.openxmlformats.org/officeDocument/2006/relationships/slide" Target="slides/slide3.xml"/><Relationship Id="rId18" Type="http://schemas.openxmlformats.org/officeDocument/2006/relationships/notesMaster" Target="notesMasters/notesMaster1.xml"/><Relationship Id="rId17" Type="http://schemas.openxmlformats.org/officeDocument/2006/relationships/slide" Target="slides/slide2.xml"/><Relationship Id="rId16" Type="http://schemas.openxmlformats.org/officeDocument/2006/relationships/slide" Target="slides/slide1.xml"/><Relationship Id="rId15" Type="http://schemas.openxmlformats.org/officeDocument/2006/relationships/slideMaster" Target="slideMasters/slideMaster14.xml"/><Relationship Id="rId14" Type="http://schemas.openxmlformats.org/officeDocument/2006/relationships/slideMaster" Target="slideMasters/slideMaster13.xml"/><Relationship Id="rId13" Type="http://schemas.openxmlformats.org/officeDocument/2006/relationships/slideMaster" Target="slideMasters/slideMaster12.xml"/><Relationship Id="rId12" Type="http://schemas.openxmlformats.org/officeDocument/2006/relationships/slideMaster" Target="slideMasters/slideMaster11.xml"/><Relationship Id="rId11" Type="http://schemas.openxmlformats.org/officeDocument/2006/relationships/slideMaster" Target="slideMasters/slideMaster10.xml"/><Relationship Id="rId10" Type="http://schemas.openxmlformats.org/officeDocument/2006/relationships/slideMaster" Target="slideMasters/slideMaster9.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46" name="Shape 66"/>
          <p:cNvSpPr>
            <a:spLocks noGrp="1" noRot="1" noChangeAspect="1"/>
          </p:cNvSpPr>
          <p:nvPr>
            <p:ph type="sldImg"/>
          </p:nvPr>
        </p:nvSpPr>
        <p:spPr>
          <a:xfrm>
            <a:off x="1143000" y="685800"/>
            <a:ext cx="4572000" cy="3429000"/>
          </a:xfrm>
          <a:prstGeom prst="rect">
            <a:avLst/>
          </a:prstGeom>
          <a:noFill/>
          <a:ln w="9525">
            <a:noFill/>
          </a:ln>
        </p:spPr>
      </p:sp>
      <p:sp>
        <p:nvSpPr>
          <p:cNvPr id="6147" name="Shape 67"/>
          <p:cNvSpPr>
            <a:spLocks noGrp="1"/>
          </p:cNvSpPr>
          <p:nvPr>
            <p:ph type="body" sz="quarter"/>
          </p:nvPr>
        </p:nvSpPr>
        <p:spPr>
          <a:xfrm>
            <a:off x="914400" y="4343400"/>
            <a:ext cx="5029200" cy="4114800"/>
          </a:xfrm>
          <a:prstGeom prst="rect">
            <a:avLst/>
          </a:prstGeom>
          <a:noFill/>
          <a:ln w="9525">
            <a:noFill/>
          </a:ln>
        </p:spPr>
        <p:txBody>
          <a:bodyPr anchor="t"/>
          <a:lstStyle/>
          <a:p>
            <a:pPr lvl="0"/>
            <a:endParaRPr lang="zh-CN" altLang="zh-CN"/>
          </a:p>
        </p:txBody>
      </p:sp>
    </p:spTree>
  </p:cSld>
  <p:clrMap bg1="lt1" tx1="dk1" bg2="lt2" tx2="dk2" accent1="accent1" accent2="accent2" accent3="accent3" accent4="accent4" accent5="accent5" accent6="accent6" hlink="hlink" folHlink="folHlink"/>
  <p:hf sldNum="0" hdr="0" ftr="0" dt="0"/>
  <p:notesStyle>
    <a:lvl1pPr defTabSz="457200" latinLnBrk="0">
      <a:lnSpc>
        <a:spcPct val="117000"/>
      </a:lnSpc>
      <a:defRPr sz="2200">
        <a:latin typeface="+mn-lt"/>
        <a:ea typeface="+mn-ea"/>
        <a:cs typeface="+mn-cs"/>
        <a:sym typeface="Helvetica Neue" panose="02000503000000020004"/>
      </a:defRPr>
    </a:lvl1pPr>
    <a:lvl2pPr indent="228600" defTabSz="457200" latinLnBrk="0">
      <a:lnSpc>
        <a:spcPct val="117000"/>
      </a:lnSpc>
      <a:defRPr sz="2200">
        <a:latin typeface="+mn-lt"/>
        <a:ea typeface="+mn-ea"/>
        <a:cs typeface="+mn-cs"/>
        <a:sym typeface="Helvetica Neue" panose="02000503000000020004"/>
      </a:defRPr>
    </a:lvl2pPr>
    <a:lvl3pPr indent="457200" defTabSz="457200" latinLnBrk="0">
      <a:lnSpc>
        <a:spcPct val="117000"/>
      </a:lnSpc>
      <a:defRPr sz="2200">
        <a:latin typeface="+mn-lt"/>
        <a:ea typeface="+mn-ea"/>
        <a:cs typeface="+mn-cs"/>
        <a:sym typeface="Helvetica Neue" panose="02000503000000020004"/>
      </a:defRPr>
    </a:lvl3pPr>
    <a:lvl4pPr indent="685800" defTabSz="457200" latinLnBrk="0">
      <a:lnSpc>
        <a:spcPct val="117000"/>
      </a:lnSpc>
      <a:defRPr sz="2200">
        <a:latin typeface="+mn-lt"/>
        <a:ea typeface="+mn-ea"/>
        <a:cs typeface="+mn-cs"/>
        <a:sym typeface="Helvetica Neue" panose="02000503000000020004"/>
      </a:defRPr>
    </a:lvl4pPr>
    <a:lvl5pPr indent="914400" defTabSz="457200" latinLnBrk="0">
      <a:lnSpc>
        <a:spcPct val="117000"/>
      </a:lnSpc>
      <a:defRPr sz="2200">
        <a:latin typeface="+mn-lt"/>
        <a:ea typeface="+mn-ea"/>
        <a:cs typeface="+mn-cs"/>
        <a:sym typeface="Helvetica Neue" panose="02000503000000020004"/>
      </a:defRPr>
    </a:lvl5pPr>
    <a:lvl6pPr indent="1143000" defTabSz="457200" latinLnBrk="0">
      <a:lnSpc>
        <a:spcPct val="117000"/>
      </a:lnSpc>
      <a:defRPr sz="2200">
        <a:latin typeface="+mn-lt"/>
        <a:ea typeface="+mn-ea"/>
        <a:cs typeface="+mn-cs"/>
        <a:sym typeface="Helvetica Neue" panose="02000503000000020004"/>
      </a:defRPr>
    </a:lvl6pPr>
    <a:lvl7pPr indent="1371600" defTabSz="457200" latinLnBrk="0">
      <a:lnSpc>
        <a:spcPct val="117000"/>
      </a:lnSpc>
      <a:defRPr sz="2200">
        <a:latin typeface="+mn-lt"/>
        <a:ea typeface="+mn-ea"/>
        <a:cs typeface="+mn-cs"/>
        <a:sym typeface="Helvetica Neue" panose="02000503000000020004"/>
      </a:defRPr>
    </a:lvl7pPr>
    <a:lvl8pPr indent="1600200" defTabSz="457200" latinLnBrk="0">
      <a:lnSpc>
        <a:spcPct val="117000"/>
      </a:lnSpc>
      <a:defRPr sz="2200">
        <a:latin typeface="+mn-lt"/>
        <a:ea typeface="+mn-ea"/>
        <a:cs typeface="+mn-cs"/>
        <a:sym typeface="Helvetica Neue" panose="02000503000000020004"/>
      </a:defRPr>
    </a:lvl8pPr>
    <a:lvl9pPr indent="1828800" defTabSz="457200" latinLnBrk="0">
      <a:lnSpc>
        <a:spcPct val="117000"/>
      </a:lnSpc>
      <a:defRPr sz="2200">
        <a:latin typeface="+mn-lt"/>
        <a:ea typeface="+mn-ea"/>
        <a:cs typeface="+mn-cs"/>
        <a:sym typeface="Helvetica Neue" panose="020005030000000200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8.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9.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0.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0.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1.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1.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3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4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4.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endParaRPr lang="zh-CN" altLang="en-US" dirty="0"/>
          </a:p>
        </p:txBody>
      </p:sp>
      <p:sp>
        <p:nvSpPr>
          <p:cNvPr id="18" name="灯片编号占位符 17"/>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endParaRPr lang="zh-CN" altLang="en-US"/>
          </a:p>
        </p:txBody>
      </p:sp>
      <p:sp>
        <p:nvSpPr>
          <p:cNvPr id="4" name="页脚占位符 3"/>
          <p:cNvSpPr>
            <a:spLocks noGrp="1"/>
          </p:cNvSpPr>
          <p:nvPr>
            <p:ph type="ftr" sz="quarter" idx="11"/>
          </p:nvPr>
        </p:nvSpPr>
        <p:spPr/>
        <p:txBody>
          <a:bodyPr/>
          <a:lstStyle/>
          <a:p>
            <a:endParaRPr lang="zh-CN" altLang="en-US" dirty="0"/>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endParaRPr lang="zh-CN" altLang="en-US"/>
          </a:p>
        </p:txBody>
      </p:sp>
      <p:sp>
        <p:nvSpPr>
          <p:cNvPr id="6" name="灯片编号占位符 5"/>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endParaRPr lang="zh-CN" altLang="en-US"/>
          </a:p>
        </p:txBody>
      </p:sp>
      <p:sp>
        <p:nvSpPr>
          <p:cNvPr id="4" name="灯片编号占位符 3"/>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endParaRPr lang="zh-CN" altLang="en-US" dirty="0"/>
          </a:p>
        </p:txBody>
      </p:sp>
      <p:sp>
        <p:nvSpPr>
          <p:cNvPr id="7" name="灯片编号占位符 6"/>
          <p:cNvSpPr>
            <a:spLocks noGrp="1"/>
          </p:cNvSpPr>
          <p:nvPr>
            <p:ph type="sldNum" sz="quarter" idx="12"/>
          </p:nvPr>
        </p:nvSpPr>
        <p:spPr/>
        <p:txBody>
          <a:bodyPr/>
          <a:lstStyle>
            <a:lvl1pPr>
              <a:defRPr>
                <a:latin typeface="+mn-ea"/>
              </a:defRPr>
            </a:lvl1pPr>
          </a:lstStyle>
          <a:p>
            <a:fld id="{FABC47A4-756D-490B-A52F-7D9E2C9FC05F}" type="slidenum">
              <a:rPr lang="zh-CN" altLang="en-US" smtClean="0"/>
            </a:fld>
            <a:endParaRPr lang="zh-CN" altLang="en-US"/>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endParaRPr lang="zh-CN" altLang="en-US"/>
          </a:p>
        </p:txBody>
      </p:sp>
      <p:sp>
        <p:nvSpPr>
          <p:cNvPr id="6" name="灯片编号占位符 5"/>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a:defRPr/>
            </a:pPr>
            <a:r>
              <a:rPr lang="en-US" altLang="zh-CN"/>
              <a:t>-</a:t>
            </a:r>
            <a:fld id="{FAEDECE0-B3E3-4E93-9B91-9F10B30F5B07}" type="slidenum">
              <a:rPr lang="en-US" altLang="zh-CN" smtClean="0"/>
            </a:fld>
            <a:r>
              <a:rPr lang="en-US" altLang="zh-CN"/>
              <a:t>-</a:t>
            </a:r>
            <a:endParaRPr lang="zh-CN" altLang="en-US" dirty="0"/>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ctr" defTabSz="825500" rtl="0" fontAlgn="auto" latinLnBrk="0" hangingPunct="0">
              <a:lnSpc>
                <a:spcPct val="100000"/>
              </a:lnSpc>
              <a:spcBef>
                <a:spcPts val="0"/>
              </a:spcBef>
              <a:spcAft>
                <a:spcPts val="0"/>
              </a:spcAft>
              <a:buClrTx/>
              <a:buSzTx/>
              <a:buFontTx/>
              <a:buNone/>
            </a:pPr>
            <a:r>
              <a:rPr kumimoji="0" lang="en-US" altLang="zh-CN" sz="2000" b="0" i="0" u="none" strike="noStrike" cap="none" spc="0" normalizeH="0" baseline="0" dirty="0">
                <a:ln>
                  <a:noFill/>
                </a:ln>
                <a:solidFill>
                  <a:schemeClr val="bg1"/>
                </a:solidFill>
                <a:effectLst/>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cap="none" spc="0" normalizeH="0" baseline="0" dirty="0">
              <a:ln>
                <a:noFill/>
              </a:ln>
              <a:solidFill>
                <a:schemeClr val="bg1"/>
              </a:solidFill>
              <a:effectLst/>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dirty="0"/>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endParaRPr lang="zh-CN" altLang="en-US" dirty="0"/>
          </a:p>
        </p:txBody>
      </p:sp>
      <p:sp>
        <p:nvSpPr>
          <p:cNvPr id="18" name="灯片编号占位符 17"/>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endParaRPr lang="zh-CN" altLang="en-US"/>
          </a:p>
        </p:txBody>
      </p:sp>
      <p:sp>
        <p:nvSpPr>
          <p:cNvPr id="4" name="页脚占位符 3"/>
          <p:cNvSpPr>
            <a:spLocks noGrp="1"/>
          </p:cNvSpPr>
          <p:nvPr>
            <p:ph type="ftr" sz="quarter" idx="11"/>
          </p:nvPr>
        </p:nvSpPr>
        <p:spPr/>
        <p:txBody>
          <a:bodyPr/>
          <a:lstStyle/>
          <a:p>
            <a:endParaRPr lang="zh-CN" altLang="en-US" dirty="0"/>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endParaRPr lang="zh-CN" altLang="en-US"/>
          </a:p>
        </p:txBody>
      </p:sp>
      <p:sp>
        <p:nvSpPr>
          <p:cNvPr id="6" name="灯片编号占位符 5"/>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endParaRPr lang="zh-CN" altLang="en-US"/>
          </a:p>
        </p:txBody>
      </p:sp>
      <p:sp>
        <p:nvSpPr>
          <p:cNvPr id="4" name="灯片编号占位符 3"/>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endParaRPr lang="zh-CN" altLang="en-US" dirty="0"/>
          </a:p>
        </p:txBody>
      </p:sp>
      <p:sp>
        <p:nvSpPr>
          <p:cNvPr id="7" name="灯片编号占位符 6"/>
          <p:cNvSpPr>
            <a:spLocks noGrp="1"/>
          </p:cNvSpPr>
          <p:nvPr>
            <p:ph type="sldNum" sz="quarter" idx="12"/>
          </p:nvPr>
        </p:nvSpPr>
        <p:spPr/>
        <p:txBody>
          <a:bodyPr/>
          <a:lstStyle>
            <a:lvl1pPr>
              <a:defRPr>
                <a:latin typeface="+mn-ea"/>
              </a:defRPr>
            </a:lvl1pPr>
          </a:lstStyle>
          <a:p>
            <a:fld id="{FABC47A4-756D-490B-A52F-7D9E2C9FC05F}" type="slidenum">
              <a:rPr lang="zh-CN" altLang="en-US" smtClean="0"/>
            </a:fld>
            <a:endParaRPr lang="zh-CN" altLang="en-US"/>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endParaRPr lang="zh-CN" altLang="en-US"/>
          </a:p>
        </p:txBody>
      </p:sp>
      <p:sp>
        <p:nvSpPr>
          <p:cNvPr id="6" name="灯片编号占位符 5"/>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a:defRPr/>
            </a:pPr>
            <a:r>
              <a:rPr lang="en-US" altLang="zh-CN"/>
              <a:t>-</a:t>
            </a:r>
            <a:fld id="{FAEDECE0-B3E3-4E93-9B91-9F10B30F5B07}" type="slidenum">
              <a:rPr lang="en-US" altLang="zh-CN" smtClean="0"/>
            </a:fld>
            <a:r>
              <a:rPr lang="en-US" altLang="zh-CN"/>
              <a:t>-</a:t>
            </a:r>
            <a:endParaRPr lang="zh-CN" altLang="en-US" dirty="0"/>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ctr" defTabSz="825500" rtl="0" fontAlgn="auto" latinLnBrk="0" hangingPunct="0">
              <a:lnSpc>
                <a:spcPct val="100000"/>
              </a:lnSpc>
              <a:spcBef>
                <a:spcPts val="0"/>
              </a:spcBef>
              <a:spcAft>
                <a:spcPts val="0"/>
              </a:spcAft>
              <a:buClrTx/>
              <a:buSzTx/>
              <a:buFontTx/>
              <a:buNone/>
            </a:pPr>
            <a:r>
              <a:rPr kumimoji="0" lang="en-US" altLang="zh-CN" sz="2000" b="0" i="0" u="none" strike="noStrike" cap="none" spc="0" normalizeH="0" baseline="0" dirty="0">
                <a:ln>
                  <a:noFill/>
                </a:ln>
                <a:solidFill>
                  <a:schemeClr val="bg1"/>
                </a:solidFill>
                <a:effectLst/>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cap="none" spc="0" normalizeH="0" baseline="0" dirty="0">
              <a:ln>
                <a:noFill/>
              </a:ln>
              <a:solidFill>
                <a:schemeClr val="bg1"/>
              </a:solidFill>
              <a:effectLst/>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dirty="0"/>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18" name="灯片编号占位符 17"/>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页脚占位符 3"/>
          <p:cNvSpPr>
            <a:spLocks noGrp="1"/>
          </p:cNvSpPr>
          <p:nvPr>
            <p:ph type="ftr" sz="quarter" idx="11"/>
          </p:nvPr>
        </p:nvSpPr>
        <p:spPr/>
        <p:txBody>
          <a:body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灯片编号占位符 3"/>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灯片编号占位符 6"/>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FABC47A4-756D-490B-A52F-7D9E2C9FC05F}"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marL="0" marR="0" lvl="0" indent="0" algn="ctr" defTabSz="825500" rtl="0" eaLnBrk="1" fontAlgn="base" latinLnBrk="0" hangingPunct="1">
              <a:lnSpc>
                <a:spcPct val="100000"/>
              </a:lnSpc>
              <a:spcBef>
                <a:spcPct val="0"/>
              </a:spcBef>
              <a:spcAft>
                <a:spcPct val="0"/>
              </a:spcAft>
              <a:buClrTx/>
              <a:buSzTx/>
              <a:buFontTx/>
              <a:buNone/>
              <a:defRPr/>
            </a:pPr>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fld id="{FAEDECE0-B3E3-4E93-9B91-9F10B30F5B07}" type="slidenum">
              <a:rPr kumimoji="0" lang="en-US" altLang="zh-CN" sz="2400" b="0" i="0" u="none" strike="noStrike" kern="1200" cap="none" spc="0" normalizeH="0" baseline="0" noProof="0" smtClean="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fld>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endParaRPr kumimoji="0" lang="zh-CN" altLang="en-US" sz="2400" b="0" i="0" u="none" strike="noStrike" kern="1200" cap="none" spc="0" normalizeH="0" baseline="0" noProof="0" dirty="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endParaRPr>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18" name="灯片编号占位符 17"/>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页脚占位符 3"/>
          <p:cNvSpPr>
            <a:spLocks noGrp="1"/>
          </p:cNvSpPr>
          <p:nvPr>
            <p:ph type="ftr" sz="quarter" idx="11"/>
          </p:nvPr>
        </p:nvSpPr>
        <p:spPr/>
        <p:txBody>
          <a:body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灯片编号占位符 3"/>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灯片编号占位符 6"/>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FABC47A4-756D-490B-A52F-7D9E2C9FC05F}"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marL="0" marR="0" lvl="0" indent="0" algn="ctr" defTabSz="825500" rtl="0" eaLnBrk="1" fontAlgn="base" latinLnBrk="0" hangingPunct="1">
              <a:lnSpc>
                <a:spcPct val="100000"/>
              </a:lnSpc>
              <a:spcBef>
                <a:spcPct val="0"/>
              </a:spcBef>
              <a:spcAft>
                <a:spcPct val="0"/>
              </a:spcAft>
              <a:buClrTx/>
              <a:buSzTx/>
              <a:buFontTx/>
              <a:buNone/>
              <a:defRPr/>
            </a:pPr>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fld id="{FAEDECE0-B3E3-4E93-9B91-9F10B30F5B07}" type="slidenum">
              <a:rPr kumimoji="0" lang="en-US" altLang="zh-CN" sz="2400" b="0" i="0" u="none" strike="noStrike" kern="1200" cap="none" spc="0" normalizeH="0" baseline="0" noProof="0" smtClean="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fld>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endParaRPr kumimoji="0" lang="zh-CN" altLang="en-US" sz="2400" b="0" i="0" u="none" strike="noStrike" kern="1200" cap="none" spc="0" normalizeH="0" baseline="0" noProof="0" dirty="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endParaRPr>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x">
  <p:cSld name="Blank with photo">
    <p:bg>
      <p:bgPr>
        <a:solidFill>
          <a:srgbClr val="FFFFFF"/>
        </a:solidFill>
        <a:effectLst/>
      </p:bgPr>
    </p:bg>
    <p:spTree>
      <p:nvGrpSpPr>
        <p:cNvPr id="1" name=""/>
        <p:cNvGrpSpPr/>
        <p:nvPr/>
      </p:nvGrpSpPr>
      <p:grpSpPr>
        <a:xfrm>
          <a:off x="0" y="0"/>
          <a:ext cx="0" cy="0"/>
          <a:chOff x="0" y="0"/>
          <a:chExt cx="0" cy="0"/>
        </a:xfrm>
      </p:grpSpPr>
      <p:sp>
        <p:nvSpPr>
          <p:cNvPr id="2050" name="Линия"/>
          <p:cNvSpPr/>
          <p:nvPr userDrawn="1"/>
        </p:nvSpPr>
        <p:spPr>
          <a:xfrm flipV="1">
            <a:off x="6822313" y="1309370"/>
            <a:ext cx="17549495" cy="635"/>
          </a:xfrm>
          <a:prstGeom prst="line">
            <a:avLst/>
          </a:prstGeom>
          <a:ln w="57150" cap="flat" cmpd="sng">
            <a:solidFill>
              <a:srgbClr val="2F5A9E"/>
            </a:solidFill>
            <a:prstDash val="solid"/>
            <a:miter/>
            <a:headEnd type="none" w="med" len="med"/>
            <a:tailEnd type="none" w="med" len="med"/>
          </a:ln>
        </p:spPr>
      </p:sp>
      <p:sp>
        <p:nvSpPr>
          <p:cNvPr id="6" name="矩形 5"/>
          <p:cNvSpPr/>
          <p:nvPr userDrawn="1"/>
        </p:nvSpPr>
        <p:spPr>
          <a:xfrm>
            <a:off x="-76200" y="12949238"/>
            <a:ext cx="24536400" cy="568325"/>
          </a:xfrm>
          <a:prstGeom prst="rect">
            <a:avLst/>
          </a:prstGeom>
          <a:solidFill>
            <a:srgbClr val="2F5A9E"/>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11" name="矩形 10"/>
          <p:cNvSpPr/>
          <p:nvPr userDrawn="1"/>
        </p:nvSpPr>
        <p:spPr>
          <a:xfrm>
            <a:off x="22721888" y="12949238"/>
            <a:ext cx="1738313" cy="568325"/>
          </a:xfrm>
          <a:prstGeom prst="rect">
            <a:avLst/>
          </a:prstGeom>
          <a:solidFill>
            <a:schemeClr val="accent2">
              <a:lumMod val="60000"/>
              <a:lumOff val="40000"/>
            </a:schemeClr>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4" name="灯片编号占位符 3"/>
          <p:cNvSpPr>
            <a:spLocks noGrp="1"/>
          </p:cNvSpPr>
          <p:nvPr>
            <p:ph type="sldNum" sz="quarter" idx="10"/>
          </p:nvPr>
        </p:nvSpPr>
        <p:spPr>
          <a:xfrm>
            <a:off x="22762277" y="13027152"/>
            <a:ext cx="754758" cy="384721"/>
          </a:xfrm>
          <a:prstGeom prst="rect">
            <a:avLst/>
          </a:prstGeom>
          <a:noFill/>
          <a:ln w="12700">
            <a:noFill/>
          </a:ln>
        </p:spPr>
        <p:txBody>
          <a:bodyPr wrap="none" lIns="38100" tIns="38100" rIns="38100" bIns="38100">
            <a:spAutoFit/>
          </a:bodyPr>
          <a:lstStyle>
            <a:lvl1pPr>
              <a:defRPr b="1">
                <a:solidFill>
                  <a:srgbClr val="FFFFFF"/>
                </a:solidFill>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9A0DB2DC-4C9A-4742-B13C-FB6460FD3503}" type="slidenum">
              <a:rPr kumimoji="0" lang="zh-CN" altLang="en-US" sz="2400" b="1" i="0" u="none" strike="noStrike" kern="1200" cap="none" spc="0" normalizeH="0" baseline="0" noProof="1" smtClean="0">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fld>
            <a:r>
              <a:rPr kumimoji="0" lang="zh-CN" altLang="en-US"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 </a:t>
            </a:r>
            <a:r>
              <a:rPr kumimoji="0" lang="en-US" altLang="zh-CN"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/27</a:t>
            </a:r>
            <a:endParaRPr kumimoji="0" lang="zh-CN" altLang="en-US" sz="2400" b="1" i="0" u="none" strike="noStrike" kern="1200" cap="none" spc="0" normalizeH="0" baseline="0" noProof="1">
              <a:ln>
                <a:noFill/>
              </a:ln>
              <a:solidFill>
                <a:srgbClr val="FFFFFF"/>
              </a:solidFill>
              <a:effectLst/>
              <a:uLnTx/>
              <a:uFillTx/>
              <a:latin typeface="Arial" panose="020B0604020202020204" pitchFamily="34" charset="0"/>
              <a:cs typeface="Open Sans" panose="020B0606030504020204" pitchFamily="34" charset="0"/>
              <a:sym typeface="Open Sans" panose="020B0606030504020204" pitchFamily="34" charset="0"/>
            </a:endParaRPr>
          </a:p>
        </p:txBody>
      </p:sp>
      <p:pic>
        <p:nvPicPr>
          <p:cNvPr id="5" name="图片 4" descr="123"/>
          <p:cNvPicPr>
            <a:picLocks noChangeAspect="1"/>
          </p:cNvPicPr>
          <p:nvPr userDrawn="1"/>
        </p:nvPicPr>
        <p:blipFill>
          <a:blip r:embed="rId2"/>
          <a:stretch>
            <a:fillRect/>
          </a:stretch>
        </p:blipFill>
        <p:spPr>
          <a:xfrm>
            <a:off x="1032510" y="608330"/>
            <a:ext cx="5297805" cy="1052830"/>
          </a:xfrm>
          <a:prstGeom prst="rect">
            <a:avLst/>
          </a:prstGeom>
        </p:spPr>
      </p:pic>
    </p:spTree>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18" name="灯片编号占位符 17"/>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页脚占位符 3"/>
          <p:cNvSpPr>
            <a:spLocks noGrp="1"/>
          </p:cNvSpPr>
          <p:nvPr>
            <p:ph type="ftr" sz="quarter" idx="11"/>
          </p:nvPr>
        </p:nvSpPr>
        <p:spPr/>
        <p:txBody>
          <a:body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灯片编号占位符 3"/>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灯片编号占位符 6"/>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FABC47A4-756D-490B-A52F-7D9E2C9FC05F}"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marL="0" marR="0" lvl="0" indent="0" algn="ctr" defTabSz="825500" rtl="0" eaLnBrk="1" fontAlgn="base" latinLnBrk="0" hangingPunct="1">
              <a:lnSpc>
                <a:spcPct val="100000"/>
              </a:lnSpc>
              <a:spcBef>
                <a:spcPct val="0"/>
              </a:spcBef>
              <a:spcAft>
                <a:spcPct val="0"/>
              </a:spcAft>
              <a:buClrTx/>
              <a:buSzTx/>
              <a:buFontTx/>
              <a:buNone/>
              <a:defRPr/>
            </a:pPr>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fld id="{FAEDECE0-B3E3-4E93-9B91-9F10B30F5B07}" type="slidenum">
              <a:rPr kumimoji="0" lang="en-US" altLang="zh-CN" sz="2400" b="0" i="0" u="none" strike="noStrike" kern="1200" cap="none" spc="0" normalizeH="0" baseline="0" noProof="0" smtClean="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fld>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endParaRPr kumimoji="0" lang="zh-CN" altLang="en-US" sz="2400" b="0" i="0" u="none" strike="noStrike" kern="1200" cap="none" spc="0" normalizeH="0" baseline="0" noProof="0" dirty="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endParaRPr>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x">
  <p:cSld name="Blank with photo">
    <p:bg>
      <p:bgPr>
        <a:solidFill>
          <a:srgbClr val="FFFFFF"/>
        </a:solidFill>
        <a:effectLst/>
      </p:bgPr>
    </p:bg>
    <p:spTree>
      <p:nvGrpSpPr>
        <p:cNvPr id="1" name=""/>
        <p:cNvGrpSpPr/>
        <p:nvPr/>
      </p:nvGrpSpPr>
      <p:grpSpPr>
        <a:xfrm>
          <a:off x="0" y="0"/>
          <a:ext cx="0" cy="0"/>
          <a:chOff x="0" y="0"/>
          <a:chExt cx="0" cy="0"/>
        </a:xfrm>
      </p:grpSpPr>
      <p:sp>
        <p:nvSpPr>
          <p:cNvPr id="2050" name="Линия"/>
          <p:cNvSpPr/>
          <p:nvPr userDrawn="1"/>
        </p:nvSpPr>
        <p:spPr>
          <a:xfrm flipV="1">
            <a:off x="6822313" y="1309370"/>
            <a:ext cx="17549495" cy="635"/>
          </a:xfrm>
          <a:prstGeom prst="line">
            <a:avLst/>
          </a:prstGeom>
          <a:ln w="57150" cap="flat" cmpd="sng">
            <a:solidFill>
              <a:srgbClr val="2F5A9E"/>
            </a:solidFill>
            <a:prstDash val="solid"/>
            <a:miter/>
            <a:headEnd type="none" w="med" len="med"/>
            <a:tailEnd type="none" w="med" len="med"/>
          </a:ln>
        </p:spPr>
      </p:sp>
      <p:sp>
        <p:nvSpPr>
          <p:cNvPr id="6" name="矩形 5"/>
          <p:cNvSpPr/>
          <p:nvPr userDrawn="1"/>
        </p:nvSpPr>
        <p:spPr>
          <a:xfrm>
            <a:off x="-76200" y="12949238"/>
            <a:ext cx="24536400" cy="568325"/>
          </a:xfrm>
          <a:prstGeom prst="rect">
            <a:avLst/>
          </a:prstGeom>
          <a:solidFill>
            <a:srgbClr val="2F5A9E"/>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11" name="矩形 10"/>
          <p:cNvSpPr/>
          <p:nvPr userDrawn="1"/>
        </p:nvSpPr>
        <p:spPr>
          <a:xfrm>
            <a:off x="22721888" y="12949238"/>
            <a:ext cx="1738313" cy="568325"/>
          </a:xfrm>
          <a:prstGeom prst="rect">
            <a:avLst/>
          </a:prstGeom>
          <a:solidFill>
            <a:schemeClr val="accent2">
              <a:lumMod val="60000"/>
              <a:lumOff val="40000"/>
            </a:schemeClr>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4" name="灯片编号占位符 3"/>
          <p:cNvSpPr>
            <a:spLocks noGrp="1"/>
          </p:cNvSpPr>
          <p:nvPr>
            <p:ph type="sldNum" sz="quarter" idx="10"/>
          </p:nvPr>
        </p:nvSpPr>
        <p:spPr>
          <a:xfrm>
            <a:off x="22762277" y="13027152"/>
            <a:ext cx="754758" cy="384721"/>
          </a:xfrm>
          <a:prstGeom prst="rect">
            <a:avLst/>
          </a:prstGeom>
          <a:noFill/>
          <a:ln w="12700">
            <a:noFill/>
          </a:ln>
        </p:spPr>
        <p:txBody>
          <a:bodyPr wrap="none" lIns="38100" tIns="38100" rIns="38100" bIns="38100">
            <a:spAutoFit/>
          </a:bodyPr>
          <a:lstStyle>
            <a:lvl1pPr>
              <a:defRPr b="1">
                <a:solidFill>
                  <a:srgbClr val="FFFFFF"/>
                </a:solidFill>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9A0DB2DC-4C9A-4742-B13C-FB6460FD3503}" type="slidenum">
              <a:rPr kumimoji="0" lang="zh-CN" altLang="en-US" sz="2400" b="1" i="0" u="none" strike="noStrike" kern="1200" cap="none" spc="0" normalizeH="0" baseline="0" noProof="1" smtClean="0">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fld>
            <a:r>
              <a:rPr kumimoji="0" lang="zh-CN" altLang="en-US"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 </a:t>
            </a:r>
            <a:r>
              <a:rPr kumimoji="0" lang="en-US" altLang="zh-CN"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/27</a:t>
            </a:r>
            <a:endParaRPr kumimoji="0" lang="zh-CN" altLang="en-US" sz="2400" b="1" i="0" u="none" strike="noStrike" kern="1200" cap="none" spc="0" normalizeH="0" baseline="0" noProof="1">
              <a:ln>
                <a:noFill/>
              </a:ln>
              <a:solidFill>
                <a:srgbClr val="FFFFFF"/>
              </a:solidFill>
              <a:effectLst/>
              <a:uLnTx/>
              <a:uFillTx/>
              <a:latin typeface="Arial" panose="020B0604020202020204" pitchFamily="34" charset="0"/>
              <a:cs typeface="Open Sans" panose="020B0606030504020204" pitchFamily="34" charset="0"/>
              <a:sym typeface="Open Sans" panose="020B0606030504020204" pitchFamily="34" charset="0"/>
            </a:endParaRPr>
          </a:p>
        </p:txBody>
      </p:sp>
      <p:pic>
        <p:nvPicPr>
          <p:cNvPr id="5" name="图片 4" descr="123"/>
          <p:cNvPicPr>
            <a:picLocks noChangeAspect="1"/>
          </p:cNvPicPr>
          <p:nvPr userDrawn="1"/>
        </p:nvPicPr>
        <p:blipFill>
          <a:blip r:embed="rId2"/>
          <a:stretch>
            <a:fillRect/>
          </a:stretch>
        </p:blipFill>
        <p:spPr>
          <a:xfrm>
            <a:off x="1032510" y="608330"/>
            <a:ext cx="5297805" cy="1052830"/>
          </a:xfrm>
          <a:prstGeom prst="rect">
            <a:avLst/>
          </a:prstGeom>
        </p:spPr>
      </p:pic>
    </p:spTree>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18" name="灯片编号占位符 17"/>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页脚占位符 3"/>
          <p:cNvSpPr>
            <a:spLocks noGrp="1"/>
          </p:cNvSpPr>
          <p:nvPr>
            <p:ph type="ftr" sz="quarter" idx="11"/>
          </p:nvPr>
        </p:nvSpPr>
        <p:spPr/>
        <p:txBody>
          <a:body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灯片编号占位符 3"/>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灯片编号占位符 6"/>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FABC47A4-756D-490B-A52F-7D9E2C9FC05F}"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marL="0" marR="0" lvl="0" indent="0" algn="ctr" defTabSz="825500" rtl="0" eaLnBrk="1" fontAlgn="base" latinLnBrk="0" hangingPunct="1">
              <a:lnSpc>
                <a:spcPct val="100000"/>
              </a:lnSpc>
              <a:spcBef>
                <a:spcPct val="0"/>
              </a:spcBef>
              <a:spcAft>
                <a:spcPct val="0"/>
              </a:spcAft>
              <a:buClrTx/>
              <a:buSzTx/>
              <a:buFontTx/>
              <a:buNone/>
              <a:defRPr/>
            </a:pPr>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fld id="{FAEDECE0-B3E3-4E93-9B91-9F10B30F5B07}" type="slidenum">
              <a:rPr kumimoji="0" lang="en-US" altLang="zh-CN" sz="2400" b="0" i="0" u="none" strike="noStrike" kern="1200" cap="none" spc="0" normalizeH="0" baseline="0" noProof="0" smtClean="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fld>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endParaRPr kumimoji="0" lang="zh-CN" altLang="en-US" sz="2400" b="0" i="0" u="none" strike="noStrike" kern="1200" cap="none" spc="0" normalizeH="0" baseline="0" noProof="0" dirty="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endParaRPr>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tx">
  <p:cSld name="Blank with photo">
    <p:bg>
      <p:bgPr>
        <a:solidFill>
          <a:srgbClr val="FFFFFF"/>
        </a:solidFill>
        <a:effectLst/>
      </p:bgPr>
    </p:bg>
    <p:spTree>
      <p:nvGrpSpPr>
        <p:cNvPr id="1" name=""/>
        <p:cNvGrpSpPr/>
        <p:nvPr/>
      </p:nvGrpSpPr>
      <p:grpSpPr>
        <a:xfrm>
          <a:off x="0" y="0"/>
          <a:ext cx="0" cy="0"/>
          <a:chOff x="0" y="0"/>
          <a:chExt cx="0" cy="0"/>
        </a:xfrm>
      </p:grpSpPr>
      <p:sp>
        <p:nvSpPr>
          <p:cNvPr id="2050" name="Линия"/>
          <p:cNvSpPr/>
          <p:nvPr userDrawn="1"/>
        </p:nvSpPr>
        <p:spPr>
          <a:xfrm flipV="1">
            <a:off x="6822313" y="1309370"/>
            <a:ext cx="17549495" cy="635"/>
          </a:xfrm>
          <a:prstGeom prst="line">
            <a:avLst/>
          </a:prstGeom>
          <a:ln w="57150" cap="flat" cmpd="sng">
            <a:solidFill>
              <a:srgbClr val="2F5A9E"/>
            </a:solidFill>
            <a:prstDash val="solid"/>
            <a:miter/>
            <a:headEnd type="none" w="med" len="med"/>
            <a:tailEnd type="none" w="med" len="med"/>
          </a:ln>
        </p:spPr>
      </p:sp>
      <p:sp>
        <p:nvSpPr>
          <p:cNvPr id="6" name="矩形 5"/>
          <p:cNvSpPr/>
          <p:nvPr userDrawn="1"/>
        </p:nvSpPr>
        <p:spPr>
          <a:xfrm>
            <a:off x="-76200" y="12949238"/>
            <a:ext cx="24536400" cy="568325"/>
          </a:xfrm>
          <a:prstGeom prst="rect">
            <a:avLst/>
          </a:prstGeom>
          <a:solidFill>
            <a:srgbClr val="2F5A9E"/>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11" name="矩形 10"/>
          <p:cNvSpPr/>
          <p:nvPr userDrawn="1"/>
        </p:nvSpPr>
        <p:spPr>
          <a:xfrm>
            <a:off x="22721888" y="12949238"/>
            <a:ext cx="1738313" cy="568325"/>
          </a:xfrm>
          <a:prstGeom prst="rect">
            <a:avLst/>
          </a:prstGeom>
          <a:solidFill>
            <a:schemeClr val="accent2">
              <a:lumMod val="60000"/>
              <a:lumOff val="40000"/>
            </a:schemeClr>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4" name="灯片编号占位符 3"/>
          <p:cNvSpPr>
            <a:spLocks noGrp="1"/>
          </p:cNvSpPr>
          <p:nvPr>
            <p:ph type="sldNum" sz="quarter" idx="10"/>
          </p:nvPr>
        </p:nvSpPr>
        <p:spPr>
          <a:xfrm>
            <a:off x="22762277" y="13027152"/>
            <a:ext cx="754758" cy="384721"/>
          </a:xfrm>
          <a:prstGeom prst="rect">
            <a:avLst/>
          </a:prstGeom>
          <a:noFill/>
          <a:ln w="12700">
            <a:noFill/>
          </a:ln>
        </p:spPr>
        <p:txBody>
          <a:bodyPr wrap="none" lIns="38100" tIns="38100" rIns="38100" bIns="38100">
            <a:spAutoFit/>
          </a:bodyPr>
          <a:lstStyle>
            <a:lvl1pPr>
              <a:defRPr b="1">
                <a:solidFill>
                  <a:srgbClr val="FFFFFF"/>
                </a:solidFill>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9A0DB2DC-4C9A-4742-B13C-FB6460FD3503}" type="slidenum">
              <a:rPr kumimoji="0" lang="zh-CN" altLang="en-US" sz="2400" b="1" i="0" u="none" strike="noStrike" kern="1200" cap="none" spc="0" normalizeH="0" baseline="0" noProof="1" smtClean="0">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fld>
            <a:r>
              <a:rPr kumimoji="0" lang="zh-CN" altLang="en-US"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 </a:t>
            </a:r>
            <a:r>
              <a:rPr kumimoji="0" lang="en-US" altLang="zh-CN"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/27</a:t>
            </a:r>
            <a:endParaRPr kumimoji="0" lang="zh-CN" altLang="en-US" sz="2400" b="1" i="0" u="none" strike="noStrike" kern="1200" cap="none" spc="0" normalizeH="0" baseline="0" noProof="1">
              <a:ln>
                <a:noFill/>
              </a:ln>
              <a:solidFill>
                <a:srgbClr val="FFFFFF"/>
              </a:solidFill>
              <a:effectLst/>
              <a:uLnTx/>
              <a:uFillTx/>
              <a:latin typeface="Arial" panose="020B0604020202020204" pitchFamily="34" charset="0"/>
              <a:cs typeface="Open Sans" panose="020B0606030504020204" pitchFamily="34" charset="0"/>
              <a:sym typeface="Open Sans" panose="020B0606030504020204" pitchFamily="34" charset="0"/>
            </a:endParaRPr>
          </a:p>
        </p:txBody>
      </p:sp>
      <p:pic>
        <p:nvPicPr>
          <p:cNvPr id="5" name="图片 4" descr="123"/>
          <p:cNvPicPr>
            <a:picLocks noChangeAspect="1"/>
          </p:cNvPicPr>
          <p:nvPr userDrawn="1"/>
        </p:nvPicPr>
        <p:blipFill>
          <a:blip r:embed="rId2"/>
          <a:stretch>
            <a:fillRect/>
          </a:stretch>
        </p:blipFill>
        <p:spPr>
          <a:xfrm>
            <a:off x="1032510" y="608330"/>
            <a:ext cx="5297805" cy="1052830"/>
          </a:xfrm>
          <a:prstGeom prst="rect">
            <a:avLst/>
          </a:prstGeom>
        </p:spPr>
      </p:pic>
    </p:spTree>
  </p:cSld>
  <p:clrMapOvr>
    <a:masterClrMapping/>
  </p:clrMapOvr>
  <p:transition spd="med"/>
</p:sldLayout>
</file>

<file path=ppt/slideLayouts/slideLayout64.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18" name="灯片编号占位符 17"/>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页脚占位符 3"/>
          <p:cNvSpPr>
            <a:spLocks noGrp="1"/>
          </p:cNvSpPr>
          <p:nvPr>
            <p:ph type="ftr" sz="quarter" idx="11"/>
          </p:nvPr>
        </p:nvSpPr>
        <p:spPr/>
        <p:txBody>
          <a:body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灯片编号占位符 3"/>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灯片编号占位符 6"/>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FABC47A4-756D-490B-A52F-7D9E2C9FC05F}"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marL="0" marR="0" lvl="0" indent="0" algn="ctr" defTabSz="825500" rtl="0" eaLnBrk="1" fontAlgn="base" latinLnBrk="0" hangingPunct="1">
              <a:lnSpc>
                <a:spcPct val="100000"/>
              </a:lnSpc>
              <a:spcBef>
                <a:spcPct val="0"/>
              </a:spcBef>
              <a:spcAft>
                <a:spcPct val="0"/>
              </a:spcAft>
              <a:buClrTx/>
              <a:buSzTx/>
              <a:buFontTx/>
              <a:buNone/>
              <a:defRPr/>
            </a:pPr>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fld id="{FAEDECE0-B3E3-4E93-9B91-9F10B30F5B07}" type="slidenum">
              <a:rPr kumimoji="0" lang="en-US" altLang="zh-CN" sz="2400" b="0" i="0" u="none" strike="noStrike" kern="1200" cap="none" spc="0" normalizeH="0" baseline="0" noProof="0" smtClean="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fld>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endParaRPr kumimoji="0" lang="zh-CN" altLang="en-US" sz="2400" b="0" i="0" u="none" strike="noStrike" kern="1200" cap="none" spc="0" normalizeH="0" baseline="0" noProof="0" dirty="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endParaRPr>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tx">
  <p:cSld name="Blank with photo">
    <p:bg>
      <p:bgPr>
        <a:solidFill>
          <a:srgbClr val="FFFFFF"/>
        </a:solidFill>
        <a:effectLst/>
      </p:bgPr>
    </p:bg>
    <p:spTree>
      <p:nvGrpSpPr>
        <p:cNvPr id="1" name=""/>
        <p:cNvGrpSpPr/>
        <p:nvPr/>
      </p:nvGrpSpPr>
      <p:grpSpPr>
        <a:xfrm>
          <a:off x="0" y="0"/>
          <a:ext cx="0" cy="0"/>
          <a:chOff x="0" y="0"/>
          <a:chExt cx="0" cy="0"/>
        </a:xfrm>
      </p:grpSpPr>
      <p:sp>
        <p:nvSpPr>
          <p:cNvPr id="2050" name="Линия"/>
          <p:cNvSpPr/>
          <p:nvPr userDrawn="1"/>
        </p:nvSpPr>
        <p:spPr>
          <a:xfrm flipV="1">
            <a:off x="6822313" y="1309370"/>
            <a:ext cx="17549495" cy="635"/>
          </a:xfrm>
          <a:prstGeom prst="line">
            <a:avLst/>
          </a:prstGeom>
          <a:ln w="57150" cap="flat" cmpd="sng">
            <a:solidFill>
              <a:srgbClr val="2F5A9E"/>
            </a:solidFill>
            <a:prstDash val="solid"/>
            <a:miter/>
            <a:headEnd type="none" w="med" len="med"/>
            <a:tailEnd type="none" w="med" len="med"/>
          </a:ln>
        </p:spPr>
      </p:sp>
      <p:sp>
        <p:nvSpPr>
          <p:cNvPr id="6" name="矩形 5"/>
          <p:cNvSpPr/>
          <p:nvPr userDrawn="1"/>
        </p:nvSpPr>
        <p:spPr>
          <a:xfrm>
            <a:off x="-76200" y="12949238"/>
            <a:ext cx="24536400" cy="568325"/>
          </a:xfrm>
          <a:prstGeom prst="rect">
            <a:avLst/>
          </a:prstGeom>
          <a:solidFill>
            <a:srgbClr val="2F5A9E"/>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11" name="矩形 10"/>
          <p:cNvSpPr/>
          <p:nvPr userDrawn="1"/>
        </p:nvSpPr>
        <p:spPr>
          <a:xfrm>
            <a:off x="22721888" y="12949238"/>
            <a:ext cx="1738313" cy="568325"/>
          </a:xfrm>
          <a:prstGeom prst="rect">
            <a:avLst/>
          </a:prstGeom>
          <a:solidFill>
            <a:schemeClr val="accent2">
              <a:lumMod val="60000"/>
              <a:lumOff val="40000"/>
            </a:schemeClr>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4" name="灯片编号占位符 3"/>
          <p:cNvSpPr>
            <a:spLocks noGrp="1"/>
          </p:cNvSpPr>
          <p:nvPr>
            <p:ph type="sldNum" sz="quarter" idx="10"/>
          </p:nvPr>
        </p:nvSpPr>
        <p:spPr>
          <a:xfrm>
            <a:off x="22762277" y="13027152"/>
            <a:ext cx="754758" cy="384721"/>
          </a:xfrm>
          <a:prstGeom prst="rect">
            <a:avLst/>
          </a:prstGeom>
          <a:noFill/>
          <a:ln w="12700">
            <a:noFill/>
          </a:ln>
        </p:spPr>
        <p:txBody>
          <a:bodyPr wrap="none" lIns="38100" tIns="38100" rIns="38100" bIns="38100">
            <a:spAutoFit/>
          </a:bodyPr>
          <a:lstStyle>
            <a:lvl1pPr>
              <a:defRPr b="1">
                <a:solidFill>
                  <a:srgbClr val="FFFFFF"/>
                </a:solidFill>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9A0DB2DC-4C9A-4742-B13C-FB6460FD3503}" type="slidenum">
              <a:rPr kumimoji="0" lang="zh-CN" altLang="en-US" sz="2400" b="1" i="0" u="none" strike="noStrike" kern="1200" cap="none" spc="0" normalizeH="0" baseline="0" noProof="1" smtClean="0">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fld>
            <a:r>
              <a:rPr kumimoji="0" lang="zh-CN" altLang="en-US"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 </a:t>
            </a:r>
            <a:r>
              <a:rPr kumimoji="0" lang="en-US" altLang="zh-CN"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/27</a:t>
            </a:r>
            <a:endParaRPr kumimoji="0" lang="zh-CN" altLang="en-US" sz="2400" b="1" i="0" u="none" strike="noStrike" kern="1200" cap="none" spc="0" normalizeH="0" baseline="0" noProof="1">
              <a:ln>
                <a:noFill/>
              </a:ln>
              <a:solidFill>
                <a:srgbClr val="FFFFFF"/>
              </a:solidFill>
              <a:effectLst/>
              <a:uLnTx/>
              <a:uFillTx/>
              <a:latin typeface="Arial" panose="020B0604020202020204" pitchFamily="34" charset="0"/>
              <a:cs typeface="Open Sans" panose="020B0606030504020204" pitchFamily="34" charset="0"/>
              <a:sym typeface="Open Sans" panose="020B0606030504020204" pitchFamily="34" charset="0"/>
            </a:endParaRPr>
          </a:p>
        </p:txBody>
      </p:sp>
      <p:pic>
        <p:nvPicPr>
          <p:cNvPr id="5" name="图片 4" descr="123"/>
          <p:cNvPicPr>
            <a:picLocks noChangeAspect="1"/>
          </p:cNvPicPr>
          <p:nvPr userDrawn="1"/>
        </p:nvPicPr>
        <p:blipFill>
          <a:blip r:embed="rId2"/>
          <a:stretch>
            <a:fillRect/>
          </a:stretch>
        </p:blipFill>
        <p:spPr>
          <a:xfrm>
            <a:off x="1032510" y="608330"/>
            <a:ext cx="5297805" cy="1052830"/>
          </a:xfrm>
          <a:prstGeom prst="rect">
            <a:avLst/>
          </a:prstGeom>
        </p:spPr>
      </p:pic>
    </p:spTree>
  </p:cSld>
  <p:clrMapOvr>
    <a:masterClrMapping/>
  </p:clrMapOvr>
  <p:transition spd="med"/>
</p:sldLayout>
</file>

<file path=ppt/slideLayouts/slideLayout75.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5" y="4617763"/>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18" name="灯片编号占位符 17"/>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dirty="0">
              <a:solidFill>
                <a:prstClr val="black">
                  <a:tint val="75000"/>
                </a:prstClr>
              </a:solidFill>
              <a:ea typeface="微软雅黑" panose="020B0503020204020204" pitchFamily="34" charset="-122"/>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4" name="页脚占位符 3"/>
          <p:cNvSpPr>
            <a:spLocks noGrp="1"/>
          </p:cNvSpPr>
          <p:nvPr>
            <p:ph type="ftr" sz="quarter" idx="11"/>
          </p:nvPr>
        </p:nvSpPr>
        <p:spPr/>
        <p:txBody>
          <a:body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5" name="灯片编号占位符 4"/>
          <p:cNvSpPr>
            <a:spLocks noGrp="1"/>
          </p:cNvSpPr>
          <p:nvPr>
            <p:ph type="sldNum" sz="quarter" idx="12"/>
          </p:nvPr>
        </p:nvSpPr>
        <p:spPr/>
        <p:txBody>
          <a:body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dirty="0">
              <a:solidFill>
                <a:prstClr val="black">
                  <a:tint val="75000"/>
                </a:prstClr>
              </a:solidFill>
              <a:ea typeface="微软雅黑" panose="020B0503020204020204" pitchFamily="34" charset="-122"/>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5"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6" name="灯片编号占位符 5"/>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7" name="文本占位符 6"/>
          <p:cNvSpPr>
            <a:spLocks noGrp="1"/>
          </p:cNvSpPr>
          <p:nvPr>
            <p:ph type="body" idx="1" hasCustomPrompt="1"/>
          </p:nvPr>
        </p:nvSpPr>
        <p:spPr>
          <a:xfrm>
            <a:off x="1339850" y="3016251"/>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4" name="灯片编号占位符 3"/>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1"/>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1"/>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7" name="灯片编号占位符 6"/>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FABC47A4-756D-490B-A52F-7D9E2C9FC05F}"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9" name="标题 8"/>
          <p:cNvSpPr>
            <a:spLocks noGrp="1"/>
          </p:cNvSpPr>
          <p:nvPr>
            <p:ph type="title" hasCustomPrompt="1"/>
          </p:nvPr>
        </p:nvSpPr>
        <p:spPr>
          <a:xfrm>
            <a:off x="1339850" y="11210291"/>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1"/>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6" name="灯片编号占位符 5"/>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7" name="内容占位符 6"/>
          <p:cNvSpPr>
            <a:spLocks noGrp="1"/>
          </p:cNvSpPr>
          <p:nvPr>
            <p:ph idx="1" hasCustomPrompt="1"/>
          </p:nvPr>
        </p:nvSpPr>
        <p:spPr>
          <a:xfrm>
            <a:off x="1"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5" name="灯片编号占位符 4"/>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5" name="灯片编号占位符 4"/>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2" name="标题 1"/>
          <p:cNvSpPr>
            <a:spLocks noGrp="1"/>
          </p:cNvSpPr>
          <p:nvPr>
            <p:ph type="title" hasCustomPrompt="1"/>
          </p:nvPr>
        </p:nvSpPr>
        <p:spPr>
          <a:xfrm>
            <a:off x="1339765" y="1247183"/>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7" y="13192235"/>
            <a:ext cx="1464946" cy="323166"/>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defTabSz="1828800" fontAlgn="auto">
              <a:spcBef>
                <a:spcPts val="0"/>
              </a:spcBef>
              <a:spcAft>
                <a:spcPts val="0"/>
              </a:spcAft>
              <a:defRPr/>
            </a:pPr>
            <a:r>
              <a:rPr lang="en-US" altLang="zh-CN">
                <a:solidFill>
                  <a:prstClr val="white"/>
                </a:solidFill>
                <a:ea typeface="微软雅黑" panose="020B0503020204020204" pitchFamily="34" charset="-122"/>
              </a:rPr>
              <a:t>-</a:t>
            </a:r>
            <a:fld id="{FAEDECE0-B3E3-4E93-9B91-9F10B30F5B07}" type="slidenum">
              <a:rPr lang="en-US" altLang="zh-CN" smtClean="0">
                <a:solidFill>
                  <a:prstClr val="white"/>
                </a:solidFill>
                <a:ea typeface="微软雅黑" panose="020B0503020204020204" pitchFamily="34" charset="-122"/>
              </a:rPr>
            </a:fld>
            <a:r>
              <a:rPr lang="en-US" altLang="zh-CN">
                <a:solidFill>
                  <a:prstClr val="white"/>
                </a:solidFill>
                <a:ea typeface="微软雅黑" panose="020B0503020204020204" pitchFamily="34" charset="-122"/>
              </a:rPr>
              <a:t>-</a:t>
            </a:r>
            <a:endParaRPr lang="zh-CN" altLang="en-US" dirty="0">
              <a:solidFill>
                <a:prstClr val="white"/>
              </a:solidFill>
              <a:ea typeface="微软雅黑" panose="020B0503020204020204" pitchFamily="34" charset="-122"/>
            </a:endParaRPr>
          </a:p>
        </p:txBody>
      </p:sp>
      <p:sp>
        <p:nvSpPr>
          <p:cNvPr id="7" name="文本框 6"/>
          <p:cNvSpPr txBox="1"/>
          <p:nvPr userDrawn="1"/>
        </p:nvSpPr>
        <p:spPr>
          <a:xfrm>
            <a:off x="19842085" y="13153762"/>
            <a:ext cx="5068390" cy="4001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5" name="灯片编号占位符 4"/>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dirty="0">
              <a:solidFill>
                <a:prstClr val="black">
                  <a:tint val="75000"/>
                </a:prstClr>
              </a:solidFill>
              <a:ea typeface="微软雅黑" panose="020B0503020204020204" pitchFamily="34" charset="-122"/>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5" y="4617763"/>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18" name="灯片编号占位符 17"/>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dirty="0">
              <a:solidFill>
                <a:prstClr val="black">
                  <a:tint val="75000"/>
                </a:prstClr>
              </a:solidFill>
              <a:ea typeface="微软雅黑" panose="020B0503020204020204" pitchFamily="34" charset="-122"/>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4" name="页脚占位符 3"/>
          <p:cNvSpPr>
            <a:spLocks noGrp="1"/>
          </p:cNvSpPr>
          <p:nvPr>
            <p:ph type="ftr" sz="quarter" idx="11"/>
          </p:nvPr>
        </p:nvSpPr>
        <p:spPr/>
        <p:txBody>
          <a:body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5" name="灯片编号占位符 4"/>
          <p:cNvSpPr>
            <a:spLocks noGrp="1"/>
          </p:cNvSpPr>
          <p:nvPr>
            <p:ph type="sldNum" sz="quarter" idx="12"/>
          </p:nvPr>
        </p:nvSpPr>
        <p:spPr/>
        <p:txBody>
          <a:body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dirty="0">
              <a:solidFill>
                <a:prstClr val="black">
                  <a:tint val="75000"/>
                </a:prstClr>
              </a:solidFill>
              <a:ea typeface="微软雅黑" panose="020B0503020204020204" pitchFamily="34" charset="-122"/>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5"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6" name="灯片编号占位符 5"/>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7" name="文本占位符 6"/>
          <p:cNvSpPr>
            <a:spLocks noGrp="1"/>
          </p:cNvSpPr>
          <p:nvPr>
            <p:ph type="body" idx="1" hasCustomPrompt="1"/>
          </p:nvPr>
        </p:nvSpPr>
        <p:spPr>
          <a:xfrm>
            <a:off x="1339850" y="3016251"/>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4" name="灯片编号占位符 3"/>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1"/>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1"/>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7" name="灯片编号占位符 6"/>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FABC47A4-756D-490B-A52F-7D9E2C9FC05F}"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9" name="标题 8"/>
          <p:cNvSpPr>
            <a:spLocks noGrp="1"/>
          </p:cNvSpPr>
          <p:nvPr>
            <p:ph type="title" hasCustomPrompt="1"/>
          </p:nvPr>
        </p:nvSpPr>
        <p:spPr>
          <a:xfrm>
            <a:off x="1339850" y="11210291"/>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1"/>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6" name="灯片编号占位符 5"/>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7" name="内容占位符 6"/>
          <p:cNvSpPr>
            <a:spLocks noGrp="1"/>
          </p:cNvSpPr>
          <p:nvPr>
            <p:ph idx="1" hasCustomPrompt="1"/>
          </p:nvPr>
        </p:nvSpPr>
        <p:spPr>
          <a:xfrm>
            <a:off x="1"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5" name="灯片编号占位符 4"/>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5" name="灯片编号占位符 4"/>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a:solidFill>
                <a:prstClr val="black">
                  <a:tint val="75000"/>
                </a:prstClr>
              </a:solidFill>
              <a:ea typeface="微软雅黑" panose="020B0503020204020204" pitchFamily="34" charset="-122"/>
            </a:endParaRPr>
          </a:p>
        </p:txBody>
      </p:sp>
      <p:sp>
        <p:nvSpPr>
          <p:cNvPr id="2" name="标题 1"/>
          <p:cNvSpPr>
            <a:spLocks noGrp="1"/>
          </p:cNvSpPr>
          <p:nvPr>
            <p:ph type="title" hasCustomPrompt="1"/>
          </p:nvPr>
        </p:nvSpPr>
        <p:spPr>
          <a:xfrm>
            <a:off x="1339765" y="1247183"/>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7" y="13192235"/>
            <a:ext cx="1464946" cy="323166"/>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defTabSz="1828800" fontAlgn="auto">
              <a:spcBef>
                <a:spcPts val="0"/>
              </a:spcBef>
              <a:spcAft>
                <a:spcPts val="0"/>
              </a:spcAft>
              <a:defRPr/>
            </a:pPr>
            <a:r>
              <a:rPr lang="en-US" altLang="zh-CN">
                <a:solidFill>
                  <a:prstClr val="white"/>
                </a:solidFill>
                <a:ea typeface="微软雅黑" panose="020B0503020204020204" pitchFamily="34" charset="-122"/>
              </a:rPr>
              <a:t>-</a:t>
            </a:r>
            <a:fld id="{FAEDECE0-B3E3-4E93-9B91-9F10B30F5B07}" type="slidenum">
              <a:rPr lang="en-US" altLang="zh-CN" smtClean="0">
                <a:solidFill>
                  <a:prstClr val="white"/>
                </a:solidFill>
                <a:ea typeface="微软雅黑" panose="020B0503020204020204" pitchFamily="34" charset="-122"/>
              </a:rPr>
            </a:fld>
            <a:r>
              <a:rPr lang="en-US" altLang="zh-CN">
                <a:solidFill>
                  <a:prstClr val="white"/>
                </a:solidFill>
                <a:ea typeface="微软雅黑" panose="020B0503020204020204" pitchFamily="34" charset="-122"/>
              </a:rPr>
              <a:t>-</a:t>
            </a:r>
            <a:endParaRPr lang="zh-CN" altLang="en-US" dirty="0">
              <a:solidFill>
                <a:prstClr val="white"/>
              </a:solidFill>
              <a:ea typeface="微软雅黑" panose="020B0503020204020204" pitchFamily="34" charset="-122"/>
            </a:endParaRPr>
          </a:p>
        </p:txBody>
      </p:sp>
      <p:sp>
        <p:nvSpPr>
          <p:cNvPr id="7" name="文本框 6"/>
          <p:cNvSpPr txBox="1"/>
          <p:nvPr userDrawn="1"/>
        </p:nvSpPr>
        <p:spPr>
          <a:xfrm>
            <a:off x="19842085" y="13153762"/>
            <a:ext cx="5068390" cy="4001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5" name="灯片编号占位符 4"/>
          <p:cNvSpPr>
            <a:spLocks noGrp="1"/>
          </p:cNvSpPr>
          <p:nvPr>
            <p:ph type="sldNum" sz="quarter" idx="12"/>
          </p:nvPr>
        </p:nvSpPr>
        <p:spPr/>
        <p:txBody>
          <a:bodyPr/>
          <a:lstStyle>
            <a:lvl1pPr>
              <a:defRPr>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dirty="0">
              <a:solidFill>
                <a:prstClr val="black">
                  <a:tint val="75000"/>
                </a:prstClr>
              </a:solidFill>
              <a:ea typeface="微软雅黑" panose="020B0503020204020204" pitchFamily="34" charset="-122"/>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18" name="灯片编号占位符 17"/>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页脚占位符 3"/>
          <p:cNvSpPr>
            <a:spLocks noGrp="1"/>
          </p:cNvSpPr>
          <p:nvPr>
            <p:ph type="ftr" sz="quarter" idx="11"/>
          </p:nvPr>
        </p:nvSpPr>
        <p:spPr/>
        <p:txBody>
          <a:body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灯片编号占位符 3"/>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灯片编号占位符 6"/>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FABC47A4-756D-490B-A52F-7D9E2C9FC05F}"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marL="0" marR="0" lvl="0" indent="0" algn="ctr" defTabSz="825500" rtl="0" eaLnBrk="1" fontAlgn="base" latinLnBrk="0" hangingPunct="1">
              <a:lnSpc>
                <a:spcPct val="100000"/>
              </a:lnSpc>
              <a:spcBef>
                <a:spcPct val="0"/>
              </a:spcBef>
              <a:spcAft>
                <a:spcPct val="0"/>
              </a:spcAft>
              <a:buClrTx/>
              <a:buSzTx/>
              <a:buFontTx/>
              <a:buNone/>
              <a:defRPr/>
            </a:pPr>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fld id="{FAEDECE0-B3E3-4E93-9B91-9F10B30F5B07}" type="slidenum">
              <a:rPr kumimoji="0" lang="en-US" altLang="zh-CN" sz="2400" b="0" i="0" u="none" strike="noStrike" kern="1200" cap="none" spc="0" normalizeH="0" baseline="0" noProof="0" smtClean="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fld>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endParaRPr kumimoji="0" lang="zh-CN" altLang="en-US" sz="2400" b="0" i="0" u="none" strike="noStrike" kern="1200" cap="none" spc="0" normalizeH="0" baseline="0" noProof="0" dirty="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endParaRPr>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x">
  <p:cSld name="Blank with photo">
    <p:bg>
      <p:bgPr>
        <a:solidFill>
          <a:srgbClr val="FFFFFF"/>
        </a:solidFill>
        <a:effectLst/>
      </p:bgPr>
    </p:bg>
    <p:spTree>
      <p:nvGrpSpPr>
        <p:cNvPr id="1" name=""/>
        <p:cNvGrpSpPr/>
        <p:nvPr/>
      </p:nvGrpSpPr>
      <p:grpSpPr>
        <a:xfrm>
          <a:off x="0" y="0"/>
          <a:ext cx="0" cy="0"/>
          <a:chOff x="0" y="0"/>
          <a:chExt cx="0" cy="0"/>
        </a:xfrm>
      </p:grpSpPr>
      <p:sp>
        <p:nvSpPr>
          <p:cNvPr id="2050" name="Линия"/>
          <p:cNvSpPr/>
          <p:nvPr/>
        </p:nvSpPr>
        <p:spPr>
          <a:xfrm flipV="1">
            <a:off x="6986905" y="1310004"/>
            <a:ext cx="17397095" cy="0"/>
          </a:xfrm>
          <a:prstGeom prst="line">
            <a:avLst/>
          </a:prstGeom>
          <a:ln w="57150" cap="flat" cmpd="sng">
            <a:solidFill>
              <a:srgbClr val="2F5A9E"/>
            </a:solidFill>
            <a:prstDash val="solid"/>
            <a:miter/>
            <a:headEnd type="none" w="med" len="med"/>
            <a:tailEnd type="none" w="med" len="med"/>
          </a:ln>
        </p:spPr>
      </p:sp>
      <p:sp>
        <p:nvSpPr>
          <p:cNvPr id="6" name="矩形 5"/>
          <p:cNvSpPr/>
          <p:nvPr/>
        </p:nvSpPr>
        <p:spPr>
          <a:xfrm>
            <a:off x="0" y="12949238"/>
            <a:ext cx="24384000" cy="568325"/>
          </a:xfrm>
          <a:prstGeom prst="rect">
            <a:avLst/>
          </a:prstGeom>
          <a:solidFill>
            <a:srgbClr val="2F5A9E"/>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11" name="矩形 10"/>
          <p:cNvSpPr/>
          <p:nvPr/>
        </p:nvSpPr>
        <p:spPr>
          <a:xfrm>
            <a:off x="22721889" y="12949238"/>
            <a:ext cx="1662112" cy="568325"/>
          </a:xfrm>
          <a:prstGeom prst="rect">
            <a:avLst/>
          </a:prstGeom>
          <a:solidFill>
            <a:schemeClr val="accent2">
              <a:lumMod val="60000"/>
              <a:lumOff val="40000"/>
            </a:schemeClr>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pic>
        <p:nvPicPr>
          <p:cNvPr id="5" name="图片 4" descr="123"/>
          <p:cNvPicPr>
            <a:picLocks noChangeAspect="1"/>
          </p:cNvPicPr>
          <p:nvPr/>
        </p:nvPicPr>
        <p:blipFill>
          <a:blip r:embed="rId2"/>
          <a:stretch>
            <a:fillRect/>
          </a:stretch>
        </p:blipFill>
        <p:spPr>
          <a:xfrm>
            <a:off x="1032510" y="608330"/>
            <a:ext cx="5297805" cy="1052830"/>
          </a:xfrm>
          <a:prstGeom prst="rect">
            <a:avLst/>
          </a:prstGeom>
        </p:spPr>
      </p:pic>
    </p:spTree>
  </p:cSld>
  <p:clrMapOvr>
    <a:masterClrMapping/>
  </p:clrMapOvr>
  <p:transition spd="med"/>
</p:sldLayout>
</file>

<file path=ppt/slideLayouts/slideLayout106.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18" name="灯片编号占位符 17"/>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页脚占位符 3"/>
          <p:cNvSpPr>
            <a:spLocks noGrp="1"/>
          </p:cNvSpPr>
          <p:nvPr>
            <p:ph type="ftr" sz="quarter" idx="11"/>
          </p:nvPr>
        </p:nvSpPr>
        <p:spPr/>
        <p:txBody>
          <a:body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灯片编号占位符 3"/>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灯片编号占位符 6"/>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FABC47A4-756D-490B-A52F-7D9E2C9FC05F}"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marL="0" marR="0" lvl="0" indent="0" algn="ctr" defTabSz="825500" rtl="0" eaLnBrk="1" fontAlgn="base" latinLnBrk="0" hangingPunct="1">
              <a:lnSpc>
                <a:spcPct val="100000"/>
              </a:lnSpc>
              <a:spcBef>
                <a:spcPct val="0"/>
              </a:spcBef>
              <a:spcAft>
                <a:spcPct val="0"/>
              </a:spcAft>
              <a:buClrTx/>
              <a:buSzTx/>
              <a:buFontTx/>
              <a:buNone/>
              <a:defRPr/>
            </a:pPr>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fld id="{FAEDECE0-B3E3-4E93-9B91-9F10B30F5B07}" type="slidenum">
              <a:rPr kumimoji="0" lang="en-US" altLang="zh-CN" sz="2400" b="0" i="0" u="none" strike="noStrike" kern="1200" cap="none" spc="0" normalizeH="0" baseline="0" noProof="0" smtClean="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fld>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endParaRPr kumimoji="0" lang="zh-CN" altLang="en-US" sz="2400" b="0" i="0" u="none" strike="noStrike" kern="1200" cap="none" spc="0" normalizeH="0" baseline="0" noProof="0" dirty="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endParaRPr>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tx">
  <p:cSld name="Blank with photo">
    <p:bg>
      <p:bgPr>
        <a:solidFill>
          <a:srgbClr val="FFFFFF"/>
        </a:solidFill>
        <a:effectLst/>
      </p:bgPr>
    </p:bg>
    <p:spTree>
      <p:nvGrpSpPr>
        <p:cNvPr id="1" name=""/>
        <p:cNvGrpSpPr/>
        <p:nvPr/>
      </p:nvGrpSpPr>
      <p:grpSpPr>
        <a:xfrm>
          <a:off x="0" y="0"/>
          <a:ext cx="0" cy="0"/>
          <a:chOff x="0" y="0"/>
          <a:chExt cx="0" cy="0"/>
        </a:xfrm>
      </p:grpSpPr>
      <p:sp>
        <p:nvSpPr>
          <p:cNvPr id="2050" name="Линия"/>
          <p:cNvSpPr/>
          <p:nvPr/>
        </p:nvSpPr>
        <p:spPr>
          <a:xfrm flipV="1">
            <a:off x="6986905" y="1310004"/>
            <a:ext cx="17397095" cy="0"/>
          </a:xfrm>
          <a:prstGeom prst="line">
            <a:avLst/>
          </a:prstGeom>
          <a:ln w="57150" cap="flat" cmpd="sng">
            <a:solidFill>
              <a:srgbClr val="2F5A9E"/>
            </a:solidFill>
            <a:prstDash val="solid"/>
            <a:miter/>
            <a:headEnd type="none" w="med" len="med"/>
            <a:tailEnd type="none" w="med" len="med"/>
          </a:ln>
        </p:spPr>
      </p:sp>
      <p:sp>
        <p:nvSpPr>
          <p:cNvPr id="6" name="矩形 5"/>
          <p:cNvSpPr/>
          <p:nvPr/>
        </p:nvSpPr>
        <p:spPr>
          <a:xfrm>
            <a:off x="0" y="12949238"/>
            <a:ext cx="24384000" cy="568325"/>
          </a:xfrm>
          <a:prstGeom prst="rect">
            <a:avLst/>
          </a:prstGeom>
          <a:solidFill>
            <a:srgbClr val="2F5A9E"/>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11" name="矩形 10"/>
          <p:cNvSpPr/>
          <p:nvPr/>
        </p:nvSpPr>
        <p:spPr>
          <a:xfrm>
            <a:off x="22721889" y="12949238"/>
            <a:ext cx="1662112" cy="568325"/>
          </a:xfrm>
          <a:prstGeom prst="rect">
            <a:avLst/>
          </a:prstGeom>
          <a:solidFill>
            <a:schemeClr val="accent2">
              <a:lumMod val="60000"/>
              <a:lumOff val="40000"/>
            </a:schemeClr>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pic>
        <p:nvPicPr>
          <p:cNvPr id="5" name="图片 4" descr="123"/>
          <p:cNvPicPr>
            <a:picLocks noChangeAspect="1"/>
          </p:cNvPicPr>
          <p:nvPr/>
        </p:nvPicPr>
        <p:blipFill>
          <a:blip r:embed="rId2"/>
          <a:stretch>
            <a:fillRect/>
          </a:stretch>
        </p:blipFill>
        <p:spPr>
          <a:xfrm>
            <a:off x="1032510" y="608330"/>
            <a:ext cx="5297805" cy="1052830"/>
          </a:xfrm>
          <a:prstGeom prst="rect">
            <a:avLst/>
          </a:prstGeom>
        </p:spPr>
      </p:pic>
    </p:spTree>
  </p:cSld>
  <p:clrMapOvr>
    <a:masterClrMapping/>
  </p:clrMapOvr>
  <p:transition spd="med"/>
</p:sldLayout>
</file>

<file path=ppt/slideLayouts/slideLayout117.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18" name="灯片编号占位符 17"/>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页脚占位符 3"/>
          <p:cNvSpPr>
            <a:spLocks noGrp="1"/>
          </p:cNvSpPr>
          <p:nvPr>
            <p:ph type="ftr" sz="quarter" idx="11"/>
          </p:nvPr>
        </p:nvSpPr>
        <p:spPr/>
        <p:txBody>
          <a:body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4" name="灯片编号占位符 3"/>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灯片编号占位符 6"/>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FABC47A4-756D-490B-A52F-7D9E2C9FC05F}"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marL="0" marR="0" lvl="0" indent="0" algn="ctr" defTabSz="825500" rtl="0" eaLnBrk="1" fontAlgn="base" latinLnBrk="0" hangingPunct="1">
              <a:lnSpc>
                <a:spcPct val="100000"/>
              </a:lnSpc>
              <a:spcBef>
                <a:spcPct val="0"/>
              </a:spcBef>
              <a:spcAft>
                <a:spcPct val="0"/>
              </a:spcAft>
              <a:buClrTx/>
              <a:buSzTx/>
              <a:buFontTx/>
              <a:buNone/>
              <a:defRPr/>
            </a:pPr>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fld id="{FAEDECE0-B3E3-4E93-9B91-9F10B30F5B07}" type="slidenum">
              <a:rPr kumimoji="0" lang="en-US" altLang="zh-CN" sz="2400" b="0" i="0" u="none" strike="noStrike" kern="1200" cap="none" spc="0" normalizeH="0" baseline="0" noProof="0" smtClean="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fld>
            <a:r>
              <a:rPr kumimoji="0" lang="en-US" altLang="zh-CN" sz="2400" b="0" i="0" u="none" strike="noStrike" kern="1200" cap="none" spc="0" normalizeH="0" baseline="0" noProof="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rPr>
              <a:t>-</a:t>
            </a:r>
            <a:endParaRPr kumimoji="0" lang="zh-CN" altLang="en-US" sz="2400" b="0" i="0" u="none" strike="noStrike" kern="1200" cap="none" spc="0" normalizeH="0" baseline="0" noProof="0" dirty="0">
              <a:ln>
                <a:noFill/>
              </a:ln>
              <a:solidFill>
                <a:prstClr val="white"/>
              </a:solidFill>
              <a:effectLst/>
              <a:uLnTx/>
              <a:uFillTx/>
              <a:latin typeface="Arial" panose="020B0604020202020204" pitchFamily="34" charset="0"/>
              <a:cs typeface="Arial" panose="020B0604020202020204" pitchFamily="34" charset="0"/>
              <a:sym typeface="Arial" panose="020B0604020202020204" pitchFamily="34" charset="0"/>
            </a:endParaRPr>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lvl="0" indent="0" algn="ctr" defTabSz="825500" rtl="0" eaLnBrk="1" fontAlgn="auto" latinLnBrk="0" hangingPunct="0">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cxnSp>
        <p:nvCxnSpPr>
          <p:cNvPr id="9" name="直线连接符 3"/>
          <p:cNvCxnSpPr/>
          <p:nvPr userDrawn="1"/>
        </p:nvCxnSpPr>
        <p:spPr>
          <a:xfrm>
            <a:off x="6540062" y="1830047"/>
            <a:ext cx="17130242" cy="0"/>
          </a:xfrm>
          <a:prstGeom prst="line">
            <a:avLst/>
          </a:prstGeom>
          <a:noFill/>
          <a:ln w="25400" cap="flat">
            <a:solidFill>
              <a:schemeClr val="bg1">
                <a:lumMod val="85000"/>
              </a:schemeClr>
            </a:solidFill>
            <a:prstDash val="solid"/>
            <a:miter lim="800000"/>
          </a:ln>
        </p:spPr>
        <p:style>
          <a:lnRef idx="0">
            <a:scrgbClr r="0" g="0" b="0"/>
          </a:lnRef>
          <a:fillRef idx="0">
            <a:scrgbClr r="0" g="0" b="0"/>
          </a:fillRef>
          <a:effectRef idx="0">
            <a:scrgbClr r="0" g="0" b="0"/>
          </a:effectRef>
          <a:fontRef idx="none"/>
        </p:style>
      </p:cxn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灯片编号占位符 4"/>
          <p:cNvSpPr>
            <a:spLocks noGrp="1"/>
          </p:cNvSpPr>
          <p:nvPr>
            <p:ph type="sldNum" sz="quarter" idx="12"/>
          </p:nvPr>
        </p:nvSpPr>
        <p:spPr/>
        <p:txBody>
          <a:bodyPr/>
          <a:lstStyle>
            <a:lvl1pPr>
              <a:defRPr>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tx">
  <p:cSld name="Blank with photo">
    <p:bg>
      <p:bgPr>
        <a:solidFill>
          <a:srgbClr val="FFFFFF"/>
        </a:solidFill>
        <a:effectLst/>
      </p:bgPr>
    </p:bg>
    <p:spTree>
      <p:nvGrpSpPr>
        <p:cNvPr id="1" name=""/>
        <p:cNvGrpSpPr/>
        <p:nvPr/>
      </p:nvGrpSpPr>
      <p:grpSpPr>
        <a:xfrm>
          <a:off x="0" y="0"/>
          <a:ext cx="0" cy="0"/>
          <a:chOff x="0" y="0"/>
          <a:chExt cx="0" cy="0"/>
        </a:xfrm>
      </p:grpSpPr>
      <p:sp>
        <p:nvSpPr>
          <p:cNvPr id="2050" name="Линия"/>
          <p:cNvSpPr/>
          <p:nvPr/>
        </p:nvSpPr>
        <p:spPr>
          <a:xfrm flipV="1">
            <a:off x="6986905" y="1310004"/>
            <a:ext cx="17397095" cy="0"/>
          </a:xfrm>
          <a:prstGeom prst="line">
            <a:avLst/>
          </a:prstGeom>
          <a:ln w="57150" cap="flat" cmpd="sng">
            <a:solidFill>
              <a:srgbClr val="2F5A9E"/>
            </a:solidFill>
            <a:prstDash val="solid"/>
            <a:miter/>
            <a:headEnd type="none" w="med" len="med"/>
            <a:tailEnd type="none" w="med" len="med"/>
          </a:ln>
        </p:spPr>
      </p:sp>
      <p:sp>
        <p:nvSpPr>
          <p:cNvPr id="6" name="矩形 5"/>
          <p:cNvSpPr/>
          <p:nvPr/>
        </p:nvSpPr>
        <p:spPr>
          <a:xfrm>
            <a:off x="0" y="12949238"/>
            <a:ext cx="24384000" cy="568325"/>
          </a:xfrm>
          <a:prstGeom prst="rect">
            <a:avLst/>
          </a:prstGeom>
          <a:solidFill>
            <a:srgbClr val="2F5A9E"/>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11" name="矩形 10"/>
          <p:cNvSpPr/>
          <p:nvPr/>
        </p:nvSpPr>
        <p:spPr>
          <a:xfrm>
            <a:off x="22721889" y="12949238"/>
            <a:ext cx="1662112" cy="568325"/>
          </a:xfrm>
          <a:prstGeom prst="rect">
            <a:avLst/>
          </a:prstGeom>
          <a:solidFill>
            <a:schemeClr val="accent2">
              <a:lumMod val="60000"/>
              <a:lumOff val="40000"/>
            </a:schemeClr>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pic>
        <p:nvPicPr>
          <p:cNvPr id="5" name="图片 4" descr="123"/>
          <p:cNvPicPr>
            <a:picLocks noChangeAspect="1"/>
          </p:cNvPicPr>
          <p:nvPr/>
        </p:nvPicPr>
        <p:blipFill>
          <a:blip r:embed="rId2"/>
          <a:stretch>
            <a:fillRect/>
          </a:stretch>
        </p:blipFill>
        <p:spPr>
          <a:xfrm>
            <a:off x="1032510" y="608330"/>
            <a:ext cx="5297805" cy="1052830"/>
          </a:xfrm>
          <a:prstGeom prst="rect">
            <a:avLst/>
          </a:prstGeom>
        </p:spPr>
      </p:pic>
    </p:spTree>
  </p:cSld>
  <p:clrMapOvr>
    <a:masterClrMapping/>
  </p:clrMapOvr>
  <p:transition spd="med"/>
</p:sldLayout>
</file>

<file path=ppt/slideLayouts/slideLayout128.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4" y="4617762"/>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dirty="0"/>
              <a:t>单击此处编辑标题</a:t>
            </a:r>
            <a:endParaRPr lang="zh-CN" altLang="en-US" dirty="0"/>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dirty="0"/>
              <a:t>单击此处编辑副标题</a:t>
            </a:r>
            <a:endParaRPr lang="zh-CN" altLang="en-US" dirty="0"/>
          </a:p>
        </p:txBody>
      </p:sp>
      <p:sp>
        <p:nvSpPr>
          <p:cNvPr id="17" name="页脚占位符 16"/>
          <p:cNvSpPr>
            <a:spLocks noGrp="1"/>
          </p:cNvSpPr>
          <p:nvPr>
            <p:ph type="ftr" sz="quarter" idx="11"/>
          </p:nvPr>
        </p:nvSpPr>
        <p:spPr/>
        <p:txBody>
          <a:bodyPr/>
          <a:lstStyle>
            <a:lvl1pPr>
              <a:defRPr>
                <a:latin typeface="+mn-ea"/>
              </a:defRPr>
            </a:lvl1pPr>
          </a:lstStyle>
          <a:p>
            <a:endParaRPr lang="zh-CN" altLang="en-US" dirty="0"/>
          </a:p>
        </p:txBody>
      </p:sp>
      <p:sp>
        <p:nvSpPr>
          <p:cNvPr id="18" name="灯片编号占位符 17"/>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endParaRPr lang="zh-CN" altLang="en-US"/>
          </a:p>
        </p:txBody>
      </p:sp>
      <p:sp>
        <p:nvSpPr>
          <p:cNvPr id="4" name="页脚占位符 3"/>
          <p:cNvSpPr>
            <a:spLocks noGrp="1"/>
          </p:cNvSpPr>
          <p:nvPr>
            <p:ph type="ftr" sz="quarter" idx="11"/>
          </p:nvPr>
        </p:nvSpPr>
        <p:spPr/>
        <p:txBody>
          <a:bodyPr/>
          <a:lstStyle/>
          <a:p>
            <a:endParaRPr lang="zh-CN" altLang="en-US" dirty="0"/>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5" name="页脚占位符 4"/>
          <p:cNvSpPr>
            <a:spLocks noGrp="1"/>
          </p:cNvSpPr>
          <p:nvPr>
            <p:ph type="ftr" sz="quarter" idx="11"/>
          </p:nvPr>
        </p:nvSpPr>
        <p:spPr/>
        <p:txBody>
          <a:bodyPr/>
          <a:lstStyle>
            <a:lvl1pPr>
              <a:defRPr>
                <a:latin typeface="+mn-ea"/>
              </a:defRPr>
            </a:lvl1pPr>
          </a:lstStyle>
          <a:p>
            <a:endParaRPr lang="zh-CN" altLang="en-US"/>
          </a:p>
        </p:txBody>
      </p:sp>
      <p:sp>
        <p:nvSpPr>
          <p:cNvPr id="6" name="灯片编号占位符 5"/>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7" name="文本占位符 6"/>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endParaRPr lang="zh-CN" altLang="en-US"/>
          </a:p>
        </p:txBody>
      </p:sp>
      <p:sp>
        <p:nvSpPr>
          <p:cNvPr id="4" name="灯片编号占位符 3"/>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0"/>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0"/>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endParaRPr lang="zh-CN" altLang="en-US" dirty="0"/>
          </a:p>
        </p:txBody>
      </p:sp>
      <p:sp>
        <p:nvSpPr>
          <p:cNvPr id="7" name="灯片编号占位符 6"/>
          <p:cNvSpPr>
            <a:spLocks noGrp="1"/>
          </p:cNvSpPr>
          <p:nvPr>
            <p:ph type="sldNum" sz="quarter" idx="12"/>
          </p:nvPr>
        </p:nvSpPr>
        <p:spPr/>
        <p:txBody>
          <a:bodyPr/>
          <a:lstStyle>
            <a:lvl1pPr>
              <a:defRPr>
                <a:latin typeface="+mn-ea"/>
              </a:defRPr>
            </a:lvl1pPr>
          </a:lstStyle>
          <a:p>
            <a:fld id="{FABC47A4-756D-490B-A52F-7D9E2C9FC05F}" type="slidenum">
              <a:rPr lang="zh-CN" altLang="en-US" smtClean="0"/>
            </a:fld>
            <a:endParaRPr lang="zh-CN" altLang="en-US"/>
          </a:p>
        </p:txBody>
      </p:sp>
      <p:sp>
        <p:nvSpPr>
          <p:cNvPr id="9" name="标题 8"/>
          <p:cNvSpPr>
            <a:spLocks noGrp="1"/>
          </p:cNvSpPr>
          <p:nvPr>
            <p:ph type="title" hasCustomPrompt="1"/>
          </p:nvPr>
        </p:nvSpPr>
        <p:spPr>
          <a:xfrm>
            <a:off x="1339850" y="11210290"/>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0"/>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endParaRPr lang="zh-CN" altLang="en-US"/>
          </a:p>
        </p:txBody>
      </p:sp>
      <p:sp>
        <p:nvSpPr>
          <p:cNvPr id="6" name="灯片编号占位符 5"/>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7" name="内容占位符 6"/>
          <p:cNvSpPr>
            <a:spLocks noGrp="1"/>
          </p:cNvSpPr>
          <p:nvPr>
            <p:ph idx="1" hasCustomPrompt="1"/>
          </p:nvPr>
        </p:nvSpPr>
        <p:spPr>
          <a:xfrm>
            <a:off x="0"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单击此处编辑正文</a:t>
            </a:r>
            <a:endParaRPr dirty="0">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725"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dirty="0">
                <a:sym typeface="+mn-ea"/>
              </a:rPr>
              <a:t>单击此处编辑</a:t>
            </a:r>
            <a:r>
              <a:rPr>
                <a:sym typeface="+mn-ea"/>
              </a:rPr>
              <a:t>正文</a:t>
            </a:r>
            <a:endParaRPr dirty="0">
              <a:sym typeface="+mn-ea"/>
            </a:endParaRPr>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2" name="标题 1"/>
          <p:cNvSpPr>
            <a:spLocks noGrp="1"/>
          </p:cNvSpPr>
          <p:nvPr>
            <p:ph type="title" hasCustomPrompt="1"/>
          </p:nvPr>
        </p:nvSpPr>
        <p:spPr>
          <a:xfrm>
            <a:off x="1339764" y="1247182"/>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5" y="13192234"/>
            <a:ext cx="1464945" cy="323165"/>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a:defRPr/>
            </a:pPr>
            <a:r>
              <a:rPr lang="en-US" altLang="zh-CN"/>
              <a:t>-</a:t>
            </a:r>
            <a:fld id="{FAEDECE0-B3E3-4E93-9B91-9F10B30F5B07}" type="slidenum">
              <a:rPr lang="en-US" altLang="zh-CN" smtClean="0"/>
            </a:fld>
            <a:r>
              <a:rPr lang="en-US" altLang="zh-CN"/>
              <a:t>-</a:t>
            </a:r>
            <a:endParaRPr lang="zh-CN" altLang="en-US" dirty="0"/>
          </a:p>
        </p:txBody>
      </p:sp>
      <p:sp>
        <p:nvSpPr>
          <p:cNvPr id="7" name="文本框 6"/>
          <p:cNvSpPr txBox="1"/>
          <p:nvPr userDrawn="1"/>
        </p:nvSpPr>
        <p:spPr>
          <a:xfrm>
            <a:off x="19842084" y="13153762"/>
            <a:ext cx="5068389" cy="40010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ctr" defTabSz="825500" rtl="0" fontAlgn="auto" latinLnBrk="0" hangingPunct="0">
              <a:lnSpc>
                <a:spcPct val="100000"/>
              </a:lnSpc>
              <a:spcBef>
                <a:spcPts val="0"/>
              </a:spcBef>
              <a:spcAft>
                <a:spcPts val="0"/>
              </a:spcAft>
              <a:buClrTx/>
              <a:buSzTx/>
              <a:buFontTx/>
              <a:buNone/>
            </a:pPr>
            <a:r>
              <a:rPr kumimoji="0" lang="en-US" altLang="zh-CN" sz="2000" b="0" i="0" u="none" strike="noStrike" cap="none" spc="0" normalizeH="0" baseline="0" dirty="0">
                <a:ln>
                  <a:noFill/>
                </a:ln>
                <a:solidFill>
                  <a:schemeClr val="bg1"/>
                </a:solidFill>
                <a:effectLst/>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cap="none" spc="0" normalizeH="0" baseline="0" dirty="0">
              <a:ln>
                <a:noFill/>
              </a:ln>
              <a:solidFill>
                <a:schemeClr val="bg1"/>
              </a:solidFill>
              <a:effectLst/>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dirty="0"/>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type="title" preserve="1">
  <p:cSld name="标题和副标题">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339765" y="4617763"/>
            <a:ext cx="21704474" cy="1798334"/>
          </a:xfrm>
        </p:spPr>
        <p:txBody>
          <a:bodyPr lIns="101600" tIns="38100" rIns="25400" bIns="38100" anchor="t" anchorCtr="0">
            <a:noAutofit/>
          </a:bodyPr>
          <a:lstStyle>
            <a:lvl1pPr algn="ctr">
              <a:defRPr sz="10800" b="0" spc="600">
                <a:effectLst/>
                <a:latin typeface="+mn-ea"/>
                <a:ea typeface="+mn-ea"/>
              </a:defRPr>
            </a:lvl1pPr>
          </a:lstStyle>
          <a:p>
            <a:r>
              <a:rPr lang="zh-CN" altLang="en-US"/>
              <a:t>单击此处编辑标题</a:t>
            </a:r>
            <a:endParaRPr lang="zh-CN" altLang="en-US"/>
          </a:p>
        </p:txBody>
      </p:sp>
      <p:sp>
        <p:nvSpPr>
          <p:cNvPr id="3" name="副标题 2"/>
          <p:cNvSpPr>
            <a:spLocks noGrp="1"/>
          </p:cNvSpPr>
          <p:nvPr>
            <p:ph type="subTitle" idx="1" hasCustomPrompt="1"/>
          </p:nvPr>
        </p:nvSpPr>
        <p:spPr>
          <a:xfrm>
            <a:off x="1339850" y="7131050"/>
            <a:ext cx="21704300" cy="1602740"/>
          </a:xfrm>
        </p:spPr>
        <p:txBody>
          <a:bodyPr lIns="101600" tIns="38100" rIns="76200" bIns="38100" anchor="ctr" anchorCtr="0">
            <a:noAutofit/>
          </a:bodyPr>
          <a:lstStyle>
            <a:lvl1pPr marL="0" indent="0" algn="ctr" eaLnBrk="1" fontAlgn="auto" latinLnBrk="0" hangingPunct="1">
              <a:lnSpc>
                <a:spcPct val="100000"/>
              </a:lnSpc>
              <a:buNone/>
              <a:defRPr sz="4800" u="none" strike="noStrike" kern="1200" cap="none" spc="200" normalizeH="0" baseline="0">
                <a:solidFill>
                  <a:schemeClr val="tx1"/>
                </a:solidFill>
                <a:uFillTx/>
                <a:latin typeface="+mn-ea"/>
                <a:ea typeface="+mn-ea"/>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zh-CN" altLang="en-US"/>
              <a:t>单击此处编辑副标题</a:t>
            </a:r>
            <a:endParaRPr lang="zh-CN" altLang="en-US"/>
          </a:p>
        </p:txBody>
      </p:sp>
      <p:sp>
        <p:nvSpPr>
          <p:cNvPr id="17" name="页脚占位符 16"/>
          <p:cNvSpPr>
            <a:spLocks noGrp="1"/>
          </p:cNvSpPr>
          <p:nvPr>
            <p:ph type="ftr" sz="quarter" idx="11"/>
          </p:nvPr>
        </p:nvSpPr>
        <p:spPr/>
        <p:txBody>
          <a:bodyPr/>
          <a:lstStyle>
            <a:lvl1pPr>
              <a:defRPr>
                <a:latin typeface="+mn-ea"/>
              </a:defRPr>
            </a:lvl1pPr>
          </a:lstStyle>
          <a:p>
            <a:endParaRPr lang="zh-CN" altLang="en-US"/>
          </a:p>
        </p:txBody>
      </p:sp>
      <p:sp>
        <p:nvSpPr>
          <p:cNvPr id="18" name="灯片编号占位符 17"/>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endParaRPr kumimoji="1" lang="zh-CN" altLang="en-US"/>
          </a:p>
        </p:txBody>
      </p:sp>
      <p:sp>
        <p:nvSpPr>
          <p:cNvPr id="3" name="日期占位符 2"/>
          <p:cNvSpPr>
            <a:spLocks noGrp="1"/>
          </p:cNvSpPr>
          <p:nvPr>
            <p:ph type="dt" sz="half" idx="10"/>
          </p:nvPr>
        </p:nvSpPr>
        <p:spPr/>
        <p:txBody>
          <a:bodyPr/>
          <a:lstStyle/>
          <a:p>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type="obj" preserve="1">
  <p:cSld name="标题和正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339765"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a:sym typeface="+mn-ea"/>
              </a:rPr>
              <a:t>单击此处编辑标题</a:t>
            </a:r>
            <a:endParaRPr>
              <a:sym typeface="+mn-ea"/>
            </a:endParaRPr>
          </a:p>
        </p:txBody>
      </p:sp>
      <p:sp>
        <p:nvSpPr>
          <p:cNvPr id="5" name="页脚占位符 4"/>
          <p:cNvSpPr>
            <a:spLocks noGrp="1"/>
          </p:cNvSpPr>
          <p:nvPr>
            <p:ph type="ftr" sz="quarter" idx="11"/>
          </p:nvPr>
        </p:nvSpPr>
        <p:spPr/>
        <p:txBody>
          <a:bodyPr/>
          <a:lstStyle>
            <a:lvl1pPr>
              <a:defRPr>
                <a:latin typeface="+mn-ea"/>
              </a:defRPr>
            </a:lvl1pPr>
          </a:lstStyle>
          <a:p>
            <a:endParaRPr lang="zh-CN" altLang="en-US"/>
          </a:p>
        </p:txBody>
      </p:sp>
      <p:sp>
        <p:nvSpPr>
          <p:cNvPr id="6" name="灯片编号占位符 5"/>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7" name="文本占位符 6"/>
          <p:cNvSpPr>
            <a:spLocks noGrp="1"/>
          </p:cNvSpPr>
          <p:nvPr>
            <p:ph type="body" idx="1" hasCustomPrompt="1"/>
          </p:nvPr>
        </p:nvSpPr>
        <p:spPr>
          <a:xfrm>
            <a:off x="1339850" y="3016251"/>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type="blank" preserve="1">
  <p:cSld name="标题与图文">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lvl1pPr>
              <a:defRPr>
                <a:latin typeface="+mn-ea"/>
              </a:defRPr>
            </a:lvl1pPr>
          </a:lstStyle>
          <a:p>
            <a:endParaRPr lang="zh-CN" altLang="en-US"/>
          </a:p>
        </p:txBody>
      </p:sp>
      <p:sp>
        <p:nvSpPr>
          <p:cNvPr id="4" name="灯片编号占位符 3"/>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5" name="标题 4"/>
          <p:cNvSpPr>
            <a:spLocks noGrp="1"/>
          </p:cNvSpPr>
          <p:nvPr>
            <p:ph type="title" hasCustomPrompt="1"/>
          </p:nvPr>
        </p:nvSpPr>
        <p:spPr>
          <a:xfrm>
            <a:off x="1680210" y="1455420"/>
            <a:ext cx="7863840" cy="2230120"/>
          </a:xfrm>
        </p:spPr>
        <p:txBody>
          <a:bodyPr anchor="ctr" anchorCtr="0"/>
          <a:lstStyle>
            <a:lvl1pPr>
              <a:defRPr sz="6400">
                <a:latin typeface="+mn-ea"/>
                <a:ea typeface="+mn-ea"/>
              </a:defRPr>
            </a:lvl1pPr>
          </a:lstStyle>
          <a:p>
            <a:r>
              <a:rPr lang="zh-CN" altLang="en-US"/>
              <a:t>单击此处编辑标题</a:t>
            </a:r>
            <a:endParaRPr lang="zh-CN" altLang="en-US"/>
          </a:p>
        </p:txBody>
      </p:sp>
      <p:sp>
        <p:nvSpPr>
          <p:cNvPr id="6" name="内容占位符 5"/>
          <p:cNvSpPr>
            <a:spLocks noGrp="1"/>
          </p:cNvSpPr>
          <p:nvPr>
            <p:ph idx="1" hasCustomPrompt="1"/>
          </p:nvPr>
        </p:nvSpPr>
        <p:spPr>
          <a:xfrm>
            <a:off x="10276840" y="1455421"/>
            <a:ext cx="12344400" cy="10806430"/>
          </a:xfrm>
        </p:spPr>
        <p:txBody>
          <a:bodyPr/>
          <a:lstStyle>
            <a:lvl1pPr>
              <a:defRPr sz="4800">
                <a:latin typeface="+mn-ea"/>
                <a:ea typeface="+mn-ea"/>
              </a:defRPr>
            </a:lvl1pPr>
            <a:lvl2pPr marL="914400" indent="0">
              <a:buNone/>
              <a:defRPr sz="4800">
                <a:latin typeface="+mn-ea"/>
                <a:ea typeface="+mn-ea"/>
              </a:defRPr>
            </a:lvl2pPr>
            <a:lvl3pPr>
              <a:defRPr sz="4800">
                <a:latin typeface="+mn-ea"/>
                <a:ea typeface="+mn-ea"/>
              </a:defRPr>
            </a:lvl3pPr>
            <a:lvl4pPr>
              <a:defRPr sz="4800">
                <a:latin typeface="+mn-ea"/>
                <a:ea typeface="+mn-ea"/>
              </a:defRPr>
            </a:lvl4pPr>
            <a:lvl5pPr>
              <a:defRPr sz="4800">
                <a:latin typeface="+mn-ea"/>
                <a:ea typeface="+mn-ea"/>
              </a:defRPr>
            </a:lvl5pPr>
            <a:lvl6pPr>
              <a:defRPr sz="4000"/>
            </a:lvl6pPr>
            <a:lvl7pPr>
              <a:defRPr sz="4000"/>
            </a:lvl7pPr>
            <a:lvl8pPr>
              <a:defRPr sz="4000"/>
            </a:lvl8pPr>
            <a:lvl9pPr>
              <a:defRPr sz="4000"/>
            </a:lvl9pPr>
          </a:lstStyle>
          <a:p>
            <a:pPr lvl="0"/>
            <a:r>
              <a:rPr lang="zh-CN" altLang="en-US"/>
              <a:t>单击此处编辑正文</a:t>
            </a:r>
            <a:endParaRPr lang="zh-CN" altLang="en-US"/>
          </a:p>
        </p:txBody>
      </p:sp>
      <p:sp>
        <p:nvSpPr>
          <p:cNvPr id="7" name="文本占位符 6"/>
          <p:cNvSpPr>
            <a:spLocks noGrp="1"/>
          </p:cNvSpPr>
          <p:nvPr>
            <p:ph type="body" sz="half" idx="2" hasCustomPrompt="1"/>
          </p:nvPr>
        </p:nvSpPr>
        <p:spPr>
          <a:xfrm>
            <a:off x="1680210" y="4479291"/>
            <a:ext cx="7863840" cy="7783830"/>
          </a:xfrm>
        </p:spPr>
        <p:txBody>
          <a:bodyPr/>
          <a:lstStyle>
            <a:lvl1pPr marL="685800" indent="-685800">
              <a:buFont typeface="Arial" panose="020B0604020202020204" pitchFamily="34" charset="0"/>
              <a:buChar char="•"/>
              <a:defRPr sz="4800">
                <a:latin typeface="+mn-ea"/>
                <a:ea typeface="+mn-ea"/>
              </a:defRPr>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zh-CN" altLang="en-US"/>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p>
          <a:p>
            <a:pPr lvl="0"/>
            <a:r>
              <a:rPr lang="zh-CN" altLang="en-US">
                <a:sym typeface="+mn-ea"/>
              </a:rPr>
              <a:t>单击此处编辑正文</a:t>
            </a:r>
            <a:endParaRPr lang="zh-CN" altLang="en-US">
              <a:sym typeface="+mn-ea"/>
            </a:endParaRPr>
          </a:p>
          <a:p>
            <a:pPr lvl="0"/>
            <a:r>
              <a:rPr lang="zh-CN" altLang="en-US">
                <a:sym typeface="+mn-ea"/>
              </a:rPr>
              <a:t>单击此处编辑正文</a:t>
            </a:r>
            <a:endParaRPr lang="zh-CN" altLang="en-US"/>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图片与注释">
    <p:spTree>
      <p:nvGrpSpPr>
        <p:cNvPr id="1" name=""/>
        <p:cNvGrpSpPr/>
        <p:nvPr/>
      </p:nvGrpSpPr>
      <p:grpSpPr>
        <a:xfrm>
          <a:off x="0" y="0"/>
          <a:ext cx="0" cy="0"/>
          <a:chOff x="0" y="0"/>
          <a:chExt cx="0" cy="0"/>
        </a:xfrm>
      </p:grpSpPr>
      <p:sp>
        <p:nvSpPr>
          <p:cNvPr id="6" name="页脚占位符 5"/>
          <p:cNvSpPr>
            <a:spLocks noGrp="1"/>
          </p:cNvSpPr>
          <p:nvPr>
            <p:ph type="ftr" sz="quarter" idx="11"/>
          </p:nvPr>
        </p:nvSpPr>
        <p:spPr/>
        <p:txBody>
          <a:bodyPr/>
          <a:lstStyle>
            <a:lvl1pPr>
              <a:defRPr>
                <a:latin typeface="+mn-ea"/>
              </a:defRPr>
            </a:lvl1pPr>
          </a:lstStyle>
          <a:p>
            <a:endParaRPr lang="zh-CN" altLang="en-US"/>
          </a:p>
        </p:txBody>
      </p:sp>
      <p:sp>
        <p:nvSpPr>
          <p:cNvPr id="7" name="灯片编号占位符 6"/>
          <p:cNvSpPr>
            <a:spLocks noGrp="1"/>
          </p:cNvSpPr>
          <p:nvPr>
            <p:ph type="sldNum" sz="quarter" idx="12"/>
          </p:nvPr>
        </p:nvSpPr>
        <p:spPr/>
        <p:txBody>
          <a:bodyPr/>
          <a:lstStyle>
            <a:lvl1pPr>
              <a:defRPr>
                <a:latin typeface="+mn-ea"/>
              </a:defRPr>
            </a:lvl1pPr>
          </a:lstStyle>
          <a:p>
            <a:fld id="{FABC47A4-756D-490B-A52F-7D9E2C9FC05F}" type="slidenum">
              <a:rPr lang="zh-CN" altLang="en-US" smtClean="0"/>
            </a:fld>
            <a:endParaRPr lang="zh-CN" altLang="en-US"/>
          </a:p>
        </p:txBody>
      </p:sp>
      <p:sp>
        <p:nvSpPr>
          <p:cNvPr id="9" name="标题 8"/>
          <p:cNvSpPr>
            <a:spLocks noGrp="1"/>
          </p:cNvSpPr>
          <p:nvPr>
            <p:ph type="title" hasCustomPrompt="1"/>
          </p:nvPr>
        </p:nvSpPr>
        <p:spPr>
          <a:xfrm>
            <a:off x="1339850" y="11210291"/>
            <a:ext cx="21704300" cy="1116330"/>
          </a:xfrm>
        </p:spPr>
        <p:txBody>
          <a:bodyPr/>
          <a:lstStyle>
            <a:lvl1pPr>
              <a:defRPr b="0">
                <a:latin typeface="+mn-ea"/>
                <a:ea typeface="+mn-ea"/>
              </a:defRPr>
            </a:lvl1pPr>
          </a:lstStyle>
          <a:p>
            <a:r>
              <a:rPr lang="zh-CN" altLang="en-US"/>
              <a:t>单击此处编辑正文</a:t>
            </a:r>
            <a:endParaRPr lang="zh-CN" altLang="en-US"/>
          </a:p>
        </p:txBody>
      </p:sp>
      <p:sp>
        <p:nvSpPr>
          <p:cNvPr id="8" name="内容占位符 7"/>
          <p:cNvSpPr>
            <a:spLocks noGrp="1"/>
          </p:cNvSpPr>
          <p:nvPr>
            <p:ph idx="1" hasCustomPrompt="1"/>
          </p:nvPr>
        </p:nvSpPr>
        <p:spPr>
          <a:xfrm>
            <a:off x="1339850" y="1282701"/>
            <a:ext cx="21704300" cy="911225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090"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a:sym typeface="+mn-ea"/>
              </a:rPr>
              <a:t>单击此处编辑正文</a:t>
            </a:r>
            <a:endParaRPr>
              <a:sym typeface="+mn-ea"/>
            </a:endParaRPr>
          </a:p>
        </p:txBody>
      </p:sp>
    </p:spTree>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vertTitleAndTx" preserve="1">
  <p:cSld name="单张大图">
    <p:spTree>
      <p:nvGrpSpPr>
        <p:cNvPr id="1" name=""/>
        <p:cNvGrpSpPr/>
        <p:nvPr/>
      </p:nvGrpSpPr>
      <p:grpSpPr>
        <a:xfrm>
          <a:off x="0" y="0"/>
          <a:ext cx="0" cy="0"/>
          <a:chOff x="0" y="0"/>
          <a:chExt cx="0" cy="0"/>
        </a:xfrm>
      </p:grpSpPr>
      <p:sp>
        <p:nvSpPr>
          <p:cNvPr id="5" name="页脚占位符 4"/>
          <p:cNvSpPr>
            <a:spLocks noGrp="1"/>
          </p:cNvSpPr>
          <p:nvPr>
            <p:ph type="ftr" sz="quarter" idx="11"/>
          </p:nvPr>
        </p:nvSpPr>
        <p:spPr/>
        <p:txBody>
          <a:bodyPr/>
          <a:lstStyle>
            <a:lvl1pPr>
              <a:defRPr>
                <a:latin typeface="+mn-ea"/>
              </a:defRPr>
            </a:lvl1pPr>
          </a:lstStyle>
          <a:p>
            <a:endParaRPr lang="zh-CN" altLang="en-US"/>
          </a:p>
        </p:txBody>
      </p:sp>
      <p:sp>
        <p:nvSpPr>
          <p:cNvPr id="6" name="灯片编号占位符 5"/>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7" name="内容占位符 6"/>
          <p:cNvSpPr>
            <a:spLocks noGrp="1"/>
          </p:cNvSpPr>
          <p:nvPr>
            <p:ph idx="1" hasCustomPrompt="1"/>
          </p:nvPr>
        </p:nvSpPr>
        <p:spPr>
          <a:xfrm>
            <a:off x="1" y="0"/>
            <a:ext cx="24392890" cy="1373632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914400" marR="0" lvl="1" indent="0" algn="l" defTabSz="914400" rtl="0" eaLnBrk="1" fontAlgn="auto" latinLnBrk="0" hangingPunct="1">
              <a:lnSpc>
                <a:spcPct val="130000"/>
              </a:lnSpc>
              <a:spcBef>
                <a:spcPct val="1000"/>
              </a:spcBef>
              <a:spcAft>
                <a:spcPts val="1000"/>
              </a:spcAft>
              <a:buFont typeface="Arial" panose="020B0604020202020204" pitchFamily="34" charset="0"/>
              <a:buNone/>
              <a:tabLst>
                <a:tab pos="1609090"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a:sym typeface="+mn-ea"/>
              </a:rPr>
              <a:t>单击此处编辑正文</a:t>
            </a:r>
            <a:endParaRPr>
              <a:sym typeface="+mn-ea"/>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两联图片">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2" name="内容占位符 1"/>
          <p:cNvSpPr>
            <a:spLocks noGrp="1"/>
          </p:cNvSpPr>
          <p:nvPr>
            <p:ph sz="half" idx="2" hasCustomPrompt="1"/>
          </p:nvPr>
        </p:nvSpPr>
        <p:spPr>
          <a:xfrm>
            <a:off x="93599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090"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a:sym typeface="+mn-ea"/>
              </a:rPr>
              <a:t>单击此处编辑正文</a:t>
            </a:r>
            <a:endParaRPr>
              <a:sym typeface="+mn-ea"/>
            </a:endParaRPr>
          </a:p>
        </p:txBody>
      </p:sp>
      <p:sp>
        <p:nvSpPr>
          <p:cNvPr id="6" name="内容占位符 5"/>
          <p:cNvSpPr>
            <a:spLocks noGrp="1"/>
          </p:cNvSpPr>
          <p:nvPr>
            <p:ph sz="half" idx="13" hasCustomPrompt="1"/>
          </p:nvPr>
        </p:nvSpPr>
        <p:spPr>
          <a:xfrm>
            <a:off x="12575540" y="1130300"/>
            <a:ext cx="10800080" cy="11455400"/>
          </a:xfrm>
        </p:spPr>
        <p:txBody>
          <a:bodyPr vert="horz" lIns="101600" tIns="0" rIns="82550" bIns="0" rtlCol="0">
            <a:noAutofit/>
          </a:bodyPr>
          <a:lstStyle>
            <a:lvl1pPr marL="457200" marR="0" lvl="0"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1pPr>
            <a:lvl2pPr marL="1371600" marR="0" lvl="1" indent="-457200" algn="l" defTabSz="914400" rtl="0" eaLnBrk="1" fontAlgn="auto" latinLnBrk="0" hangingPunct="1">
              <a:lnSpc>
                <a:spcPct val="130000"/>
              </a:lnSpc>
              <a:spcBef>
                <a:spcPct val="1000"/>
              </a:spcBef>
              <a:spcAft>
                <a:spcPts val="1000"/>
              </a:spcAft>
              <a:buFont typeface="Arial" panose="020B0604020202020204" pitchFamily="34" charset="0"/>
              <a:buChar char="•"/>
              <a:tabLst>
                <a:tab pos="1609090" algn="l"/>
              </a:tabLst>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2pPr>
            <a:lvl3pPr marL="2286000" marR="0" lvl="2"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3pPr>
            <a:lvl4pPr marL="3200400" marR="0" lvl="3"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4pPr>
            <a:lvl5pPr marL="4114800" marR="0" lvl="4" indent="-457200" algn="l" defTabSz="914400" rtl="0" eaLnBrk="1" fontAlgn="auto" latinLnBrk="0" hangingPunct="1">
              <a:lnSpc>
                <a:spcPct val="130000"/>
              </a:lnSpc>
              <a:spcBef>
                <a:spcPct val="1000"/>
              </a:spcBef>
              <a:spcAft>
                <a:spcPts val="1000"/>
              </a:spcAft>
              <a:buFont typeface="Arial" panose="020B0604020202020204" pitchFamily="34" charset="0"/>
              <a:buChar char="•"/>
              <a:defRPr kumimoji="0" lang="zh-CN" altLang="en-US" sz="4800" b="0" i="0" u="none" strike="noStrike" kern="1200" cap="none" spc="150" normalizeH="0" baseline="0" noProof="1" dirty="0">
                <a:solidFill>
                  <a:schemeClr val="tx1">
                    <a:lumMod val="75000"/>
                    <a:lumOff val="25000"/>
                  </a:schemeClr>
                </a:solidFill>
                <a:uFillTx/>
                <a:latin typeface="+mn-ea"/>
                <a:ea typeface="+mn-ea"/>
                <a:cs typeface="+mn-cs"/>
                <a:sym typeface="+mn-ea"/>
              </a:defRPr>
            </a:lvl5pPr>
          </a:lstStyle>
          <a:p>
            <a:pPr lvl="0"/>
            <a:r>
              <a:rPr>
                <a:sym typeface="+mn-ea"/>
              </a:rPr>
              <a:t>单击此处编辑正文</a:t>
            </a:r>
            <a:endParaRPr>
              <a:sym typeface="+mn-ea"/>
            </a:endParaRPr>
          </a:p>
        </p:txBody>
      </p:sp>
    </p:spTree>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仅标题">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
        <p:nvSpPr>
          <p:cNvPr id="2" name="标题 1"/>
          <p:cNvSpPr>
            <a:spLocks noGrp="1"/>
          </p:cNvSpPr>
          <p:nvPr>
            <p:ph type="title" hasCustomPrompt="1"/>
          </p:nvPr>
        </p:nvSpPr>
        <p:spPr>
          <a:xfrm>
            <a:off x="1339765" y="1247183"/>
            <a:ext cx="21704474" cy="1798334"/>
          </a:xfrm>
        </p:spPr>
        <p:txBody>
          <a:bodyPr vert="horz" lIns="101600" tIns="38100" rIns="25400" bIns="38100" rtlCol="0" anchor="ctr" anchorCtr="0">
            <a:noAutofit/>
          </a:bodyPr>
          <a:lstStyle>
            <a:lvl1pPr marL="0" marR="0" algn="ctr" defTabSz="914400" rtl="0" eaLnBrk="1" fontAlgn="auto" latinLnBrk="0" hangingPunct="1">
              <a:lnSpc>
                <a:spcPct val="100000"/>
              </a:lnSpc>
              <a:buNone/>
              <a:defRPr kumimoji="0" lang="zh-CN" altLang="en-US" sz="6400" b="0" i="0" u="none" strike="noStrike" kern="1200" cap="none" spc="600" normalizeH="0" baseline="0" noProof="1" dirty="0">
                <a:solidFill>
                  <a:schemeClr val="tx1"/>
                </a:solidFill>
                <a:effectLst/>
                <a:uFillTx/>
                <a:latin typeface="+mn-ea"/>
                <a:ea typeface="+mn-ea"/>
                <a:cs typeface="+mj-cs"/>
                <a:sym typeface="+mn-ea"/>
              </a:defRPr>
            </a:lvl1pPr>
          </a:lstStyle>
          <a:p>
            <a:pPr lvl="0"/>
            <a:r>
              <a:rPr>
                <a:sym typeface="+mn-ea"/>
              </a:rPr>
              <a:t>单击此处编辑标题</a:t>
            </a:r>
            <a:endParaRPr>
              <a:sym typeface="+mn-ea"/>
            </a:endParaRPr>
          </a:p>
        </p:txBody>
      </p:sp>
    </p:spTree>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1_自定义版式">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灯片编号占位符 2"/>
          <p:cNvSpPr>
            <a:spLocks noGrp="1"/>
          </p:cNvSpPr>
          <p:nvPr>
            <p:ph type="sldNum" sz="quarter" idx="10"/>
          </p:nvPr>
        </p:nvSpPr>
        <p:spPr>
          <a:xfrm>
            <a:off x="11129647" y="13192235"/>
            <a:ext cx="1464946" cy="323166"/>
          </a:xfrm>
        </p:spPr>
        <p:txBody>
          <a:bodyPr wrap="square">
            <a:noAutofit/>
          </a:bodyPr>
          <a:lstStyle>
            <a:lvl1pPr algn="ctr">
              <a:defRPr sz="2400">
                <a:solidFill>
                  <a:schemeClr val="bg1"/>
                </a:solidFill>
                <a:latin typeface="Arial" panose="020B0604020202020204" pitchFamily="34" charset="0"/>
                <a:cs typeface="Arial" panose="020B0604020202020204" pitchFamily="34" charset="0"/>
              </a:defRPr>
            </a:lvl1pPr>
          </a:lstStyle>
          <a:p>
            <a:pPr>
              <a:defRPr/>
            </a:pPr>
            <a:r>
              <a:rPr lang="en-US" altLang="zh-CN"/>
              <a:t>-</a:t>
            </a:r>
            <a:fld id="{FAEDECE0-B3E3-4E93-9B91-9F10B30F5B07}" type="slidenum">
              <a:rPr lang="en-US" altLang="zh-CN" smtClean="0"/>
            </a:fld>
            <a:r>
              <a:rPr lang="en-US" altLang="zh-CN"/>
              <a:t>-</a:t>
            </a:r>
            <a:endParaRPr lang="zh-CN" altLang="en-US"/>
          </a:p>
        </p:txBody>
      </p:sp>
      <p:sp>
        <p:nvSpPr>
          <p:cNvPr id="7" name="文本框 6"/>
          <p:cNvSpPr txBox="1"/>
          <p:nvPr/>
        </p:nvSpPr>
        <p:spPr>
          <a:xfrm>
            <a:off x="19842085" y="13153762"/>
            <a:ext cx="5068390" cy="4001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marL="0" marR="0" indent="0" algn="ctr" defTabSz="825500" rtl="0" fontAlgn="auto" latinLnBrk="0" hangingPunct="0">
              <a:lnSpc>
                <a:spcPct val="100000"/>
              </a:lnSpc>
              <a:spcBef>
                <a:spcPts val="0"/>
              </a:spcBef>
              <a:spcAft>
                <a:spcPts val="0"/>
              </a:spcAft>
              <a:buClrTx/>
              <a:buSzTx/>
              <a:buFontTx/>
              <a:buNone/>
            </a:pPr>
            <a:r>
              <a:rPr kumimoji="0" lang="en-US" altLang="zh-CN" sz="2000" b="0" i="0" u="none" strike="noStrike" cap="none" spc="0" normalizeH="0" baseline="0">
                <a:ln>
                  <a:noFill/>
                </a:ln>
                <a:solidFill>
                  <a:schemeClr val="bg1"/>
                </a:solidFill>
                <a:effectLst/>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rPr>
              <a:t>Confidential</a:t>
            </a:r>
            <a:endParaRPr kumimoji="0" lang="zh-CN" altLang="en-US" sz="2000" b="0" i="0" u="none" strike="noStrike" cap="none" spc="0" normalizeH="0" baseline="0">
              <a:ln>
                <a:noFill/>
              </a:ln>
              <a:solidFill>
                <a:schemeClr val="bg1"/>
              </a:solidFill>
              <a:effectLst/>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a:endParaRPr>
          </a:p>
        </p:txBody>
      </p:sp>
      <p:sp>
        <p:nvSpPr>
          <p:cNvPr id="3" name="Линия"/>
          <p:cNvSpPr/>
          <p:nvPr userDrawn="1"/>
        </p:nvSpPr>
        <p:spPr>
          <a:xfrm flipV="1">
            <a:off x="6822313" y="1309370"/>
            <a:ext cx="17549495" cy="635"/>
          </a:xfrm>
          <a:prstGeom prst="line">
            <a:avLst/>
          </a:prstGeom>
          <a:ln w="57150" cap="flat" cmpd="sng">
            <a:solidFill>
              <a:srgbClr val="2F5A9E"/>
            </a:solidFill>
            <a:prstDash val="solid"/>
            <a:miter/>
            <a:headEnd type="none" w="med" len="med"/>
            <a:tailEnd type="none" w="med" len="med"/>
          </a:ln>
        </p:spPr>
      </p:sp>
    </p:spTree>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p:cSld name="空白">
    <p:spTree>
      <p:nvGrpSpPr>
        <p:cNvPr id="1" name=""/>
        <p:cNvGrpSpPr/>
        <p:nvPr/>
      </p:nvGrpSpPr>
      <p:grpSpPr>
        <a:xfrm>
          <a:off x="0" y="0"/>
          <a:ext cx="0" cy="0"/>
          <a:chOff x="0" y="0"/>
          <a:chExt cx="0" cy="0"/>
        </a:xfrm>
      </p:grpSpPr>
      <p:sp>
        <p:nvSpPr>
          <p:cNvPr id="4" name="页脚占位符 3"/>
          <p:cNvSpPr>
            <a:spLocks noGrp="1"/>
          </p:cNvSpPr>
          <p:nvPr>
            <p:ph type="ftr" sz="quarter" idx="11"/>
          </p:nvPr>
        </p:nvSpPr>
        <p:spPr/>
        <p:txBody>
          <a:bodyPr/>
          <a:lstStyle>
            <a:lvl1pPr>
              <a:defRPr>
                <a:latin typeface="+mn-ea"/>
              </a:defRPr>
            </a:lvl1pPr>
          </a:lstStyle>
          <a:p>
            <a:endParaRPr lang="zh-CN" altLang="en-US"/>
          </a:p>
        </p:txBody>
      </p:sp>
      <p:sp>
        <p:nvSpPr>
          <p:cNvPr id="5" name="灯片编号占位符 4"/>
          <p:cNvSpPr>
            <a:spLocks noGrp="1"/>
          </p:cNvSpPr>
          <p:nvPr>
            <p:ph type="sldNum" sz="quarter" idx="12"/>
          </p:nvPr>
        </p:nvSpPr>
        <p:spPr/>
        <p:txBody>
          <a:bodyPr/>
          <a:lstStyle>
            <a:lvl1pPr>
              <a:defRPr>
                <a:latin typeface="+mn-ea"/>
              </a:defRPr>
            </a:lvl1pPr>
          </a:lstStyle>
          <a:p>
            <a:fld id="{49AE70B2-8BF9-45C0-BB95-33D1B9D3A854}" type="slidenum">
              <a:rPr lang="zh-CN" altLang="en-US" smtClean="0"/>
            </a:fld>
            <a:endParaRPr lang="zh-CN" altLang="en-US"/>
          </a:p>
        </p:txBody>
      </p:sp>
    </p:spTree>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type="tx">
  <p:cSld name="Blank with photo">
    <p:bg>
      <p:bgPr>
        <a:solidFill>
          <a:srgbClr val="FFFFFF"/>
        </a:solidFill>
        <a:effectLst/>
      </p:bgPr>
    </p:bg>
    <p:spTree>
      <p:nvGrpSpPr>
        <p:cNvPr id="1" name=""/>
        <p:cNvGrpSpPr/>
        <p:nvPr/>
      </p:nvGrpSpPr>
      <p:grpSpPr>
        <a:xfrm>
          <a:off x="0" y="0"/>
          <a:ext cx="0" cy="0"/>
          <a:chOff x="0" y="0"/>
          <a:chExt cx="0" cy="0"/>
        </a:xfrm>
      </p:grpSpPr>
      <p:sp>
        <p:nvSpPr>
          <p:cNvPr id="2050" name="Линия"/>
          <p:cNvSpPr/>
          <p:nvPr userDrawn="1"/>
        </p:nvSpPr>
        <p:spPr>
          <a:xfrm flipV="1">
            <a:off x="6822313" y="1309370"/>
            <a:ext cx="17549495" cy="635"/>
          </a:xfrm>
          <a:prstGeom prst="line">
            <a:avLst/>
          </a:prstGeom>
          <a:ln w="57150" cap="flat" cmpd="sng">
            <a:solidFill>
              <a:srgbClr val="2F5A9E"/>
            </a:solidFill>
            <a:prstDash val="solid"/>
            <a:miter/>
            <a:headEnd type="none" w="med" len="med"/>
            <a:tailEnd type="none" w="med" len="med"/>
          </a:ln>
        </p:spPr>
      </p:sp>
      <p:sp>
        <p:nvSpPr>
          <p:cNvPr id="6" name="矩形 5"/>
          <p:cNvSpPr/>
          <p:nvPr userDrawn="1"/>
        </p:nvSpPr>
        <p:spPr>
          <a:xfrm>
            <a:off x="-76200" y="12949238"/>
            <a:ext cx="24536400" cy="568325"/>
          </a:xfrm>
          <a:prstGeom prst="rect">
            <a:avLst/>
          </a:prstGeom>
          <a:solidFill>
            <a:srgbClr val="2F5A9E"/>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11" name="矩形 10"/>
          <p:cNvSpPr/>
          <p:nvPr userDrawn="1"/>
        </p:nvSpPr>
        <p:spPr>
          <a:xfrm>
            <a:off x="22721888" y="12949238"/>
            <a:ext cx="1738313" cy="568325"/>
          </a:xfrm>
          <a:prstGeom prst="rect">
            <a:avLst/>
          </a:prstGeom>
          <a:solidFill>
            <a:schemeClr val="accent2">
              <a:lumMod val="60000"/>
              <a:lumOff val="40000"/>
            </a:schemeClr>
          </a:solid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38100" tIns="38100" rIns="38100" bIns="38100" numCol="1" spcCol="38100" rtlCol="0" anchor="ctr" forceAA="0">
            <a:spAutoFit/>
          </a:bodyPr>
          <a:lstStyle/>
          <a:p>
            <a:pPr marL="0" marR="0" lvl="0" indent="0" algn="ctr" defTabSz="825500" rtl="0" eaLnBrk="1" fontAlgn="auto" latinLnBrk="0" hangingPunct="0">
              <a:lnSpc>
                <a:spcPct val="100000"/>
              </a:lnSpc>
              <a:spcBef>
                <a:spcPts val="0"/>
              </a:spcBef>
              <a:spcAft>
                <a:spcPts val="0"/>
              </a:spcAft>
              <a:buClrTx/>
              <a:buSzTx/>
              <a:buFontTx/>
              <a:buNone/>
              <a:defRPr/>
            </a:pPr>
            <a:endParaRPr kumimoji="0" lang="zh-CN" altLang="en-US" sz="3200" b="1" i="0" u="none" strike="noStrike" kern="1200" cap="none" spc="0" normalizeH="0" baseline="0" noProof="1">
              <a:ln>
                <a:noFill/>
              </a:ln>
              <a:solidFill>
                <a:srgbClr val="FFFFFF"/>
              </a:solidFill>
              <a:effectLst/>
              <a:uLnTx/>
              <a:uFillTx/>
              <a:latin typeface="Helvetica Light"/>
              <a:ea typeface="Helvetica Light"/>
              <a:cs typeface="Helvetica Light"/>
              <a:sym typeface="Helvetica Light"/>
            </a:endParaRPr>
          </a:p>
        </p:txBody>
      </p:sp>
      <p:sp>
        <p:nvSpPr>
          <p:cNvPr id="4" name="灯片编号占位符 3"/>
          <p:cNvSpPr>
            <a:spLocks noGrp="1"/>
          </p:cNvSpPr>
          <p:nvPr>
            <p:ph type="sldNum" sz="quarter" idx="10"/>
          </p:nvPr>
        </p:nvSpPr>
        <p:spPr>
          <a:xfrm>
            <a:off x="22762277" y="13027152"/>
            <a:ext cx="754758" cy="384721"/>
          </a:xfrm>
          <a:prstGeom prst="rect">
            <a:avLst/>
          </a:prstGeom>
          <a:noFill/>
          <a:ln w="12700">
            <a:noFill/>
          </a:ln>
        </p:spPr>
        <p:txBody>
          <a:bodyPr wrap="none" lIns="38100" tIns="38100" rIns="38100" bIns="38100">
            <a:spAutoFit/>
          </a:bodyPr>
          <a:lstStyle>
            <a:lvl1pPr>
              <a:defRPr b="1">
                <a:solidFill>
                  <a:srgbClr val="FFFFFF"/>
                </a:solidFill>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9A0DB2DC-4C9A-4742-B13C-FB6460FD3503}" type="slidenum">
              <a:rPr kumimoji="0" lang="zh-CN" altLang="en-US" sz="2400" b="1" i="0" u="none" strike="noStrike" kern="1200" cap="none" spc="0" normalizeH="0" baseline="0" noProof="1" smtClean="0">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fld>
            <a:r>
              <a:rPr kumimoji="0" lang="zh-CN" altLang="en-US"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 </a:t>
            </a:r>
            <a:r>
              <a:rPr kumimoji="0" lang="en-US" altLang="zh-CN" sz="2400" b="1" i="0" u="none" strike="noStrike" kern="1200" cap="none" spc="0" normalizeH="0" baseline="0" noProof="1">
                <a:ln>
                  <a:noFill/>
                </a:ln>
                <a:solidFill>
                  <a:srgbClr val="FFFFFF"/>
                </a:solidFill>
                <a:effectLst/>
                <a:uLnTx/>
                <a:uFillTx/>
                <a:latin typeface="微软雅黑" panose="020B0503020204020204" pitchFamily="34" charset="-122"/>
                <a:cs typeface="Open Sans" panose="020B0606030504020204" pitchFamily="34" charset="0"/>
                <a:sym typeface="Open Sans" panose="020B0606030504020204" pitchFamily="34" charset="0"/>
              </a:rPr>
              <a:t>/27</a:t>
            </a:r>
            <a:endParaRPr kumimoji="0" lang="zh-CN" altLang="en-US" sz="2400" b="1" i="0" u="none" strike="noStrike" kern="1200" cap="none" spc="0" normalizeH="0" baseline="0" noProof="1">
              <a:ln>
                <a:noFill/>
              </a:ln>
              <a:solidFill>
                <a:srgbClr val="FFFFFF"/>
              </a:solidFill>
              <a:effectLst/>
              <a:uLnTx/>
              <a:uFillTx/>
              <a:latin typeface="Arial" panose="020B0604020202020204" pitchFamily="34" charset="0"/>
              <a:cs typeface="Open Sans" panose="020B0606030504020204" pitchFamily="34" charset="0"/>
              <a:sym typeface="Open Sans" panose="020B0606030504020204" pitchFamily="34" charset="0"/>
            </a:endParaRPr>
          </a:p>
        </p:txBody>
      </p:sp>
      <p:pic>
        <p:nvPicPr>
          <p:cNvPr id="5" name="图片 4" descr="123"/>
          <p:cNvPicPr>
            <a:picLocks noChangeAspect="1"/>
          </p:cNvPicPr>
          <p:nvPr userDrawn="1"/>
        </p:nvPicPr>
        <p:blipFill>
          <a:blip r:embed="rId2"/>
          <a:stretch>
            <a:fillRect/>
          </a:stretch>
        </p:blipFill>
        <p:spPr>
          <a:xfrm>
            <a:off x="1032510" y="608330"/>
            <a:ext cx="5297805" cy="1052830"/>
          </a:xfrm>
          <a:prstGeom prst="rect">
            <a:avLst/>
          </a:prstGeom>
        </p:spPr>
      </p:pic>
    </p:spTree>
  </p:cSld>
  <p:clrMapOvr>
    <a:masterClrMapping/>
  </p:clrMapOvr>
  <p:transition spd="med"/>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9.xml"/><Relationship Id="rId8" Type="http://schemas.openxmlformats.org/officeDocument/2006/relationships/slideLayout" Target="../slideLayouts/slideLayout18.xml"/><Relationship Id="rId7" Type="http://schemas.openxmlformats.org/officeDocument/2006/relationships/slideLayout" Target="../slideLayouts/slideLayout17.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3" Type="http://schemas.openxmlformats.org/officeDocument/2006/relationships/slideLayout" Target="../slideLayouts/slideLayout13.xml"/><Relationship Id="rId2" Type="http://schemas.openxmlformats.org/officeDocument/2006/relationships/slideLayout" Target="../slideLayouts/slideLayout12.xml"/><Relationship Id="rId11" Type="http://schemas.openxmlformats.org/officeDocument/2006/relationships/theme" Target="../theme/theme2.xml"/><Relationship Id="rId10" Type="http://schemas.openxmlformats.org/officeDocument/2006/relationships/slideLayout" Target="../slideLayouts/slideLayout20.xml"/><Relationship Id="rId1"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29.xml"/><Relationship Id="rId8" Type="http://schemas.openxmlformats.org/officeDocument/2006/relationships/slideLayout" Target="../slideLayouts/slideLayout28.xml"/><Relationship Id="rId7" Type="http://schemas.openxmlformats.org/officeDocument/2006/relationships/slideLayout" Target="../slideLayouts/slideLayout27.xml"/><Relationship Id="rId6" Type="http://schemas.openxmlformats.org/officeDocument/2006/relationships/slideLayout" Target="../slideLayouts/slideLayout26.xml"/><Relationship Id="rId5" Type="http://schemas.openxmlformats.org/officeDocument/2006/relationships/slideLayout" Target="../slideLayouts/slideLayout25.xml"/><Relationship Id="rId4" Type="http://schemas.openxmlformats.org/officeDocument/2006/relationships/slideLayout" Target="../slideLayouts/slideLayout24.xml"/><Relationship Id="rId3" Type="http://schemas.openxmlformats.org/officeDocument/2006/relationships/slideLayout" Target="../slideLayouts/slideLayout23.xml"/><Relationship Id="rId2" Type="http://schemas.openxmlformats.org/officeDocument/2006/relationships/slideLayout" Target="../slideLayouts/slideLayout22.xml"/><Relationship Id="rId11" Type="http://schemas.openxmlformats.org/officeDocument/2006/relationships/theme" Target="../theme/theme3.xml"/><Relationship Id="rId10" Type="http://schemas.openxmlformats.org/officeDocument/2006/relationships/slideLayout" Target="../slideLayouts/slideLayout30.xml"/><Relationship Id="rId1"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9" Type="http://schemas.openxmlformats.org/officeDocument/2006/relationships/slideLayout" Target="../slideLayouts/slideLayout39.xml"/><Relationship Id="rId8" Type="http://schemas.openxmlformats.org/officeDocument/2006/relationships/slideLayout" Target="../slideLayouts/slideLayout38.xml"/><Relationship Id="rId7" Type="http://schemas.openxmlformats.org/officeDocument/2006/relationships/slideLayout" Target="../slideLayouts/slideLayout37.xml"/><Relationship Id="rId6" Type="http://schemas.openxmlformats.org/officeDocument/2006/relationships/slideLayout" Target="../slideLayouts/slideLayout36.xml"/><Relationship Id="rId5" Type="http://schemas.openxmlformats.org/officeDocument/2006/relationships/slideLayout" Target="../slideLayouts/slideLayout35.xml"/><Relationship Id="rId4" Type="http://schemas.openxmlformats.org/officeDocument/2006/relationships/slideLayout" Target="../slideLayouts/slideLayout34.xml"/><Relationship Id="rId3" Type="http://schemas.openxmlformats.org/officeDocument/2006/relationships/slideLayout" Target="../slideLayouts/slideLayout33.xml"/><Relationship Id="rId2" Type="http://schemas.openxmlformats.org/officeDocument/2006/relationships/slideLayout" Target="../slideLayouts/slideLayout32.xml"/><Relationship Id="rId12" Type="http://schemas.openxmlformats.org/officeDocument/2006/relationships/theme" Target="../theme/theme4.xml"/><Relationship Id="rId11" Type="http://schemas.openxmlformats.org/officeDocument/2006/relationships/slideLayout" Target="../slideLayouts/slideLayout41.xml"/><Relationship Id="rId10" Type="http://schemas.openxmlformats.org/officeDocument/2006/relationships/slideLayout" Target="../slideLayouts/slideLayout40.xml"/><Relationship Id="rId1" Type="http://schemas.openxmlformats.org/officeDocument/2006/relationships/slideLayout" Target="../slideLayouts/slideLayout31.xml"/></Relationships>
</file>

<file path=ppt/slideMasters/_rels/slideMaster5.xml.rels><?xml version="1.0" encoding="UTF-8" standalone="yes"?>
<Relationships xmlns="http://schemas.openxmlformats.org/package/2006/relationships"><Relationship Id="rId9" Type="http://schemas.openxmlformats.org/officeDocument/2006/relationships/slideLayout" Target="../slideLayouts/slideLayout50.xml"/><Relationship Id="rId8" Type="http://schemas.openxmlformats.org/officeDocument/2006/relationships/slideLayout" Target="../slideLayouts/slideLayout49.xml"/><Relationship Id="rId7" Type="http://schemas.openxmlformats.org/officeDocument/2006/relationships/slideLayout" Target="../slideLayouts/slideLayout48.xml"/><Relationship Id="rId6" Type="http://schemas.openxmlformats.org/officeDocument/2006/relationships/slideLayout" Target="../slideLayouts/slideLayout47.xml"/><Relationship Id="rId5" Type="http://schemas.openxmlformats.org/officeDocument/2006/relationships/slideLayout" Target="../slideLayouts/slideLayout46.xml"/><Relationship Id="rId4" Type="http://schemas.openxmlformats.org/officeDocument/2006/relationships/slideLayout" Target="../slideLayouts/slideLayout45.xml"/><Relationship Id="rId3" Type="http://schemas.openxmlformats.org/officeDocument/2006/relationships/slideLayout" Target="../slideLayouts/slideLayout44.xml"/><Relationship Id="rId2" Type="http://schemas.openxmlformats.org/officeDocument/2006/relationships/slideLayout" Target="../slideLayouts/slideLayout43.xml"/><Relationship Id="rId12" Type="http://schemas.openxmlformats.org/officeDocument/2006/relationships/theme" Target="../theme/theme5.xml"/><Relationship Id="rId11" Type="http://schemas.openxmlformats.org/officeDocument/2006/relationships/slideLayout" Target="../slideLayouts/slideLayout52.xml"/><Relationship Id="rId10" Type="http://schemas.openxmlformats.org/officeDocument/2006/relationships/slideLayout" Target="../slideLayouts/slideLayout51.xml"/><Relationship Id="rId1" Type="http://schemas.openxmlformats.org/officeDocument/2006/relationships/slideLayout" Target="../slideLayouts/slideLayout42.xml"/></Relationships>
</file>

<file path=ppt/slideMasters/_rels/slideMaster6.xml.rels><?xml version="1.0" encoding="UTF-8" standalone="yes"?>
<Relationships xmlns="http://schemas.openxmlformats.org/package/2006/relationships"><Relationship Id="rId9" Type="http://schemas.openxmlformats.org/officeDocument/2006/relationships/slideLayout" Target="../slideLayouts/slideLayout61.xml"/><Relationship Id="rId8" Type="http://schemas.openxmlformats.org/officeDocument/2006/relationships/slideLayout" Target="../slideLayouts/slideLayout60.xml"/><Relationship Id="rId7" Type="http://schemas.openxmlformats.org/officeDocument/2006/relationships/slideLayout" Target="../slideLayouts/slideLayout59.xml"/><Relationship Id="rId6" Type="http://schemas.openxmlformats.org/officeDocument/2006/relationships/slideLayout" Target="../slideLayouts/slideLayout58.xml"/><Relationship Id="rId5" Type="http://schemas.openxmlformats.org/officeDocument/2006/relationships/slideLayout" Target="../slideLayouts/slideLayout57.xml"/><Relationship Id="rId4" Type="http://schemas.openxmlformats.org/officeDocument/2006/relationships/slideLayout" Target="../slideLayouts/slideLayout56.xml"/><Relationship Id="rId3" Type="http://schemas.openxmlformats.org/officeDocument/2006/relationships/slideLayout" Target="../slideLayouts/slideLayout55.xml"/><Relationship Id="rId2" Type="http://schemas.openxmlformats.org/officeDocument/2006/relationships/slideLayout" Target="../slideLayouts/slideLayout54.xml"/><Relationship Id="rId12" Type="http://schemas.openxmlformats.org/officeDocument/2006/relationships/theme" Target="../theme/theme6.xml"/><Relationship Id="rId11" Type="http://schemas.openxmlformats.org/officeDocument/2006/relationships/slideLayout" Target="../slideLayouts/slideLayout63.xml"/><Relationship Id="rId10" Type="http://schemas.openxmlformats.org/officeDocument/2006/relationships/slideLayout" Target="../slideLayouts/slideLayout62.xml"/><Relationship Id="rId1" Type="http://schemas.openxmlformats.org/officeDocument/2006/relationships/slideLayout" Target="../slideLayouts/slideLayout53.xml"/></Relationships>
</file>

<file path=ppt/slideMasters/_rels/slideMaster7.xml.rels><?xml version="1.0" encoding="UTF-8" standalone="yes"?>
<Relationships xmlns="http://schemas.openxmlformats.org/package/2006/relationships"><Relationship Id="rId9" Type="http://schemas.openxmlformats.org/officeDocument/2006/relationships/slideLayout" Target="../slideLayouts/slideLayout72.xml"/><Relationship Id="rId8" Type="http://schemas.openxmlformats.org/officeDocument/2006/relationships/slideLayout" Target="../slideLayouts/slideLayout71.xml"/><Relationship Id="rId7" Type="http://schemas.openxmlformats.org/officeDocument/2006/relationships/slideLayout" Target="../slideLayouts/slideLayout70.xml"/><Relationship Id="rId6" Type="http://schemas.openxmlformats.org/officeDocument/2006/relationships/slideLayout" Target="../slideLayouts/slideLayout69.xml"/><Relationship Id="rId5" Type="http://schemas.openxmlformats.org/officeDocument/2006/relationships/slideLayout" Target="../slideLayouts/slideLayout68.xml"/><Relationship Id="rId4" Type="http://schemas.openxmlformats.org/officeDocument/2006/relationships/slideLayout" Target="../slideLayouts/slideLayout67.xml"/><Relationship Id="rId3" Type="http://schemas.openxmlformats.org/officeDocument/2006/relationships/slideLayout" Target="../slideLayouts/slideLayout66.xml"/><Relationship Id="rId2" Type="http://schemas.openxmlformats.org/officeDocument/2006/relationships/slideLayout" Target="../slideLayouts/slideLayout65.xml"/><Relationship Id="rId12" Type="http://schemas.openxmlformats.org/officeDocument/2006/relationships/theme" Target="../theme/theme7.xml"/><Relationship Id="rId11" Type="http://schemas.openxmlformats.org/officeDocument/2006/relationships/slideLayout" Target="../slideLayouts/slideLayout74.xml"/><Relationship Id="rId10" Type="http://schemas.openxmlformats.org/officeDocument/2006/relationships/slideLayout" Target="../slideLayouts/slideLayout73.xml"/><Relationship Id="rId1" Type="http://schemas.openxmlformats.org/officeDocument/2006/relationships/slideLayout" Target="../slideLayouts/slideLayout64.xml"/></Relationships>
</file>

<file path=ppt/slideMasters/_rels/slideMaster8.xml.rels><?xml version="1.0" encoding="UTF-8" standalone="yes"?>
<Relationships xmlns="http://schemas.openxmlformats.org/package/2006/relationships"><Relationship Id="rId9" Type="http://schemas.openxmlformats.org/officeDocument/2006/relationships/slideLayout" Target="../slideLayouts/slideLayout83.xml"/><Relationship Id="rId8" Type="http://schemas.openxmlformats.org/officeDocument/2006/relationships/slideLayout" Target="../slideLayouts/slideLayout82.xml"/><Relationship Id="rId7" Type="http://schemas.openxmlformats.org/officeDocument/2006/relationships/slideLayout" Target="../slideLayouts/slideLayout81.xml"/><Relationship Id="rId6" Type="http://schemas.openxmlformats.org/officeDocument/2006/relationships/slideLayout" Target="../slideLayouts/slideLayout80.xml"/><Relationship Id="rId5" Type="http://schemas.openxmlformats.org/officeDocument/2006/relationships/slideLayout" Target="../slideLayouts/slideLayout79.xml"/><Relationship Id="rId4" Type="http://schemas.openxmlformats.org/officeDocument/2006/relationships/slideLayout" Target="../slideLayouts/slideLayout78.xml"/><Relationship Id="rId3" Type="http://schemas.openxmlformats.org/officeDocument/2006/relationships/slideLayout" Target="../slideLayouts/slideLayout77.xml"/><Relationship Id="rId2" Type="http://schemas.openxmlformats.org/officeDocument/2006/relationships/slideLayout" Target="../slideLayouts/slideLayout76.xml"/><Relationship Id="rId11" Type="http://schemas.openxmlformats.org/officeDocument/2006/relationships/theme" Target="../theme/theme8.xml"/><Relationship Id="rId10" Type="http://schemas.openxmlformats.org/officeDocument/2006/relationships/slideLayout" Target="../slideLayouts/slideLayout84.xml"/><Relationship Id="rId1" Type="http://schemas.openxmlformats.org/officeDocument/2006/relationships/slideLayout" Target="../slideLayouts/slideLayout75.xml"/></Relationships>
</file>

<file path=ppt/slideMasters/_rels/slideMaster9.xml.rels><?xml version="1.0" encoding="UTF-8" standalone="yes"?>
<Relationships xmlns="http://schemas.openxmlformats.org/package/2006/relationships"><Relationship Id="rId9" Type="http://schemas.openxmlformats.org/officeDocument/2006/relationships/slideLayout" Target="../slideLayouts/slideLayout93.xml"/><Relationship Id="rId8" Type="http://schemas.openxmlformats.org/officeDocument/2006/relationships/slideLayout" Target="../slideLayouts/slideLayout92.xml"/><Relationship Id="rId7" Type="http://schemas.openxmlformats.org/officeDocument/2006/relationships/slideLayout" Target="../slideLayouts/slideLayout91.xml"/><Relationship Id="rId6" Type="http://schemas.openxmlformats.org/officeDocument/2006/relationships/slideLayout" Target="../slideLayouts/slideLayout90.xml"/><Relationship Id="rId5" Type="http://schemas.openxmlformats.org/officeDocument/2006/relationships/slideLayout" Target="../slideLayouts/slideLayout89.xml"/><Relationship Id="rId4" Type="http://schemas.openxmlformats.org/officeDocument/2006/relationships/slideLayout" Target="../slideLayouts/slideLayout88.xml"/><Relationship Id="rId3" Type="http://schemas.openxmlformats.org/officeDocument/2006/relationships/slideLayout" Target="../slideLayouts/slideLayout87.xml"/><Relationship Id="rId2" Type="http://schemas.openxmlformats.org/officeDocument/2006/relationships/slideLayout" Target="../slideLayouts/slideLayout86.xml"/><Relationship Id="rId11" Type="http://schemas.openxmlformats.org/officeDocument/2006/relationships/theme" Target="../theme/theme9.xml"/><Relationship Id="rId10" Type="http://schemas.openxmlformats.org/officeDocument/2006/relationships/slideLayout" Target="../slideLayouts/slideLayout94.xml"/><Relationship Id="rId1" Type="http://schemas.openxmlformats.org/officeDocument/2006/relationships/slideLayout" Target="../slideLayouts/slideLayout85.xml"/></Relationships>
</file>

<file path=ppt/slideMasters/_rels/slideMaster10.xml.rels><?xml version="1.0" encoding="UTF-8" standalone="yes"?>
<Relationships xmlns="http://schemas.openxmlformats.org/package/2006/relationships"><Relationship Id="rId9" Type="http://schemas.openxmlformats.org/officeDocument/2006/relationships/slideLayout" Target="../slideLayouts/slideLayout103.xml"/><Relationship Id="rId8" Type="http://schemas.openxmlformats.org/officeDocument/2006/relationships/slideLayout" Target="../slideLayouts/slideLayout102.xml"/><Relationship Id="rId7" Type="http://schemas.openxmlformats.org/officeDocument/2006/relationships/slideLayout" Target="../slideLayouts/slideLayout101.xml"/><Relationship Id="rId6" Type="http://schemas.openxmlformats.org/officeDocument/2006/relationships/slideLayout" Target="../slideLayouts/slideLayout100.xml"/><Relationship Id="rId5" Type="http://schemas.openxmlformats.org/officeDocument/2006/relationships/slideLayout" Target="../slideLayouts/slideLayout99.xml"/><Relationship Id="rId4" Type="http://schemas.openxmlformats.org/officeDocument/2006/relationships/slideLayout" Target="../slideLayouts/slideLayout98.xml"/><Relationship Id="rId3" Type="http://schemas.openxmlformats.org/officeDocument/2006/relationships/slideLayout" Target="../slideLayouts/slideLayout97.xml"/><Relationship Id="rId2" Type="http://schemas.openxmlformats.org/officeDocument/2006/relationships/slideLayout" Target="../slideLayouts/slideLayout96.xml"/><Relationship Id="rId12" Type="http://schemas.openxmlformats.org/officeDocument/2006/relationships/theme" Target="../theme/theme10.xml"/><Relationship Id="rId11" Type="http://schemas.openxmlformats.org/officeDocument/2006/relationships/slideLayout" Target="../slideLayouts/slideLayout105.xml"/><Relationship Id="rId10" Type="http://schemas.openxmlformats.org/officeDocument/2006/relationships/slideLayout" Target="../slideLayouts/slideLayout104.xml"/><Relationship Id="rId1" Type="http://schemas.openxmlformats.org/officeDocument/2006/relationships/slideLayout" Target="../slideLayouts/slideLayout95.xml"/></Relationships>
</file>

<file path=ppt/slideMasters/_rels/slideMaster11.xml.rels><?xml version="1.0" encoding="UTF-8" standalone="yes"?>
<Relationships xmlns="http://schemas.openxmlformats.org/package/2006/relationships"><Relationship Id="rId9" Type="http://schemas.openxmlformats.org/officeDocument/2006/relationships/slideLayout" Target="../slideLayouts/slideLayout114.xml"/><Relationship Id="rId8" Type="http://schemas.openxmlformats.org/officeDocument/2006/relationships/slideLayout" Target="../slideLayouts/slideLayout113.xml"/><Relationship Id="rId7" Type="http://schemas.openxmlformats.org/officeDocument/2006/relationships/slideLayout" Target="../slideLayouts/slideLayout112.xml"/><Relationship Id="rId6" Type="http://schemas.openxmlformats.org/officeDocument/2006/relationships/slideLayout" Target="../slideLayouts/slideLayout111.xml"/><Relationship Id="rId5" Type="http://schemas.openxmlformats.org/officeDocument/2006/relationships/slideLayout" Target="../slideLayouts/slideLayout110.xml"/><Relationship Id="rId4" Type="http://schemas.openxmlformats.org/officeDocument/2006/relationships/slideLayout" Target="../slideLayouts/slideLayout109.xml"/><Relationship Id="rId3" Type="http://schemas.openxmlformats.org/officeDocument/2006/relationships/slideLayout" Target="../slideLayouts/slideLayout108.xml"/><Relationship Id="rId2" Type="http://schemas.openxmlformats.org/officeDocument/2006/relationships/slideLayout" Target="../slideLayouts/slideLayout107.xml"/><Relationship Id="rId12" Type="http://schemas.openxmlformats.org/officeDocument/2006/relationships/theme" Target="../theme/theme11.xml"/><Relationship Id="rId11" Type="http://schemas.openxmlformats.org/officeDocument/2006/relationships/slideLayout" Target="../slideLayouts/slideLayout116.xml"/><Relationship Id="rId10" Type="http://schemas.openxmlformats.org/officeDocument/2006/relationships/slideLayout" Target="../slideLayouts/slideLayout115.xml"/><Relationship Id="rId1" Type="http://schemas.openxmlformats.org/officeDocument/2006/relationships/slideLayout" Target="../slideLayouts/slideLayout106.xml"/></Relationships>
</file>

<file path=ppt/slideMasters/_rels/slideMaster12.xml.rels><?xml version="1.0" encoding="UTF-8" standalone="yes"?>
<Relationships xmlns="http://schemas.openxmlformats.org/package/2006/relationships"><Relationship Id="rId9" Type="http://schemas.openxmlformats.org/officeDocument/2006/relationships/slideLayout" Target="../slideLayouts/slideLayout125.xml"/><Relationship Id="rId8" Type="http://schemas.openxmlformats.org/officeDocument/2006/relationships/slideLayout" Target="../slideLayouts/slideLayout124.xml"/><Relationship Id="rId7" Type="http://schemas.openxmlformats.org/officeDocument/2006/relationships/slideLayout" Target="../slideLayouts/slideLayout123.xml"/><Relationship Id="rId6" Type="http://schemas.openxmlformats.org/officeDocument/2006/relationships/slideLayout" Target="../slideLayouts/slideLayout122.xml"/><Relationship Id="rId5" Type="http://schemas.openxmlformats.org/officeDocument/2006/relationships/slideLayout" Target="../slideLayouts/slideLayout121.xml"/><Relationship Id="rId4" Type="http://schemas.openxmlformats.org/officeDocument/2006/relationships/slideLayout" Target="../slideLayouts/slideLayout120.xml"/><Relationship Id="rId3" Type="http://schemas.openxmlformats.org/officeDocument/2006/relationships/slideLayout" Target="../slideLayouts/slideLayout119.xml"/><Relationship Id="rId2" Type="http://schemas.openxmlformats.org/officeDocument/2006/relationships/slideLayout" Target="../slideLayouts/slideLayout118.xml"/><Relationship Id="rId12" Type="http://schemas.openxmlformats.org/officeDocument/2006/relationships/theme" Target="../theme/theme12.xml"/><Relationship Id="rId11" Type="http://schemas.openxmlformats.org/officeDocument/2006/relationships/slideLayout" Target="../slideLayouts/slideLayout127.xml"/><Relationship Id="rId10" Type="http://schemas.openxmlformats.org/officeDocument/2006/relationships/slideLayout" Target="../slideLayouts/slideLayout126.xml"/><Relationship Id="rId1" Type="http://schemas.openxmlformats.org/officeDocument/2006/relationships/slideLayout" Target="../slideLayouts/slideLayout117.xml"/></Relationships>
</file>

<file path=ppt/slideMasters/_rels/slideMaster13.xml.rels><?xml version="1.0" encoding="UTF-8" standalone="yes"?>
<Relationships xmlns="http://schemas.openxmlformats.org/package/2006/relationships"><Relationship Id="rId9" Type="http://schemas.openxmlformats.org/officeDocument/2006/relationships/slideLayout" Target="../slideLayouts/slideLayout136.xml"/><Relationship Id="rId8" Type="http://schemas.openxmlformats.org/officeDocument/2006/relationships/slideLayout" Target="../slideLayouts/slideLayout135.xml"/><Relationship Id="rId7" Type="http://schemas.openxmlformats.org/officeDocument/2006/relationships/slideLayout" Target="../slideLayouts/slideLayout134.xml"/><Relationship Id="rId6" Type="http://schemas.openxmlformats.org/officeDocument/2006/relationships/slideLayout" Target="../slideLayouts/slideLayout133.xml"/><Relationship Id="rId5" Type="http://schemas.openxmlformats.org/officeDocument/2006/relationships/slideLayout" Target="../slideLayouts/slideLayout132.xml"/><Relationship Id="rId4" Type="http://schemas.openxmlformats.org/officeDocument/2006/relationships/slideLayout" Target="../slideLayouts/slideLayout131.xml"/><Relationship Id="rId3" Type="http://schemas.openxmlformats.org/officeDocument/2006/relationships/slideLayout" Target="../slideLayouts/slideLayout130.xml"/><Relationship Id="rId2" Type="http://schemas.openxmlformats.org/officeDocument/2006/relationships/slideLayout" Target="../slideLayouts/slideLayout129.xml"/><Relationship Id="rId11" Type="http://schemas.openxmlformats.org/officeDocument/2006/relationships/theme" Target="../theme/theme13.xml"/><Relationship Id="rId10" Type="http://schemas.openxmlformats.org/officeDocument/2006/relationships/slideLayout" Target="../slideLayouts/slideLayout137.xml"/><Relationship Id="rId1" Type="http://schemas.openxmlformats.org/officeDocument/2006/relationships/slideLayout" Target="../slideLayouts/slideLayout128.xml"/></Relationships>
</file>

<file path=ppt/slideMasters/_rels/slideMaster14.xml.rels><?xml version="1.0" encoding="UTF-8" standalone="yes"?>
<Relationships xmlns="http://schemas.openxmlformats.org/package/2006/relationships"><Relationship Id="rId9" Type="http://schemas.openxmlformats.org/officeDocument/2006/relationships/slideLayout" Target="../slideLayouts/slideLayout146.xml"/><Relationship Id="rId8" Type="http://schemas.openxmlformats.org/officeDocument/2006/relationships/slideLayout" Target="../slideLayouts/slideLayout145.xml"/><Relationship Id="rId7" Type="http://schemas.openxmlformats.org/officeDocument/2006/relationships/slideLayout" Target="../slideLayouts/slideLayout144.xml"/><Relationship Id="rId6" Type="http://schemas.openxmlformats.org/officeDocument/2006/relationships/slideLayout" Target="../slideLayouts/slideLayout143.xml"/><Relationship Id="rId5" Type="http://schemas.openxmlformats.org/officeDocument/2006/relationships/slideLayout" Target="../slideLayouts/slideLayout142.xml"/><Relationship Id="rId4" Type="http://schemas.openxmlformats.org/officeDocument/2006/relationships/slideLayout" Target="../slideLayouts/slideLayout141.xml"/><Relationship Id="rId3" Type="http://schemas.openxmlformats.org/officeDocument/2006/relationships/slideLayout" Target="../slideLayouts/slideLayout140.xml"/><Relationship Id="rId2" Type="http://schemas.openxmlformats.org/officeDocument/2006/relationships/slideLayout" Target="../slideLayouts/slideLayout139.xml"/><Relationship Id="rId12" Type="http://schemas.openxmlformats.org/officeDocument/2006/relationships/theme" Target="../theme/theme14.xml"/><Relationship Id="rId11" Type="http://schemas.openxmlformats.org/officeDocument/2006/relationships/slideLayout" Target="../slideLayouts/slideLayout148.xml"/><Relationship Id="rId10" Type="http://schemas.openxmlformats.org/officeDocument/2006/relationships/slideLayout" Target="../slideLayouts/slideLayout147.xml"/><Relationship Id="rId1" Type="http://schemas.openxmlformats.org/officeDocument/2006/relationships/slideLayout" Target="../slideLayouts/slideLayout13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endParaRPr lang="zh-CN" altLang="en-US"/>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endParaRPr lang="zh-CN" altLang="en-US" dirty="0"/>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fld id="{49AE70B2-8BF9-45C0-BB95-33D1B9D3A854}" type="slidenum">
              <a:rPr lang="zh-CN" altLang="en-US" smtClean="0"/>
            </a:fld>
            <a:endParaRPr lang="zh-CN" altLang="en-US" dirty="0"/>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endParaRPr lang="zh-CN" altLang="en-US"/>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endParaRPr lang="zh-CN" altLang="en-US" dirty="0"/>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fld id="{49AE70B2-8BF9-45C0-BB95-33D1B9D3A854}" type="slidenum">
              <a:rPr lang="zh-CN" altLang="en-US" smtClean="0"/>
            </a:fld>
            <a:endParaRPr lang="zh-CN" altLang="en-US" dirty="0"/>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sym typeface="Arial" panose="020B0604020202020204" pitchFamily="34" charset="0"/>
            </a:endParaRPr>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sym typeface="Arial" panose="020B0604020202020204" pitchFamily="34" charset="0"/>
            </a:endParaRPr>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sym typeface="Arial" panose="020B0604020202020204" pitchFamily="34" charset="0"/>
            </a:endParaRPr>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694" r:id="rId1"/>
    <p:sldLayoutId id="2147483695" r:id="rId2"/>
    <p:sldLayoutId id="2147483696" r:id="rId3"/>
    <p:sldLayoutId id="2147483697" r:id="rId4"/>
    <p:sldLayoutId id="2147483698" r:id="rId5"/>
    <p:sldLayoutId id="2147483699" r:id="rId6"/>
    <p:sldLayoutId id="2147483700" r:id="rId7"/>
    <p:sldLayoutId id="2147483701" r:id="rId8"/>
    <p:sldLayoutId id="2147483702" r:id="rId9"/>
    <p:sldLayoutId id="2147483703" r:id="rId10"/>
    <p:sldLayoutId id="2147483704" r:id="rId11"/>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sym typeface="Arial" panose="020B0604020202020204" pitchFamily="34" charset="0"/>
            </a:endParaRPr>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sym typeface="Arial" panose="020B0604020202020204" pitchFamily="34" charset="0"/>
            </a:endParaRPr>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18" r:id="rId1"/>
    <p:sldLayoutId id="2147483719" r:id="rId2"/>
    <p:sldLayoutId id="2147483720" r:id="rId3"/>
    <p:sldLayoutId id="2147483721" r:id="rId4"/>
    <p:sldLayoutId id="2147483722" r:id="rId5"/>
    <p:sldLayoutId id="2147483723" r:id="rId6"/>
    <p:sldLayoutId id="2147483724" r:id="rId7"/>
    <p:sldLayoutId id="2147483725" r:id="rId8"/>
    <p:sldLayoutId id="2147483726" r:id="rId9"/>
    <p:sldLayoutId id="2147483727" r:id="rId10"/>
    <p:sldLayoutId id="2147483728" r:id="rId11"/>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dirty="0">
              <a:solidFill>
                <a:prstClr val="black">
                  <a:tint val="75000"/>
                </a:prstClr>
              </a:solidFill>
              <a:ea typeface="微软雅黑" panose="020B0503020204020204" pitchFamily="34" charset="-122"/>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endParaRPr>
          </a:p>
        </p:txBody>
      </p:sp>
      <p:sp>
        <p:nvSpPr>
          <p:cNvPr id="8" name="标题 7"/>
          <p:cNvSpPr>
            <a:spLocks noGrp="1"/>
          </p:cNvSpPr>
          <p:nvPr>
            <p:ph type="title" hasCustomPrompt="1"/>
          </p:nvPr>
        </p:nvSpPr>
        <p:spPr>
          <a:xfrm>
            <a:off x="1339765"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1"/>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30" r:id="rId1"/>
    <p:sldLayoutId id="2147483731" r:id="rId2"/>
    <p:sldLayoutId id="2147483732" r:id="rId3"/>
    <p:sldLayoutId id="2147483733" r:id="rId4"/>
    <p:sldLayoutId id="2147483734" r:id="rId5"/>
    <p:sldLayoutId id="2147483735" r:id="rId6"/>
    <p:sldLayoutId id="2147483736" r:id="rId7"/>
    <p:sldLayoutId id="2147483737" r:id="rId8"/>
    <p:sldLayoutId id="2147483738" r:id="rId9"/>
    <p:sldLayoutId id="2147483739" r:id="rId10"/>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defTabSz="1828800" fontAlgn="auto">
              <a:spcBef>
                <a:spcPts val="0"/>
              </a:spcBef>
              <a:spcAft>
                <a:spcPts val="0"/>
              </a:spcAft>
            </a:pPr>
            <a:endParaRPr lang="zh-CN" altLang="en-US">
              <a:solidFill>
                <a:prstClr val="black">
                  <a:tint val="75000"/>
                </a:prstClr>
              </a:solidFill>
              <a:ea typeface="微软雅黑" panose="020B0503020204020204" pitchFamily="34" charset="-122"/>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defTabSz="1828800" fontAlgn="auto">
              <a:spcBef>
                <a:spcPts val="0"/>
              </a:spcBef>
              <a:spcAft>
                <a:spcPts val="0"/>
              </a:spcAft>
            </a:pPr>
            <a:endParaRPr lang="zh-CN" altLang="en-US" dirty="0">
              <a:solidFill>
                <a:prstClr val="black">
                  <a:tint val="75000"/>
                </a:prstClr>
              </a:solidFill>
              <a:ea typeface="微软雅黑" panose="020B0503020204020204" pitchFamily="34" charset="-122"/>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defTabSz="1828800" fontAlgn="auto">
              <a:spcBef>
                <a:spcPts val="0"/>
              </a:spcBef>
              <a:spcAft>
                <a:spcPts val="0"/>
              </a:spcAft>
            </a:pPr>
            <a:fld id="{49AE70B2-8BF9-45C0-BB95-33D1B9D3A854}" type="slidenum">
              <a:rPr lang="zh-CN" altLang="en-US" smtClean="0">
                <a:solidFill>
                  <a:prstClr val="black">
                    <a:tint val="75000"/>
                  </a:prstClr>
                </a:solidFill>
                <a:ea typeface="微软雅黑" panose="020B0503020204020204" pitchFamily="34" charset="-122"/>
              </a:rPr>
            </a:fld>
            <a:endParaRPr lang="zh-CN" altLang="en-US" dirty="0">
              <a:solidFill>
                <a:prstClr val="black">
                  <a:tint val="75000"/>
                </a:prstClr>
              </a:solidFill>
              <a:ea typeface="微软雅黑" panose="020B0503020204020204" pitchFamily="34" charset="-122"/>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endParaRPr>
          </a:p>
        </p:txBody>
      </p:sp>
      <p:sp>
        <p:nvSpPr>
          <p:cNvPr id="8" name="标题 7"/>
          <p:cNvSpPr>
            <a:spLocks noGrp="1"/>
          </p:cNvSpPr>
          <p:nvPr>
            <p:ph type="title" hasCustomPrompt="1"/>
          </p:nvPr>
        </p:nvSpPr>
        <p:spPr>
          <a:xfrm>
            <a:off x="1339765"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1"/>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sym typeface="Arial" panose="020B0604020202020204" pitchFamily="34" charset="0"/>
            </a:endParaRPr>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sym typeface="Arial" panose="020B0604020202020204" pitchFamily="34" charset="0"/>
            </a:endParaRPr>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64" r:id="rId1"/>
    <p:sldLayoutId id="2147483765" r:id="rId2"/>
    <p:sldLayoutId id="2147483766" r:id="rId3"/>
    <p:sldLayoutId id="2147483767" r:id="rId4"/>
    <p:sldLayoutId id="2147483768" r:id="rId5"/>
    <p:sldLayoutId id="2147483769" r:id="rId6"/>
    <p:sldLayoutId id="2147483770" r:id="rId7"/>
    <p:sldLayoutId id="2147483771" r:id="rId8"/>
    <p:sldLayoutId id="2147483772" r:id="rId9"/>
    <p:sldLayoutId id="2147483773" r:id="rId10"/>
    <p:sldLayoutId id="2147483774" r:id="rId11"/>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pPr marL="0" marR="0" lvl="0" indent="0" algn="l"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pPr marL="0" marR="0" lvl="0" indent="0" algn="r" defTabSz="825500" rtl="0" eaLnBrk="1" fontAlgn="base" latinLnBrk="0" hangingPunct="1">
              <a:lnSpc>
                <a:spcPct val="100000"/>
              </a:lnSpc>
              <a:spcBef>
                <a:spcPct val="0"/>
              </a:spcBef>
              <a:spcAft>
                <a:spcPct val="0"/>
              </a:spcAft>
              <a:buClrTx/>
              <a:buSzTx/>
              <a:buFontTx/>
              <a:buNone/>
              <a:defRPr/>
            </a:pPr>
            <a:fld id="{49AE70B2-8BF9-45C0-BB95-33D1B9D3A854}" type="slidenum">
              <a:rPr kumimoji="0" lang="zh-CN" altLang="en-US" sz="2400" b="0" i="0" u="none" strike="noStrike" kern="1200" cap="none" spc="0" normalizeH="0" baseline="0" noProof="0" smtClean="0">
                <a:ln>
                  <a:noFill/>
                </a:ln>
                <a:solidFill>
                  <a:prstClr val="black">
                    <a:tint val="75000"/>
                  </a:prstClr>
                </a:solidFill>
                <a:effectLst/>
                <a:uLnTx/>
                <a:uFillTx/>
                <a:latin typeface="微软雅黑" panose="020B0503020204020204" pitchFamily="34" charset="-122"/>
                <a:cs typeface="+mn-cs"/>
                <a:sym typeface="Arial" panose="020B0604020202020204" pitchFamily="34" charset="0"/>
              </a:rPr>
            </a:fld>
            <a:endParaRPr kumimoji="0" lang="zh-CN" altLang="en-US" sz="2400" b="0" i="0" u="none" strike="noStrike" kern="1200" cap="none" spc="0" normalizeH="0" baseline="0" noProof="0" dirty="0">
              <a:ln>
                <a:noFill/>
              </a:ln>
              <a:solidFill>
                <a:prstClr val="black">
                  <a:tint val="75000"/>
                </a:prstClr>
              </a:solidFill>
              <a:effectLst/>
              <a:uLnTx/>
              <a:uFillTx/>
              <a:latin typeface="微软雅黑" panose="020B0503020204020204" pitchFamily="34" charset="-122"/>
              <a:cs typeface="+mn-cs"/>
              <a:sym typeface="Arial" panose="020B0604020202020204" pitchFamily="34" charset="0"/>
            </a:endParaRPr>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5500" rtl="0" eaLnBrk="1" fontAlgn="base" latinLnBrk="0" hangingPunct="1">
              <a:lnSpc>
                <a:spcPct val="100000"/>
              </a:lnSpc>
              <a:spcBef>
                <a:spcPct val="0"/>
              </a:spcBef>
              <a:spcAft>
                <a:spcPct val="0"/>
              </a:spcAft>
              <a:buClrTx/>
              <a:buSzTx/>
              <a:buFontTx/>
              <a:buNone/>
              <a:defRPr/>
            </a:pPr>
            <a:endParaRPr kumimoji="0" lang="zh-CN" altLang="en-US" sz="4000" b="0" i="0" u="none" strike="noStrike" kern="1200" cap="none" spc="0" normalizeH="0" baseline="0" noProof="0">
              <a:ln>
                <a:noFill/>
              </a:ln>
              <a:solidFill>
                <a:prstClr val="white"/>
              </a:solidFill>
              <a:effectLst/>
              <a:uLnTx/>
              <a:uFillTx/>
              <a:latin typeface="Arial" panose="020B0604020202020204"/>
              <a:ea typeface="微软雅黑" panose="020B0503020204020204" pitchFamily="34" charset="-122"/>
              <a:cs typeface="+mn-cs"/>
              <a:sym typeface="Arial" panose="020B0604020202020204" pitchFamily="34" charset="0"/>
            </a:endParaRPr>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76" r:id="rId1"/>
    <p:sldLayoutId id="2147483777" r:id="rId2"/>
    <p:sldLayoutId id="2147483778" r:id="rId3"/>
    <p:sldLayoutId id="2147483779" r:id="rId4"/>
    <p:sldLayoutId id="2147483780" r:id="rId5"/>
    <p:sldLayoutId id="2147483781" r:id="rId6"/>
    <p:sldLayoutId id="2147483782" r:id="rId7"/>
    <p:sldLayoutId id="2147483783" r:id="rId8"/>
    <p:sldLayoutId id="2147483784" r:id="rId9"/>
    <p:sldLayoutId id="2147483785" r:id="rId10"/>
    <p:sldLayoutId id="2147483786" r:id="rId11"/>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endParaRPr lang="zh-CN" altLang="en-US"/>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endParaRPr lang="zh-CN" altLang="en-US" dirty="0"/>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fld id="{49AE70B2-8BF9-45C0-BB95-33D1B9D3A854}" type="slidenum">
              <a:rPr lang="zh-CN" altLang="en-US" smtClean="0"/>
            </a:fld>
            <a:endParaRPr lang="zh-CN" altLang="en-US" dirty="0"/>
          </a:p>
        </p:txBody>
      </p:sp>
      <p:sp>
        <p:nvSpPr>
          <p:cNvPr id="7" name="KSO_TEMPLATE" hidden="1"/>
          <p:cNvSpPr/>
          <p:nvPr userDrawn="1"/>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a:p>
        </p:txBody>
      </p:sp>
      <p:sp>
        <p:nvSpPr>
          <p:cNvPr id="8" name="标题 7"/>
          <p:cNvSpPr>
            <a:spLocks noGrp="1"/>
          </p:cNvSpPr>
          <p:nvPr>
            <p:ph type="title" hasCustomPrompt="1"/>
          </p:nvPr>
        </p:nvSpPr>
        <p:spPr>
          <a:xfrm>
            <a:off x="1339764"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dirty="0">
                <a:sym typeface="+mn-ea"/>
              </a:rPr>
              <a:t>单击此处编辑标题</a:t>
            </a:r>
            <a:endParaRPr dirty="0">
              <a:sym typeface="+mn-ea"/>
            </a:endParaRPr>
          </a:p>
        </p:txBody>
      </p:sp>
      <p:sp>
        <p:nvSpPr>
          <p:cNvPr id="9" name="文本占位符 8"/>
          <p:cNvSpPr>
            <a:spLocks noGrp="1"/>
          </p:cNvSpPr>
          <p:nvPr>
            <p:ph type="body" idx="1" hasCustomPrompt="1"/>
          </p:nvPr>
        </p:nvSpPr>
        <p:spPr>
          <a:xfrm>
            <a:off x="1339850" y="3016250"/>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88" r:id="rId1"/>
    <p:sldLayoutId id="2147483789" r:id="rId2"/>
    <p:sldLayoutId id="2147483790" r:id="rId3"/>
    <p:sldLayoutId id="2147483791" r:id="rId4"/>
    <p:sldLayoutId id="2147483792" r:id="rId5"/>
    <p:sldLayoutId id="2147483793" r:id="rId6"/>
    <p:sldLayoutId id="2147483794" r:id="rId7"/>
    <p:sldLayoutId id="2147483795" r:id="rId8"/>
    <p:sldLayoutId id="2147483796" r:id="rId9"/>
    <p:sldLayoutId id="2147483797" r:id="rId10"/>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nvPr>
        </p:nvSpPr>
        <p:spPr>
          <a:xfrm>
            <a:off x="1759484" y="12699666"/>
            <a:ext cx="5400000" cy="633600"/>
          </a:xfrm>
          <a:prstGeom prst="rect">
            <a:avLst/>
          </a:prstGeom>
        </p:spPr>
        <p:txBody>
          <a:bodyPr vert="horz" lIns="91440" tIns="45720" rIns="91440" bIns="45720" rtlCol="0" anchor="ctr">
            <a:normAutofit/>
          </a:bodyPr>
          <a:lstStyle>
            <a:lvl1pPr algn="l">
              <a:defRPr sz="2400">
                <a:solidFill>
                  <a:schemeClr val="tx1">
                    <a:tint val="75000"/>
                  </a:schemeClr>
                </a:solidFill>
                <a:latin typeface="+mn-ea"/>
              </a:defRPr>
            </a:lvl1pPr>
          </a:lstStyle>
          <a:p>
            <a:endParaRPr lang="zh-CN" altLang="en-US"/>
          </a:p>
        </p:txBody>
      </p:sp>
      <p:sp>
        <p:nvSpPr>
          <p:cNvPr id="5" name="页脚占位符 4"/>
          <p:cNvSpPr>
            <a:spLocks noGrp="1"/>
          </p:cNvSpPr>
          <p:nvPr>
            <p:ph type="ftr" sz="quarter" idx="3"/>
          </p:nvPr>
        </p:nvSpPr>
        <p:spPr>
          <a:xfrm>
            <a:off x="8232000" y="12699666"/>
            <a:ext cx="7920000" cy="633600"/>
          </a:xfrm>
          <a:prstGeom prst="rect">
            <a:avLst/>
          </a:prstGeom>
        </p:spPr>
        <p:txBody>
          <a:bodyPr vert="horz" lIns="91440" tIns="45720" rIns="91440" bIns="45720" rtlCol="0" anchor="ctr">
            <a:normAutofit/>
          </a:bodyPr>
          <a:lstStyle>
            <a:lvl1pPr algn="ctr">
              <a:defRPr sz="2400">
                <a:solidFill>
                  <a:schemeClr val="tx1">
                    <a:tint val="75000"/>
                  </a:schemeClr>
                </a:solidFill>
                <a:latin typeface="+mn-ea"/>
              </a:defRPr>
            </a:lvl1pPr>
          </a:lstStyle>
          <a:p>
            <a:endParaRPr lang="zh-CN" altLang="en-US"/>
          </a:p>
        </p:txBody>
      </p:sp>
      <p:sp>
        <p:nvSpPr>
          <p:cNvPr id="6" name="灯片编号占位符 5"/>
          <p:cNvSpPr>
            <a:spLocks noGrp="1"/>
          </p:cNvSpPr>
          <p:nvPr>
            <p:ph type="sldNum" sz="quarter" idx="4"/>
          </p:nvPr>
        </p:nvSpPr>
        <p:spPr>
          <a:xfrm>
            <a:off x="17221200" y="12699666"/>
            <a:ext cx="5400000" cy="633600"/>
          </a:xfrm>
          <a:prstGeom prst="rect">
            <a:avLst/>
          </a:prstGeom>
        </p:spPr>
        <p:txBody>
          <a:bodyPr vert="horz" lIns="91440" tIns="45720" rIns="91440" bIns="45720" rtlCol="0" anchor="ctr">
            <a:normAutofit/>
          </a:bodyPr>
          <a:lstStyle>
            <a:lvl1pPr algn="r">
              <a:defRPr sz="2400">
                <a:solidFill>
                  <a:schemeClr val="tx1">
                    <a:tint val="75000"/>
                  </a:schemeClr>
                </a:solidFill>
                <a:latin typeface="+mn-ea"/>
              </a:defRPr>
            </a:lvl1pPr>
          </a:lstStyle>
          <a:p>
            <a:fld id="{49AE70B2-8BF9-45C0-BB95-33D1B9D3A854}" type="slidenum">
              <a:rPr lang="zh-CN" altLang="en-US" smtClean="0"/>
            </a:fld>
            <a:endParaRPr lang="zh-CN" altLang="en-US"/>
          </a:p>
        </p:txBody>
      </p:sp>
      <p:sp>
        <p:nvSpPr>
          <p:cNvPr id="7" name="KSO_TEMPLATE" hidden="1"/>
          <p:cNvSpPr/>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a:p>
        </p:txBody>
      </p:sp>
      <p:sp>
        <p:nvSpPr>
          <p:cNvPr id="8" name="标题 7"/>
          <p:cNvSpPr>
            <a:spLocks noGrp="1"/>
          </p:cNvSpPr>
          <p:nvPr>
            <p:ph type="title" hasCustomPrompt="1"/>
          </p:nvPr>
        </p:nvSpPr>
        <p:spPr>
          <a:xfrm>
            <a:off x="1339765" y="1162450"/>
            <a:ext cx="21704474" cy="1296000"/>
          </a:xfrm>
        </p:spPr>
        <p:txBody>
          <a:bodyPr vert="horz" lIns="101600" tIns="38100" rIns="76200" bIns="38100" rtlCol="0" anchor="ctr" anchorCtr="0">
            <a:noAutofit/>
          </a:bodyPr>
          <a:lstStyle>
            <a:lvl1pPr marL="0" marR="0" algn="l" defTabSz="914400" rtl="0" eaLnBrk="1" fontAlgn="auto" latinLnBrk="0" hangingPunct="1">
              <a:lnSpc>
                <a:spcPct val="100000"/>
              </a:lnSpc>
              <a:buNone/>
              <a:defRPr kumimoji="0" lang="zh-CN" altLang="en-US" sz="6400" b="1" i="0" u="none" strike="noStrike" kern="1200" cap="none" spc="200" normalizeH="0" baseline="0" noProof="1" dirty="0">
                <a:solidFill>
                  <a:schemeClr val="tx1"/>
                </a:solidFill>
                <a:uFillTx/>
                <a:latin typeface="+mn-ea"/>
                <a:ea typeface="+mn-ea"/>
                <a:cs typeface="+mj-cs"/>
                <a:sym typeface="+mn-ea"/>
              </a:defRPr>
            </a:lvl1pPr>
          </a:lstStyle>
          <a:p>
            <a:pPr lvl="0"/>
            <a:r>
              <a:rPr>
                <a:sym typeface="+mn-ea"/>
              </a:rPr>
              <a:t>单击此处编辑标题</a:t>
            </a:r>
            <a:endParaRPr>
              <a:sym typeface="+mn-ea"/>
            </a:endParaRPr>
          </a:p>
        </p:txBody>
      </p:sp>
      <p:sp>
        <p:nvSpPr>
          <p:cNvPr id="9" name="文本占位符 8"/>
          <p:cNvSpPr>
            <a:spLocks noGrp="1"/>
          </p:cNvSpPr>
          <p:nvPr>
            <p:ph type="body" idx="1" hasCustomPrompt="1"/>
          </p:nvPr>
        </p:nvSpPr>
        <p:spPr>
          <a:xfrm>
            <a:off x="1339850" y="3016251"/>
            <a:ext cx="21704300" cy="9498330"/>
          </a:xfrm>
          <a:prstGeom prst="rect">
            <a:avLst/>
          </a:prstGeom>
        </p:spPr>
        <p:txBody>
          <a:bodyPr vert="horz" lIns="101600" tIns="0" rIns="82550" bIns="0" rtlCol="0">
            <a:normAutofit/>
          </a:bodyPr>
          <a:lstStyle>
            <a:lvl1pPr>
              <a:defRPr sz="4800"/>
            </a:lvl1pPr>
            <a:lvl2pPr>
              <a:defRPr sz="4800"/>
            </a:lvl2pPr>
            <a:lvl3pPr>
              <a:defRPr sz="4800"/>
            </a:lvl3pPr>
            <a:lvl4pPr>
              <a:defRPr sz="4800"/>
            </a:lvl4pPr>
            <a:lvl5pPr>
              <a:defRPr sz="4800"/>
            </a:lvl5pPr>
          </a:lstStyle>
          <a:p>
            <a:pPr lvl="0"/>
            <a:r>
              <a:rPr lang="zh-CN" altLang="en-US" dirty="0"/>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a:p>
            <a:pPr lvl="0"/>
            <a:r>
              <a:rPr lang="zh-CN" altLang="en-US" dirty="0">
                <a:sym typeface="+mn-ea"/>
              </a:rPr>
              <a:t>单击此处编辑正文</a:t>
            </a:r>
            <a:endParaRPr lang="zh-CN" altLang="en-US" dirty="0"/>
          </a:p>
        </p:txBody>
      </p:sp>
    </p:spTree>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804" r:id="rId6"/>
    <p:sldLayoutId id="2147483805" r:id="rId7"/>
    <p:sldLayoutId id="2147483806" r:id="rId8"/>
    <p:sldLayoutId id="2147483807" r:id="rId9"/>
    <p:sldLayoutId id="2147483808" r:id="rId10"/>
    <p:sldLayoutId id="2147483809" r:id="rId11"/>
  </p:sldLayoutIdLst>
  <p:hf hdr="0" ftr="0" dt="0"/>
  <p:txStyles>
    <p:titleStyle>
      <a:lvl1pPr algn="l" defTabSz="1828800" rtl="0" eaLnBrk="1" fontAlgn="auto" latinLnBrk="0" hangingPunct="1">
        <a:lnSpc>
          <a:spcPct val="100000"/>
        </a:lnSpc>
        <a:spcBef>
          <a:spcPct val="0"/>
        </a:spcBef>
        <a:buNone/>
        <a:defRPr sz="5600" b="1" u="none" strike="noStrike" kern="1200" cap="none" spc="200" normalizeH="0">
          <a:solidFill>
            <a:schemeClr val="tx1"/>
          </a:solidFill>
          <a:uFillTx/>
          <a:latin typeface="+mn-ea"/>
          <a:ea typeface="+mn-ea"/>
          <a:cs typeface="+mj-cs"/>
        </a:defRPr>
      </a:lvl1pPr>
    </p:titleStyle>
    <p:bodyStyle>
      <a:lvl1pPr marL="4572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1pPr>
      <a:lvl2pPr marL="1371600" indent="-457200" algn="l" defTabSz="1828800" rtl="0" eaLnBrk="1" fontAlgn="auto" latinLnBrk="0" hangingPunct="1">
        <a:lnSpc>
          <a:spcPct val="130000"/>
        </a:lnSpc>
        <a:spcBef>
          <a:spcPct val="1000"/>
        </a:spcBef>
        <a:spcAft>
          <a:spcPts val="1000"/>
        </a:spcAft>
        <a:buFont typeface="Arial" panose="020B0604020202020204" pitchFamily="34" charset="0"/>
        <a:buChar char="•"/>
        <a:tabLst>
          <a:tab pos="3219450" algn="l"/>
        </a:tabLst>
        <a:defRPr sz="3200" u="none" strike="noStrike" kern="1200" cap="none" spc="150" normalizeH="0" baseline="0">
          <a:solidFill>
            <a:schemeClr val="tx1"/>
          </a:solidFill>
          <a:uFillTx/>
          <a:latin typeface="+mn-ea"/>
          <a:ea typeface="+mn-ea"/>
          <a:cs typeface="+mn-cs"/>
        </a:defRPr>
      </a:lvl2pPr>
      <a:lvl3pPr marL="22860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3pPr>
      <a:lvl4pPr marL="32004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4pPr>
      <a:lvl5pPr marL="4114800" indent="-457200" algn="l" defTabSz="1828800" rtl="0" eaLnBrk="1" fontAlgn="auto" latinLnBrk="0" hangingPunct="1">
        <a:lnSpc>
          <a:spcPct val="130000"/>
        </a:lnSpc>
        <a:spcBef>
          <a:spcPct val="1000"/>
        </a:spcBef>
        <a:spcAft>
          <a:spcPts val="1000"/>
        </a:spcAft>
        <a:buFont typeface="Arial" panose="020B0604020202020204" pitchFamily="34" charset="0"/>
        <a:buChar char="•"/>
        <a:defRPr sz="3200" u="none" strike="noStrike" kern="1200" cap="none" spc="150" normalizeH="0" baseline="0">
          <a:solidFill>
            <a:schemeClr val="tx1"/>
          </a:solidFill>
          <a:uFillTx/>
          <a:latin typeface="+mn-ea"/>
          <a:ea typeface="+mn-ea"/>
          <a:cs typeface="+mn-cs"/>
        </a:defRPr>
      </a:lvl5pPr>
      <a:lvl6pPr marL="50292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ct val="201000"/>
        </a:spcBef>
        <a:buFont typeface="Arial" panose="020B0604020202020204" pitchFamily="34" charset="0"/>
        <a:buChar char="•"/>
        <a:defRPr sz="3600" kern="1200">
          <a:solidFill>
            <a:schemeClr val="tx1"/>
          </a:solidFill>
          <a:latin typeface="+mn-lt"/>
          <a:ea typeface="+mn-ea"/>
          <a:cs typeface="+mn-cs"/>
        </a:defRPr>
      </a:lvl9pPr>
    </p:bodyStyle>
    <p:otherStyle>
      <a:defPPr>
        <a:defRPr lang="zh-CN"/>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48.xml"/><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46.xml"/><Relationship Id="rId1"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48.xml"/><Relationship Id="rId1" Type="http://schemas.openxmlformats.org/officeDocument/2006/relationships/image" Target="../media/image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8.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48.xml"/><Relationship Id="rId2" Type="http://schemas.openxmlformats.org/officeDocument/2006/relationships/image" Target="../media/image10.png"/><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48.xml"/><Relationship Id="rId2" Type="http://schemas.openxmlformats.org/officeDocument/2006/relationships/image" Target="../media/image12.png"/><Relationship Id="rId1"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8588077" y="294769"/>
            <a:ext cx="15074411" cy="769439"/>
          </a:xfrm>
          <a:prstGeom prst="rect">
            <a:avLst/>
          </a:prstGeom>
          <a:noFill/>
          <a:ln w="12700" cap="flat">
            <a:noFill/>
            <a:miter lim="400000"/>
          </a:ln>
          <a:effectLst/>
        </p:spPr>
        <p:txBody>
          <a:bodyPr rot="0" spcFirstLastPara="1" vertOverflow="overflow" horzOverflow="overflow" vert="horz" wrap="square" lIns="45719" tIns="45719" rIns="45719" bIns="45719" numCol="1" spcCol="38100" rtlCol="0" anchor="t">
            <a:spAutoFit/>
          </a:bodyPr>
          <a:lstStyle/>
          <a:p>
            <a:pPr algn="r" fontAlgn="auto" hangingPunct="0">
              <a:spcBef>
                <a:spcPts val="0"/>
              </a:spcBef>
              <a:spcAft>
                <a:spcPts val="0"/>
              </a:spcAft>
              <a:defRPr/>
            </a:pPr>
            <a:r>
              <a:rPr lang="en-US" altLang="zh-CN" sz="4400" dirty="0">
                <a:solidFill>
                  <a:schemeClr val="accent1">
                    <a:lumMod val="50000"/>
                  </a:schemeClr>
                </a:solidFill>
              </a:rPr>
              <a:t>Spray ball installation</a:t>
            </a:r>
            <a:endParaRPr lang="zh-CN" altLang="en-US" sz="4400" b="1" dirty="0">
              <a:solidFill>
                <a:schemeClr val="accent1">
                  <a:lumMod val="50000"/>
                </a:schemeClr>
              </a:solidFill>
              <a:latin typeface="微软雅黑" panose="020B0503020204020204" pitchFamily="34" charset="-122"/>
              <a:ea typeface="微软雅黑" panose="020B0503020204020204" pitchFamily="34" charset="-122"/>
              <a:cs typeface="Arial" panose="020B0604020202020204"/>
            </a:endParaRPr>
          </a:p>
        </p:txBody>
      </p:sp>
      <p:sp>
        <p:nvSpPr>
          <p:cNvPr id="5" name="文本框 4"/>
          <p:cNvSpPr txBox="1"/>
          <p:nvPr/>
        </p:nvSpPr>
        <p:spPr>
          <a:xfrm>
            <a:off x="1931130" y="1990988"/>
            <a:ext cx="17538584" cy="1015663"/>
          </a:xfrm>
          <a:prstGeom prst="rect">
            <a:avLst/>
          </a:prstGeom>
          <a:noFill/>
        </p:spPr>
        <p:txBody>
          <a:bodyPr wrap="none" rtlCol="0">
            <a:spAutoFit/>
          </a:bodyPr>
          <a:lstStyle/>
          <a:p>
            <a:pPr lvl="0"/>
            <a:r>
              <a:rPr lang="en-US" altLang="zh-CN" sz="3200" dirty="0" smtClean="0">
                <a:solidFill>
                  <a:schemeClr val="tx1"/>
                </a:solidFill>
                <a:latin typeface="+mn-lt"/>
                <a:ea typeface="+mn-ea"/>
              </a:rPr>
              <a:t>1. Spray </a:t>
            </a:r>
            <a:r>
              <a:rPr lang="en-US" altLang="zh-CN" sz="3200" dirty="0">
                <a:solidFill>
                  <a:schemeClr val="tx1"/>
                </a:solidFill>
                <a:latin typeface="+mn-lt"/>
                <a:ea typeface="+mn-ea"/>
              </a:rPr>
              <a:t>ball installation + coverage test + riboflavin cleaning + particulate check for AT09/AT01.</a:t>
            </a:r>
            <a:endParaRPr lang="zh-CN" altLang="zh-CN" sz="3200" dirty="0">
              <a:solidFill>
                <a:schemeClr val="tx1"/>
              </a:solidFill>
              <a:latin typeface="+mn-lt"/>
              <a:ea typeface="+mn-ea"/>
            </a:endParaRPr>
          </a:p>
          <a:p>
            <a:endParaRPr lang="zh-CN" altLang="en-US" sz="2800" dirty="0"/>
          </a:p>
        </p:txBody>
      </p:sp>
      <p:sp>
        <p:nvSpPr>
          <p:cNvPr id="3" name="矩形 2"/>
          <p:cNvSpPr/>
          <p:nvPr/>
        </p:nvSpPr>
        <p:spPr>
          <a:xfrm>
            <a:off x="1575530" y="3006651"/>
            <a:ext cx="21436870" cy="6494085"/>
          </a:xfrm>
          <a:prstGeom prst="rect">
            <a:avLst/>
          </a:prstGeom>
        </p:spPr>
        <p:txBody>
          <a:bodyPr wrap="square">
            <a:spAutoFit/>
          </a:bodyPr>
          <a:lstStyle/>
          <a:p>
            <a:r>
              <a:rPr lang="en-US" altLang="zh-CN" sz="3200" dirty="0">
                <a:solidFill>
                  <a:srgbClr val="0000FF"/>
                </a:solidFill>
                <a:latin typeface="+mn-lt"/>
                <a:ea typeface="+mn-ea"/>
              </a:rPr>
              <a:t>ASYM</a:t>
            </a:r>
            <a:r>
              <a:rPr lang="en-US" altLang="zh-CN" sz="3200" dirty="0" smtClean="0">
                <a:solidFill>
                  <a:srgbClr val="0000FF"/>
                </a:solidFill>
                <a:latin typeface="+mn-lt"/>
                <a:ea typeface="+mn-ea"/>
              </a:rPr>
              <a:t>:</a:t>
            </a:r>
            <a:endParaRPr lang="en-US" altLang="zh-CN" sz="3200" dirty="0" smtClean="0">
              <a:solidFill>
                <a:srgbClr val="0000FF"/>
              </a:solidFill>
              <a:latin typeface="+mn-lt"/>
              <a:ea typeface="+mn-ea"/>
            </a:endParaRPr>
          </a:p>
          <a:p>
            <a:r>
              <a:rPr lang="en-US" altLang="zh-CN" sz="3200" dirty="0" smtClean="0">
                <a:solidFill>
                  <a:srgbClr val="0000FF"/>
                </a:solidFill>
                <a:latin typeface="+mn-lt"/>
                <a:ea typeface="+mn-ea"/>
              </a:rPr>
              <a:t>1</a:t>
            </a:r>
            <a:r>
              <a:rPr lang="en-US" altLang="zh-CN" sz="3200" dirty="0">
                <a:solidFill>
                  <a:srgbClr val="0000FF"/>
                </a:solidFill>
                <a:latin typeface="+mn-lt"/>
                <a:ea typeface="+mn-ea"/>
              </a:rPr>
              <a:t>. A stainless steel spray ball was used for the spray coverage test on mixing vessel AT09. Iodine is not compatible with prolonged stainless-steel contact, so this spray ball will be used only as a temporary accessory and will not remain in the vessel</a:t>
            </a:r>
            <a:r>
              <a:rPr lang="en-US" altLang="zh-CN" sz="3200" dirty="0" smtClean="0">
                <a:solidFill>
                  <a:srgbClr val="0000FF"/>
                </a:solidFill>
                <a:latin typeface="+mn-lt"/>
                <a:ea typeface="+mn-ea"/>
              </a:rPr>
              <a:t>.</a:t>
            </a:r>
            <a:endParaRPr lang="en-US" altLang="zh-CN" sz="3200" dirty="0" smtClean="0">
              <a:solidFill>
                <a:srgbClr val="0000FF"/>
              </a:solidFill>
              <a:latin typeface="+mn-lt"/>
              <a:ea typeface="+mn-ea"/>
            </a:endParaRPr>
          </a:p>
          <a:p>
            <a:endParaRPr lang="en-US" altLang="zh-CN" sz="3200" dirty="0">
              <a:solidFill>
                <a:srgbClr val="0000FF"/>
              </a:solidFill>
              <a:latin typeface="+mn-lt"/>
              <a:ea typeface="+mn-ea"/>
            </a:endParaRPr>
          </a:p>
          <a:p>
            <a:r>
              <a:rPr lang="en-US" altLang="zh-CN" sz="3200" dirty="0">
                <a:solidFill>
                  <a:srgbClr val="0000FF"/>
                </a:solidFill>
                <a:latin typeface="+mn-lt"/>
                <a:ea typeface="+mn-ea"/>
              </a:rPr>
              <a:t>2. A PTFE spray ball has been purchased for mixing vessel AT09, following Lilly's recommendation and material-compatibility assessment. Given the project timeline, we recommend a trial run and completion of the supplemental spray-coverage verification and cleaning confirmation before this vessel is used for the project</a:t>
            </a:r>
            <a:r>
              <a:rPr lang="en-US" altLang="zh-CN" sz="3200" dirty="0" smtClean="0">
                <a:solidFill>
                  <a:srgbClr val="0000FF"/>
                </a:solidFill>
                <a:latin typeface="+mn-lt"/>
                <a:ea typeface="+mn-ea"/>
              </a:rPr>
              <a:t>.</a:t>
            </a:r>
            <a:endParaRPr lang="en-US" altLang="zh-CN" sz="3200" dirty="0" smtClean="0">
              <a:solidFill>
                <a:srgbClr val="0000FF"/>
              </a:solidFill>
              <a:latin typeface="+mn-lt"/>
              <a:ea typeface="+mn-ea"/>
            </a:endParaRPr>
          </a:p>
          <a:p>
            <a:endParaRPr lang="en-US" altLang="zh-CN" sz="3200" dirty="0">
              <a:solidFill>
                <a:srgbClr val="0000FF"/>
              </a:solidFill>
              <a:latin typeface="+mn-lt"/>
              <a:ea typeface="+mn-ea"/>
            </a:endParaRPr>
          </a:p>
          <a:p>
            <a:r>
              <a:rPr lang="en-US" altLang="zh-CN" sz="3200" dirty="0">
                <a:solidFill>
                  <a:srgbClr val="0000FF"/>
                </a:solidFill>
                <a:latin typeface="+mn-lt"/>
                <a:ea typeface="+mn-ea"/>
              </a:rPr>
              <a:t>Proposed completion date: </a:t>
            </a:r>
            <a:r>
              <a:rPr lang="en-US" altLang="zh-CN" sz="3200" dirty="0" smtClean="0">
                <a:solidFill>
                  <a:srgbClr val="0000FF"/>
                </a:solidFill>
                <a:latin typeface="+mn-lt"/>
                <a:ea typeface="+mn-ea"/>
              </a:rPr>
              <a:t>10/22/2026</a:t>
            </a:r>
            <a:endParaRPr lang="en-US" altLang="zh-CN" sz="3200" dirty="0" smtClean="0">
              <a:solidFill>
                <a:srgbClr val="0000FF"/>
              </a:solidFill>
              <a:latin typeface="+mn-lt"/>
              <a:ea typeface="+mn-ea"/>
            </a:endParaRPr>
          </a:p>
          <a:p>
            <a:endParaRPr lang="en-US" altLang="zh-CN" sz="3200" dirty="0">
              <a:solidFill>
                <a:srgbClr val="0000FF"/>
              </a:solidFill>
              <a:latin typeface="+mn-lt"/>
              <a:ea typeface="+mn-ea"/>
            </a:endParaRPr>
          </a:p>
          <a:p>
            <a:r>
              <a:rPr lang="en-US" altLang="zh-CN" sz="3200" dirty="0">
                <a:solidFill>
                  <a:srgbClr val="0000FF"/>
                </a:solidFill>
                <a:latin typeface="+mn-lt"/>
                <a:ea typeface="+mn-ea"/>
              </a:rPr>
              <a:t>3. Mixing vessel AT01 is equipped with a spray ball and has completed spray coverage testing. The missing on-site identification tag has been corrected. </a:t>
            </a:r>
            <a:endParaRPr lang="zh-CN" altLang="en-US" sz="3200" dirty="0">
              <a:solidFill>
                <a:srgbClr val="0000FF"/>
              </a:solidFill>
              <a:latin typeface="+mn-lt"/>
              <a:ea typeface="+mn-ea"/>
            </a:endParaRPr>
          </a:p>
        </p:txBody>
      </p:sp>
      <p:grpSp>
        <p:nvGrpSpPr>
          <p:cNvPr id="8" name="组合 7"/>
          <p:cNvGrpSpPr/>
          <p:nvPr/>
        </p:nvGrpSpPr>
        <p:grpSpPr>
          <a:xfrm>
            <a:off x="18529484" y="9103843"/>
            <a:ext cx="3320866" cy="3945467"/>
            <a:chOff x="9436100" y="9143999"/>
            <a:chExt cx="2959100" cy="3945467"/>
          </a:xfrm>
        </p:grpSpPr>
        <p:pic>
          <p:nvPicPr>
            <p:cNvPr id="6" name="图片 5"/>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9436100" y="9143999"/>
              <a:ext cx="2959100" cy="3945467"/>
            </a:xfrm>
            <a:prstGeom prst="rect">
              <a:avLst/>
            </a:prstGeom>
          </p:spPr>
        </p:pic>
        <p:sp>
          <p:nvSpPr>
            <p:cNvPr id="7" name="文本框 6"/>
            <p:cNvSpPr txBox="1"/>
            <p:nvPr/>
          </p:nvSpPr>
          <p:spPr>
            <a:xfrm>
              <a:off x="9906000" y="12649200"/>
              <a:ext cx="2119683" cy="400110"/>
            </a:xfrm>
            <a:prstGeom prst="rect">
              <a:avLst/>
            </a:prstGeom>
            <a:noFill/>
          </p:spPr>
          <p:txBody>
            <a:bodyPr wrap="none" rtlCol="0">
              <a:spAutoFit/>
            </a:bodyPr>
            <a:lstStyle/>
            <a:p>
              <a:r>
                <a:rPr lang="en-US" altLang="zh-CN" dirty="0" smtClean="0">
                  <a:solidFill>
                    <a:srgbClr val="FF0000"/>
                  </a:solidFill>
                </a:rPr>
                <a:t>TJ4S-1200-AT01</a:t>
              </a:r>
              <a:endParaRPr lang="zh-CN" altLang="en-US" dirty="0">
                <a:solidFill>
                  <a:srgbClr val="FF0000"/>
                </a:solidFill>
              </a:endParaRPr>
            </a:p>
          </p:txBody>
        </p:sp>
      </p:grpSp>
      <p:grpSp>
        <p:nvGrpSpPr>
          <p:cNvPr id="11" name="组合 10"/>
          <p:cNvGrpSpPr/>
          <p:nvPr/>
        </p:nvGrpSpPr>
        <p:grpSpPr>
          <a:xfrm>
            <a:off x="12198430" y="9103843"/>
            <a:ext cx="5499679" cy="3811281"/>
            <a:chOff x="8302961" y="9397928"/>
            <a:chExt cx="5101553" cy="3411171"/>
          </a:xfrm>
        </p:grpSpPr>
        <p:pic>
          <p:nvPicPr>
            <p:cNvPr id="2" name="图片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02961" y="9397928"/>
              <a:ext cx="2558378" cy="3411171"/>
            </a:xfrm>
            <a:prstGeom prst="rect">
              <a:avLst/>
            </a:prstGeom>
          </p:spPr>
        </p:pic>
        <p:pic>
          <p:nvPicPr>
            <p:cNvPr id="9" name="图片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61339" y="9418199"/>
              <a:ext cx="2543175" cy="3390900"/>
            </a:xfrm>
            <a:prstGeom prst="rect">
              <a:avLst/>
            </a:prstGeom>
          </p:spPr>
        </p:pic>
        <p:sp>
          <p:nvSpPr>
            <p:cNvPr id="10" name="文本框 9"/>
            <p:cNvSpPr txBox="1"/>
            <p:nvPr/>
          </p:nvSpPr>
          <p:spPr>
            <a:xfrm>
              <a:off x="8639320" y="12361334"/>
              <a:ext cx="4444037" cy="400110"/>
            </a:xfrm>
            <a:prstGeom prst="rect">
              <a:avLst/>
            </a:prstGeom>
            <a:noFill/>
          </p:spPr>
          <p:txBody>
            <a:bodyPr wrap="none" rtlCol="0">
              <a:spAutoFit/>
            </a:bodyPr>
            <a:lstStyle/>
            <a:p>
              <a:r>
                <a:rPr lang="en-US" altLang="zh-CN" dirty="0">
                  <a:solidFill>
                    <a:srgbClr val="FF0000"/>
                  </a:solidFill>
                </a:rPr>
                <a:t>TJ4S-1213-AT09</a:t>
              </a:r>
              <a:r>
                <a:rPr lang="en-US" altLang="zh-CN" dirty="0">
                  <a:solidFill>
                    <a:srgbClr val="FF0000"/>
                  </a:solidFill>
                </a:rPr>
                <a:t>Dedicated spray ball</a:t>
              </a:r>
              <a:endParaRPr lang="zh-CN" altLang="en-US" dirty="0">
                <a:solidFill>
                  <a:srgbClr val="FF0000"/>
                </a:solidFill>
              </a:endParaRPr>
            </a:p>
          </p:txBody>
        </p:sp>
      </p:gr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灯片编号占位符 5"/>
          <p:cNvSpPr>
            <a:spLocks noGrp="1"/>
          </p:cNvSpPr>
          <p:nvPr>
            <p:ph type="sldNum" sz="quarter" idx="10"/>
          </p:nvPr>
        </p:nvSpPr>
        <p:spPr/>
        <p:txBody>
          <a:bodyPr>
            <a:normAutofit fontScale="75000" lnSpcReduction="20000"/>
          </a:bodyPr>
          <a:lstStyle/>
          <a:p>
            <a:pPr>
              <a:defRPr/>
            </a:pPr>
            <a:r>
              <a:rPr lang="en-US" altLang="zh-CN" dirty="0"/>
              <a:t>-</a:t>
            </a:r>
            <a:fld id="{FAEDECE0-B3E3-4E93-9B91-9F10B30F5B07}" type="slidenum">
              <a:rPr lang="en-US" altLang="zh-CN" smtClean="0"/>
            </a:fld>
            <a:r>
              <a:rPr lang="en-US" altLang="zh-CN" dirty="0"/>
              <a:t>-</a:t>
            </a:r>
            <a:endParaRPr lang="zh-CN" altLang="en-US" dirty="0"/>
          </a:p>
        </p:txBody>
      </p:sp>
      <p:sp>
        <p:nvSpPr>
          <p:cNvPr id="2" name="文本框 1"/>
          <p:cNvSpPr txBox="1"/>
          <p:nvPr/>
        </p:nvSpPr>
        <p:spPr>
          <a:xfrm>
            <a:off x="16831896" y="714644"/>
            <a:ext cx="7315200" cy="769441"/>
          </a:xfrm>
          <a:prstGeom prst="rect">
            <a:avLst/>
          </a:prstGeom>
          <a:noFill/>
        </p:spPr>
        <p:txBody>
          <a:bodyPr wrap="square" rtlCol="0">
            <a:spAutoFit/>
          </a:bodyPr>
          <a:lstStyle/>
          <a:p>
            <a:r>
              <a:rPr lang="en-US" altLang="zh-CN" sz="2400" b="1" dirty="0" smtClean="0">
                <a:solidFill>
                  <a:srgbClr val="3C6CB3"/>
                </a:solidFill>
                <a:latin typeface="+mj-ea"/>
                <a:ea typeface="+mj-ea"/>
              </a:rPr>
              <a:t>SPPS Optimization &amp; Plan Evaluation</a:t>
            </a:r>
            <a:endParaRPr lang="zh-CN" altLang="en-US" sz="2400" b="1" dirty="0">
              <a:solidFill>
                <a:srgbClr val="3C6CB3"/>
              </a:solidFill>
              <a:latin typeface="+mj-ea"/>
              <a:ea typeface="+mj-ea"/>
            </a:endParaRPr>
          </a:p>
        </p:txBody>
      </p:sp>
      <p:pic>
        <p:nvPicPr>
          <p:cNvPr id="4" name="图片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90449" y="2652774"/>
            <a:ext cx="12472667" cy="6028530"/>
          </a:xfrm>
          <a:prstGeom prst="rect">
            <a:avLst/>
          </a:prstGeom>
        </p:spPr>
      </p:pic>
      <p:sp>
        <p:nvSpPr>
          <p:cNvPr id="3" name="文本框 2"/>
          <p:cNvSpPr txBox="1"/>
          <p:nvPr/>
        </p:nvSpPr>
        <p:spPr>
          <a:xfrm>
            <a:off x="2777706" y="4917355"/>
            <a:ext cx="6745856" cy="1017917"/>
          </a:xfrm>
          <a:prstGeom prst="rect">
            <a:avLst/>
          </a:prstGeom>
          <a:noFill/>
          <a:ln>
            <a:solidFill>
              <a:srgbClr val="FF0000"/>
            </a:solidFill>
          </a:ln>
        </p:spPr>
        <p:txBody>
          <a:bodyPr wrap="square" rtlCol="0">
            <a:spAutoFit/>
          </a:bodyPr>
          <a:lstStyle/>
          <a:p>
            <a:endParaRPr lang="zh-CN" altLang="en-US" dirty="0"/>
          </a:p>
        </p:txBody>
      </p:sp>
      <p:graphicFrame>
        <p:nvGraphicFramePr>
          <p:cNvPr id="5" name="表格 4"/>
          <p:cNvGraphicFramePr>
            <a:graphicFrameLocks noGrp="1"/>
          </p:cNvGraphicFramePr>
          <p:nvPr/>
        </p:nvGraphicFramePr>
        <p:xfrm>
          <a:off x="490451" y="8591424"/>
          <a:ext cx="12472665" cy="4574530"/>
        </p:xfrm>
        <a:graphic>
          <a:graphicData uri="http://schemas.openxmlformats.org/drawingml/2006/table">
            <a:tbl>
              <a:tblPr/>
              <a:tblGrid>
                <a:gridCol w="1316377"/>
                <a:gridCol w="2316598"/>
                <a:gridCol w="908522"/>
                <a:gridCol w="1316377"/>
                <a:gridCol w="1316377"/>
                <a:gridCol w="1998980"/>
                <a:gridCol w="1807845"/>
                <a:gridCol w="1491589"/>
              </a:tblGrid>
              <a:tr h="914906">
                <a:tc gridSpan="8">
                  <a:txBody>
                    <a:bodyPr/>
                    <a:lstStyle/>
                    <a:p>
                      <a:pPr algn="ctr" fontAlgn="ctr"/>
                      <a:r>
                        <a:rPr lang="zh-CN" altLang="en-US" sz="2000" b="1" i="0" u="none" strike="noStrike">
                          <a:solidFill>
                            <a:srgbClr val="FFFFFF"/>
                          </a:solidFill>
                          <a:effectLst/>
                          <a:latin typeface="微软雅黑" panose="020B0503020204020204" pitchFamily="34" charset="-122"/>
                          <a:ea typeface="微软雅黑" panose="020B0503020204020204" pitchFamily="34" charset="-122"/>
                        </a:rPr>
                        <a:t>Verification Plan and Material-Feed Schedule Evaluation</a:t>
                      </a:r>
                      <a:endParaRPr lang="zh-CN" altLang="en-US"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c hMerge="1">
                  <a:tcPr/>
                </a:tc>
                <a:tc hMerge="1">
                  <a:tcPr/>
                </a:tc>
                <a:tc hMerge="1">
                  <a:tcPr/>
                </a:tc>
                <a:tc hMerge="1">
                  <a:tcPr/>
                </a:tc>
                <a:tc hMerge="1">
                  <a:tcPr/>
                </a:tc>
                <a:tc hMerge="1">
                  <a:tcPr/>
                </a:tc>
                <a:tc hMerge="1">
                  <a:tcPr/>
                </a:tc>
              </a:tr>
              <a:tr h="914906">
                <a:tc>
                  <a:txBody>
                    <a:bodyPr/>
                    <a:lstStyle/>
                    <a:p>
                      <a:pPr algn="ctr" fontAlgn="ctr"/>
                      <a:r>
                        <a:rPr lang="zh-CN" altLang="en-US" sz="2000" b="1" i="0" u="none" strike="noStrike">
                          <a:solidFill>
                            <a:srgbClr val="FFFFFF"/>
                          </a:solidFill>
                          <a:effectLst/>
                          <a:latin typeface="微软雅黑" panose="020B0503020204020204" pitchFamily="34" charset="-122"/>
                          <a:ea typeface="微软雅黑" panose="020B0503020204020204" pitchFamily="34" charset="-122"/>
                        </a:rPr>
                        <a:t>Plan</a:t>
                      </a:r>
                      <a:endParaRPr lang="zh-CN" altLang="en-US"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c>
                  <a:txBody>
                    <a:bodyPr/>
                    <a:lstStyle/>
                    <a:p>
                      <a:pPr algn="ctr" fontAlgn="ctr"/>
                      <a:r>
                        <a:rPr lang="en-US" altLang="zh-CN" sz="2000" b="1" i="0" u="none" strike="noStrike">
                          <a:solidFill>
                            <a:srgbClr val="FFFFFF"/>
                          </a:solidFill>
                          <a:effectLst/>
                          <a:latin typeface="微软雅黑" panose="020B0503020204020204" pitchFamily="34" charset="-122"/>
                          <a:ea typeface="微软雅黑" panose="020B0503020204020204" pitchFamily="34" charset="-122"/>
                        </a:rPr>
                        <a:t>20</a:t>
                      </a:r>
                      <a:endParaRPr lang="en-US" altLang="zh-CN"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c>
                  <a:txBody>
                    <a:bodyPr/>
                    <a:lstStyle/>
                    <a:p>
                      <a:pPr algn="ctr" fontAlgn="ctr"/>
                      <a:r>
                        <a:rPr lang="en-US" altLang="zh-CN" sz="2000" b="1" i="0" u="none" strike="noStrike">
                          <a:solidFill>
                            <a:srgbClr val="FFFFFF"/>
                          </a:solidFill>
                          <a:effectLst/>
                          <a:latin typeface="微软雅黑" panose="020B0503020204020204" pitchFamily="34" charset="-122"/>
                          <a:ea typeface="微软雅黑" panose="020B0503020204020204" pitchFamily="34" charset="-122"/>
                        </a:rPr>
                        <a:t>21</a:t>
                      </a:r>
                      <a:endParaRPr lang="en-US" altLang="zh-CN"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c>
                  <a:txBody>
                    <a:bodyPr/>
                    <a:lstStyle/>
                    <a:p>
                      <a:pPr algn="ctr" fontAlgn="ctr"/>
                      <a:r>
                        <a:rPr lang="en-US" altLang="zh-CN" sz="2000" b="1" i="0" u="none" strike="noStrike">
                          <a:solidFill>
                            <a:srgbClr val="FFFFFF"/>
                          </a:solidFill>
                          <a:effectLst/>
                          <a:latin typeface="微软雅黑" panose="020B0503020204020204" pitchFamily="34" charset="-122"/>
                          <a:ea typeface="微软雅黑" panose="020B0503020204020204" pitchFamily="34" charset="-122"/>
                        </a:rPr>
                        <a:t>22</a:t>
                      </a:r>
                      <a:endParaRPr lang="en-US" altLang="zh-CN"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c>
                  <a:txBody>
                    <a:bodyPr/>
                    <a:lstStyle/>
                    <a:p>
                      <a:pPr algn="ctr" fontAlgn="ctr"/>
                      <a:r>
                        <a:rPr lang="en-US" altLang="zh-CN" sz="2000" b="1" i="0" u="none" strike="noStrike">
                          <a:solidFill>
                            <a:srgbClr val="FFFFFF"/>
                          </a:solidFill>
                          <a:effectLst/>
                          <a:latin typeface="微软雅黑" panose="020B0503020204020204" pitchFamily="34" charset="-122"/>
                          <a:ea typeface="微软雅黑" panose="020B0503020204020204" pitchFamily="34" charset="-122"/>
                        </a:rPr>
                        <a:t>23</a:t>
                      </a:r>
                      <a:endParaRPr lang="en-US" altLang="zh-CN"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c>
                  <a:txBody>
                    <a:bodyPr/>
                    <a:lstStyle/>
                    <a:p>
                      <a:pPr algn="ctr" fontAlgn="ctr"/>
                      <a:r>
                        <a:rPr lang="en-US" altLang="zh-CN" sz="2000" b="1" i="0" u="none" strike="noStrike">
                          <a:solidFill>
                            <a:srgbClr val="FFFFFF"/>
                          </a:solidFill>
                          <a:effectLst/>
                          <a:latin typeface="微软雅黑" panose="020B0503020204020204" pitchFamily="34" charset="-122"/>
                          <a:ea typeface="微软雅黑" panose="020B0503020204020204" pitchFamily="34" charset="-122"/>
                        </a:rPr>
                        <a:t>24</a:t>
                      </a:r>
                      <a:endParaRPr lang="en-US" altLang="zh-CN"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c>
                  <a:txBody>
                    <a:bodyPr/>
                    <a:lstStyle/>
                    <a:p>
                      <a:pPr algn="ctr" fontAlgn="ctr"/>
                      <a:r>
                        <a:rPr lang="en-US" altLang="zh-CN" sz="2000" b="1" i="0" u="none" strike="noStrike">
                          <a:solidFill>
                            <a:srgbClr val="FFFFFF"/>
                          </a:solidFill>
                          <a:effectLst/>
                          <a:latin typeface="微软雅黑" panose="020B0503020204020204" pitchFamily="34" charset="-122"/>
                          <a:ea typeface="微软雅黑" panose="020B0503020204020204" pitchFamily="34" charset="-122"/>
                        </a:rPr>
                        <a:t>25</a:t>
                      </a:r>
                      <a:endParaRPr lang="en-US" altLang="zh-CN"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c>
                  <a:txBody>
                    <a:bodyPr/>
                    <a:lstStyle/>
                    <a:p>
                      <a:pPr algn="ctr" fontAlgn="ctr"/>
                      <a:r>
                        <a:rPr lang="en-US" altLang="zh-CN" sz="2000" b="1" i="0" u="none" strike="noStrike">
                          <a:solidFill>
                            <a:srgbClr val="FFFFFF"/>
                          </a:solidFill>
                          <a:effectLst/>
                          <a:latin typeface="微软雅黑" panose="020B0503020204020204" pitchFamily="34" charset="-122"/>
                          <a:ea typeface="微软雅黑" panose="020B0503020204020204" pitchFamily="34" charset="-122"/>
                        </a:rPr>
                        <a:t>26</a:t>
                      </a:r>
                      <a:endParaRPr lang="en-US" altLang="zh-CN" sz="2000" b="1" i="0" u="none" strike="noStrike">
                        <a:solidFill>
                          <a:srgbClr val="FFFFFF"/>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203764"/>
                    </a:solidFill>
                  </a:tcPr>
                </a:tc>
              </a:tr>
              <a:tr h="914906">
                <a:tc>
                  <a:txBody>
                    <a:bodyPr/>
                    <a:lstStyle/>
                    <a:p>
                      <a:pPr algn="ctr" fontAlgn="ctr"/>
                      <a:r>
                        <a:rPr lang="zh-CN" altLang="en-US" sz="2000" b="0" i="0" u="none" strike="noStrike" dirty="0" smtClean="0">
                          <a:solidFill>
                            <a:srgbClr val="000000"/>
                          </a:solidFill>
                          <a:effectLst/>
                          <a:latin typeface="微软雅黑" panose="020B0503020204020204" pitchFamily="34" charset="-122"/>
                          <a:ea typeface="微软雅黑" panose="020B0503020204020204" pitchFamily="34" charset="-122"/>
                        </a:rPr>
                        <a:t>Plan 1</a:t>
                      </a:r>
                      <a:endParaRPr lang="en-US" altLang="zh-CN" sz="2000" b="0" i="0" u="none" strike="noStrike" dirty="0">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Software Upgrade</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Verification</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cPr/>
                </a:tc>
                <a:tc gridSpan="2">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Iodine Trial Run</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cPr/>
                </a:tc>
                <a:tc>
                  <a:txBody>
                    <a:bodyPr/>
                    <a:lstStyle/>
                    <a:p>
                      <a:pPr algn="ctr" fontAlgn="ctr"/>
                      <a:r>
                        <a:rPr lang="en-US" sz="2000" b="0" i="0" u="none" strike="noStrike">
                          <a:solidFill>
                            <a:srgbClr val="000000"/>
                          </a:solidFill>
                          <a:effectLst/>
                          <a:latin typeface="微软雅黑" panose="020B0503020204020204" pitchFamily="34" charset="-122"/>
                          <a:ea typeface="微软雅黑" panose="020B0503020204020204" pitchFamily="34" charset="-122"/>
                        </a:rPr>
                        <a:t>CMa</a:t>
                      </a:r>
                      <a:endParaRPr 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1" i="0" u="none" strike="noStrike" dirty="0">
                          <a:solidFill>
                            <a:srgbClr val="0070C0"/>
                          </a:solidFill>
                          <a:effectLst/>
                          <a:latin typeface="微软雅黑" panose="020B0503020204020204" pitchFamily="34" charset="-122"/>
                          <a:ea typeface="微软雅黑" panose="020B0503020204020204" pitchFamily="34" charset="-122"/>
                        </a:rPr>
                        <a:t>Material Feed</a:t>
                      </a:r>
                      <a:endParaRPr lang="zh-CN" altLang="en-US" sz="2000" b="1" i="0" u="none" strike="noStrike" dirty="0">
                        <a:solidFill>
                          <a:srgbClr val="0070C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914906">
                <a:tc>
                  <a:txBody>
                    <a:bodyPr/>
                    <a:lstStyle/>
                    <a:p>
                      <a:pPr algn="ctr" fontAlgn="ctr"/>
                      <a:r>
                        <a:rPr lang="zh-CN" altLang="en-US" sz="2000" b="0" i="0" u="none" strike="noStrike" dirty="0">
                          <a:solidFill>
                            <a:srgbClr val="000000"/>
                          </a:solidFill>
                          <a:effectLst/>
                          <a:latin typeface="微软雅黑" panose="020B0503020204020204" pitchFamily="34" charset="-122"/>
                          <a:ea typeface="微软雅黑" panose="020B0503020204020204" pitchFamily="34" charset="-122"/>
                        </a:rPr>
                        <a:t>Plan 2</a:t>
                      </a:r>
                      <a:endParaRPr lang="en-US" altLang="zh-CN" sz="2000" b="0" i="0" u="none" strike="noStrike" dirty="0">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Rinse Coverage Test</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Iodine Trial Run</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cPr/>
                </a:tc>
                <a:tc>
                  <a:txBody>
                    <a:bodyPr/>
                    <a:lstStyle/>
                    <a:p>
                      <a:pPr algn="ctr" fontAlgn="ctr"/>
                      <a:r>
                        <a:rPr lang="en-US" sz="2000" b="0" i="0" u="none" strike="noStrike">
                          <a:solidFill>
                            <a:srgbClr val="000000"/>
                          </a:solidFill>
                          <a:effectLst/>
                          <a:latin typeface="微软雅黑" panose="020B0503020204020204" pitchFamily="34" charset="-122"/>
                          <a:ea typeface="微软雅黑" panose="020B0503020204020204" pitchFamily="34" charset="-122"/>
                        </a:rPr>
                        <a:t>CMa</a:t>
                      </a:r>
                      <a:endParaRPr 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1" i="0" u="none" strike="noStrike" dirty="0">
                          <a:solidFill>
                            <a:srgbClr val="0070C0"/>
                          </a:solidFill>
                          <a:effectLst/>
                          <a:latin typeface="微软雅黑" panose="020B0503020204020204" pitchFamily="34" charset="-122"/>
                          <a:ea typeface="微软雅黑" panose="020B0503020204020204" pitchFamily="34" charset="-122"/>
                        </a:rPr>
                        <a:t>Material Feed</a:t>
                      </a:r>
                      <a:endParaRPr lang="zh-CN" altLang="en-US" sz="2000" b="1" i="0" u="none" strike="noStrike" dirty="0">
                        <a:solidFill>
                          <a:srgbClr val="0070C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 </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 </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914906">
                <a:tc>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Plan 3</a:t>
                      </a:r>
                      <a:endParaRPr lang="en-US" altLang="zh-CN"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2">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Iodine Trial Run</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cPr/>
                </a:tc>
                <a:tc>
                  <a:txBody>
                    <a:bodyPr/>
                    <a:lstStyle/>
                    <a:p>
                      <a:pPr algn="ctr" fontAlgn="ctr"/>
                      <a:r>
                        <a:rPr lang="en-US" sz="2000" b="0" i="0" u="none" strike="noStrike">
                          <a:solidFill>
                            <a:srgbClr val="000000"/>
                          </a:solidFill>
                          <a:effectLst/>
                          <a:latin typeface="微软雅黑" panose="020B0503020204020204" pitchFamily="34" charset="-122"/>
                          <a:ea typeface="微软雅黑" panose="020B0503020204020204" pitchFamily="34" charset="-122"/>
                        </a:rPr>
                        <a:t>CMa</a:t>
                      </a:r>
                      <a:endParaRPr 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1" i="0" u="none" strike="noStrike" kern="1200" dirty="0">
                          <a:solidFill>
                            <a:srgbClr val="0070C0"/>
                          </a:solidFill>
                          <a:effectLst/>
                          <a:latin typeface="微软雅黑" panose="020B0503020204020204" pitchFamily="34" charset="-122"/>
                          <a:ea typeface="微软雅黑" panose="020B0503020204020204" pitchFamily="34" charset="-122"/>
                          <a:cs typeface="+mn-cs"/>
                        </a:rPr>
                        <a:t>Material Feed</a:t>
                      </a:r>
                      <a:endParaRPr lang="zh-CN" altLang="en-US" sz="2000" b="1" i="0" u="none" strike="noStrike" kern="1200" dirty="0">
                        <a:solidFill>
                          <a:srgbClr val="0070C0"/>
                        </a:solidFill>
                        <a:effectLst/>
                        <a:latin typeface="微软雅黑" panose="020B0503020204020204" pitchFamily="34" charset="-122"/>
                        <a:ea typeface="微软雅黑" panose="020B0503020204020204" pitchFamily="34" charset="-122"/>
                        <a:cs typeface="+mn-cs"/>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Rinse Coverage Test</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0" i="0" u="none" strike="noStrike">
                          <a:solidFill>
                            <a:srgbClr val="000000"/>
                          </a:solidFill>
                          <a:effectLst/>
                          <a:latin typeface="微软雅黑" panose="020B0503020204020204" pitchFamily="34" charset="-122"/>
                          <a:ea typeface="微软雅黑" panose="020B0503020204020204" pitchFamily="34" charset="-122"/>
                        </a:rPr>
                        <a:t>Mixing Vessel Cleaning</a:t>
                      </a:r>
                      <a:endParaRPr lang="zh-CN" altLang="en-US" sz="2000" b="0" i="0" u="none" strike="noStrike">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2000" b="0" i="0" u="none" strike="noStrike" dirty="0">
                          <a:solidFill>
                            <a:srgbClr val="000000"/>
                          </a:solidFill>
                          <a:effectLst/>
                          <a:latin typeface="微软雅黑" panose="020B0503020204020204" pitchFamily="34" charset="-122"/>
                          <a:ea typeface="微软雅黑" panose="020B0503020204020204" pitchFamily="34" charset="-122"/>
                        </a:rPr>
                        <a:t> </a:t>
                      </a:r>
                      <a:endParaRPr lang="zh-CN" altLang="en-US" sz="2000" b="0" i="0" u="none" strike="noStrike" dirty="0">
                        <a:solidFill>
                          <a:srgbClr val="000000"/>
                        </a:solidFill>
                        <a:effectLst/>
                        <a:latin typeface="微软雅黑" panose="020B0503020204020204" pitchFamily="34" charset="-122"/>
                        <a:ea typeface="微软雅黑" panose="020B0503020204020204" pitchFamily="34" charset="-122"/>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sp>
        <p:nvSpPr>
          <p:cNvPr id="7" name="文本框 6"/>
          <p:cNvSpPr txBox="1"/>
          <p:nvPr/>
        </p:nvSpPr>
        <p:spPr>
          <a:xfrm>
            <a:off x="13646989" y="2486968"/>
            <a:ext cx="4744528" cy="521970"/>
          </a:xfrm>
          <a:prstGeom prst="rect">
            <a:avLst/>
          </a:prstGeom>
          <a:noFill/>
        </p:spPr>
        <p:txBody>
          <a:bodyPr wrap="square" rtlCol="0">
            <a:spAutoFit/>
          </a:bodyPr>
          <a:lstStyle/>
          <a:p>
            <a:r>
              <a:rPr lang="zh-CN" altLang="en-US" sz="2800" b="1" dirty="0" smtClean="0">
                <a:solidFill>
                  <a:srgbClr val="0070C0"/>
                </a:solidFill>
                <a:latin typeface="+mj-ea"/>
                <a:ea typeface="+mj-ea"/>
              </a:rPr>
              <a:t>Evaluation of Each Plan:</a:t>
            </a:r>
            <a:endParaRPr lang="zh-CN" altLang="en-US" sz="2800" b="1" dirty="0" smtClean="0">
              <a:solidFill>
                <a:srgbClr val="0070C0"/>
              </a:solidFill>
              <a:latin typeface="+mj-ea"/>
              <a:ea typeface="+mj-ea"/>
            </a:endParaRPr>
          </a:p>
        </p:txBody>
      </p:sp>
      <p:sp>
        <p:nvSpPr>
          <p:cNvPr id="8" name="矩形 7"/>
          <p:cNvSpPr/>
          <p:nvPr/>
        </p:nvSpPr>
        <p:spPr>
          <a:xfrm>
            <a:off x="13646989" y="3033749"/>
            <a:ext cx="9661584" cy="2122805"/>
          </a:xfrm>
          <a:prstGeom prst="rect">
            <a:avLst/>
          </a:prstGeom>
        </p:spPr>
        <p:txBody>
          <a:bodyPr wrap="square">
            <a:spAutoFit/>
          </a:bodyPr>
          <a:lstStyle/>
          <a:p>
            <a:pPr>
              <a:lnSpc>
                <a:spcPct val="150000"/>
              </a:lnSpc>
            </a:pPr>
            <a:r>
              <a:rPr lang="en-US" altLang="zh-CN" sz="2200" dirty="0" smtClean="0">
                <a:latin typeface="+mj-ea"/>
                <a:ea typeface="+mj-ea"/>
              </a:rPr>
              <a:t>1. Plan 1 provides audible and visual alarms for high-high/low-low limits, together with high/low pre-alarms; personnel respond on site once triggered, so any excursion beyond the process range is detected immediately;</a:t>
            </a:r>
            <a:endParaRPr lang="en-US" altLang="zh-CN" sz="2200" dirty="0" smtClean="0">
              <a:latin typeface="+mj-ea"/>
              <a:ea typeface="+mj-ea"/>
            </a:endParaRPr>
          </a:p>
        </p:txBody>
      </p:sp>
      <p:sp>
        <p:nvSpPr>
          <p:cNvPr id="9" name="矩形 8"/>
          <p:cNvSpPr/>
          <p:nvPr/>
        </p:nvSpPr>
        <p:spPr>
          <a:xfrm>
            <a:off x="13646989" y="5182538"/>
            <a:ext cx="9661585" cy="4154170"/>
          </a:xfrm>
          <a:prstGeom prst="rect">
            <a:avLst/>
          </a:prstGeom>
        </p:spPr>
        <p:txBody>
          <a:bodyPr wrap="square">
            <a:spAutoFit/>
          </a:bodyPr>
          <a:lstStyle/>
          <a:p>
            <a:pPr>
              <a:lnSpc>
                <a:spcPct val="150000"/>
              </a:lnSpc>
            </a:pPr>
            <a:r>
              <a:rPr lang="en-US" altLang="zh-CN" sz="2200" dirty="0" smtClean="0">
                <a:latin typeface="+mj-ea"/>
                <a:ea typeface="+mj-ea"/>
              </a:rPr>
              <a:t>2. Plans 2 and 3</a:t>
            </a:r>
            <a:endParaRPr lang="en-US" altLang="zh-CN" sz="2200" dirty="0" smtClean="0">
              <a:latin typeface="+mj-ea"/>
              <a:ea typeface="+mj-ea"/>
            </a:endParaRPr>
          </a:p>
          <a:p>
            <a:pPr>
              <a:lnSpc>
                <a:spcPct val="150000"/>
              </a:lnSpc>
            </a:pPr>
            <a:r>
              <a:rPr lang="en-US" altLang="zh-CN" sz="2200" dirty="0" smtClean="0">
                <a:latin typeface="+mj-ea"/>
                <a:ea typeface="+mj-ea"/>
              </a:rPr>
              <a:t>a. Provide only high/low audible and visual alarms, which management requires to be set at pre-alarm values; personnel respond on site once an alarm is triggered, and any excursion beyond the process range must be reconciled between the OR and the electronic data;</a:t>
            </a:r>
            <a:endParaRPr lang="en-US" altLang="zh-CN" sz="2200" dirty="0" smtClean="0">
              <a:latin typeface="+mj-ea"/>
              <a:ea typeface="+mj-ea"/>
            </a:endParaRPr>
          </a:p>
          <a:p>
            <a:pPr>
              <a:lnSpc>
                <a:spcPct val="150000"/>
              </a:lnSpc>
            </a:pPr>
            <a:r>
              <a:rPr lang="en-US" altLang="zh-CN" sz="2200" dirty="0" smtClean="0">
                <a:latin typeface="+mj-ea"/>
                <a:ea typeface="+mj-ea"/>
              </a:rPr>
              <a:t>b.</a:t>
            </a:r>
            <a:r>
              <a:rPr lang="en-US" altLang="zh-CN" sz="2200" dirty="0" smtClean="0">
                <a:latin typeface="+mj-ea"/>
                <a:ea typeface="+mj-ea"/>
                <a:sym typeface="+mn-ea"/>
              </a:rPr>
              <a:t>The MOR already records the minimum and maximum temperature for each operation,</a:t>
            </a:r>
            <a:r>
              <a:rPr lang="en-US" altLang="zh-CN" sz="2200" dirty="0" smtClean="0">
                <a:latin typeface="+mj-ea"/>
                <a:ea typeface="+mj-ea"/>
              </a:rPr>
              <a:t> so the risk of an missed excursion is low;</a:t>
            </a:r>
            <a:endParaRPr lang="en-US" altLang="zh-CN" sz="2200" dirty="0" smtClean="0">
              <a:latin typeface="+mj-ea"/>
              <a:ea typeface="+mj-ea"/>
            </a:endParaRPr>
          </a:p>
        </p:txBody>
      </p:sp>
      <p:sp>
        <p:nvSpPr>
          <p:cNvPr id="10" name="矩形 9"/>
          <p:cNvSpPr/>
          <p:nvPr/>
        </p:nvSpPr>
        <p:spPr>
          <a:xfrm>
            <a:off x="13646988" y="9352222"/>
            <a:ext cx="10023894" cy="3138170"/>
          </a:xfrm>
          <a:prstGeom prst="rect">
            <a:avLst/>
          </a:prstGeom>
        </p:spPr>
        <p:txBody>
          <a:bodyPr wrap="square">
            <a:spAutoFit/>
          </a:bodyPr>
          <a:lstStyle/>
          <a:p>
            <a:pPr>
              <a:lnSpc>
                <a:spcPct val="150000"/>
              </a:lnSpc>
            </a:pPr>
            <a:r>
              <a:rPr lang="en-US" altLang="zh-CN" sz="2200" dirty="0" smtClean="0">
                <a:latin typeface="+mj-ea"/>
                <a:ea typeface="+mj-ea"/>
              </a:rPr>
              <a:t>3. The difference between Plans 2 and 3 lies in the timing of the rinse-coverage test on the iodine-solution mixing vessel. The vessel is in use for ~7 days after material feed, while rinse-coverage verification and cleaning require ~2 days. Because the equipment verification is relatively independent and does not affect synthesizer use, Plan 3 has the least overall impact;</a:t>
            </a:r>
            <a:endParaRPr lang="en-US" altLang="zh-CN" sz="2200" dirty="0" smtClean="0">
              <a:latin typeface="+mj-ea"/>
              <a:ea typeface="+mj-ea"/>
            </a:endParaRPr>
          </a:p>
        </p:txBody>
      </p:sp>
      <p:sp>
        <p:nvSpPr>
          <p:cNvPr id="11" name="矩形 10"/>
          <p:cNvSpPr/>
          <p:nvPr/>
        </p:nvSpPr>
        <p:spPr>
          <a:xfrm>
            <a:off x="13646989" y="12605865"/>
            <a:ext cx="10023894" cy="429895"/>
          </a:xfrm>
          <a:prstGeom prst="rect">
            <a:avLst/>
          </a:prstGeom>
        </p:spPr>
        <p:txBody>
          <a:bodyPr wrap="square">
            <a:spAutoFit/>
          </a:bodyPr>
          <a:lstStyle/>
          <a:p>
            <a:r>
              <a:rPr lang="zh-CN" altLang="en-US" sz="2200" dirty="0" smtClean="0">
                <a:solidFill>
                  <a:srgbClr val="FF0000"/>
                </a:solidFill>
                <a:latin typeface="+mj-ea"/>
                <a:ea typeface="+mj-ea"/>
              </a:rPr>
              <a:t>In summary, based on the material-feed schedule, we recommend Plan 3.</a:t>
            </a:r>
            <a:endParaRPr lang="zh-CN" altLang="en-US" sz="2200" dirty="0" smtClean="0">
              <a:solidFill>
                <a:srgbClr val="FF0000"/>
              </a:solidFill>
              <a:latin typeface="+mj-ea"/>
              <a:ea typeface="+mj-ea"/>
            </a:endParaRPr>
          </a:p>
        </p:txBody>
      </p:sp>
      <p:sp>
        <p:nvSpPr>
          <p:cNvPr id="12" name="文本框 11"/>
          <p:cNvSpPr txBox="1"/>
          <p:nvPr/>
        </p:nvSpPr>
        <p:spPr>
          <a:xfrm>
            <a:off x="7211695" y="4119245"/>
            <a:ext cx="3185160" cy="771525"/>
          </a:xfrm>
          <a:prstGeom prst="rect">
            <a:avLst/>
          </a:prstGeom>
          <a:noFill/>
        </p:spPr>
        <p:txBody>
          <a:bodyPr wrap="square" rtlCol="0">
            <a:noAutofit/>
          </a:bodyPr>
          <a:lstStyle/>
          <a:p>
            <a:r>
              <a:rPr lang="zh-CN" altLang="en-US" sz="2400" b="1" dirty="0" smtClean="0">
                <a:solidFill>
                  <a:srgbClr val="FF0000"/>
                </a:solidFill>
                <a:latin typeface="+mj-ea"/>
                <a:ea typeface="+mj-ea"/>
              </a:rPr>
              <a:t>Software </a:t>
            </a:r>
            <a:r>
              <a:rPr lang="en-US" altLang="zh-CN" sz="2400" b="1" dirty="0" smtClean="0">
                <a:solidFill>
                  <a:srgbClr val="FF0000"/>
                </a:solidFill>
                <a:latin typeface="+mj-ea"/>
                <a:ea typeface="+mj-ea"/>
              </a:rPr>
              <a:t>Update</a:t>
            </a:r>
            <a:endParaRPr lang="en-US" altLang="zh-CN" sz="2400" b="1" dirty="0" smtClean="0">
              <a:solidFill>
                <a:srgbClr val="FF0000"/>
              </a:solidFill>
              <a:latin typeface="+mj-ea"/>
              <a:ea typeface="+mj-ea"/>
            </a:endParaRPr>
          </a:p>
        </p:txBody>
      </p:sp>
      <p:sp>
        <p:nvSpPr>
          <p:cNvPr id="13" name="文本框 12"/>
          <p:cNvSpPr txBox="1"/>
          <p:nvPr/>
        </p:nvSpPr>
        <p:spPr>
          <a:xfrm>
            <a:off x="1937991" y="1799012"/>
            <a:ext cx="15171141" cy="584775"/>
          </a:xfrm>
          <a:prstGeom prst="rect">
            <a:avLst/>
          </a:prstGeom>
          <a:noFill/>
        </p:spPr>
        <p:txBody>
          <a:bodyPr wrap="none" rtlCol="0">
            <a:spAutoFit/>
          </a:bodyPr>
          <a:lstStyle/>
          <a:p>
            <a:r>
              <a:rPr lang="en-US" altLang="zh-CN" sz="3200" dirty="0" smtClean="0">
                <a:solidFill>
                  <a:schemeClr val="tx1"/>
                </a:solidFill>
                <a:latin typeface="+mn-lt"/>
                <a:ea typeface="+mn-ea"/>
              </a:rPr>
              <a:t>2. Synthesizer </a:t>
            </a:r>
            <a:r>
              <a:rPr lang="en-US" altLang="zh-CN" sz="3200" dirty="0">
                <a:solidFill>
                  <a:schemeClr val="tx1"/>
                </a:solidFill>
                <a:latin typeface="+mn-lt"/>
                <a:ea typeface="+mn-ea"/>
              </a:rPr>
              <a:t>SY16 jacket temperature high-high/low-low alarm addition into </a:t>
            </a:r>
            <a:r>
              <a:rPr lang="en-US" altLang="zh-CN" sz="3200" dirty="0" smtClean="0">
                <a:solidFill>
                  <a:schemeClr val="tx1"/>
                </a:solidFill>
                <a:latin typeface="+mn-lt"/>
                <a:ea typeface="+mn-ea"/>
              </a:rPr>
              <a:t>PLC.</a:t>
            </a:r>
            <a:endParaRPr lang="zh-CN" altLang="en-US" sz="3200" dirty="0">
              <a:solidFill>
                <a:schemeClr val="tx1"/>
              </a:solidFill>
              <a:latin typeface="+mn-lt"/>
              <a:ea typeface="+mn-ea"/>
            </a:endParaRPr>
          </a:p>
        </p:txBody>
      </p:sp>
    </p:spTree>
  </p:cSld>
  <p:clrMapOvr>
    <a:masterClrMapping/>
  </p:clrMapOvr>
  <p:transition spd="slow">
    <p:push dir="u"/>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931130" y="2100497"/>
            <a:ext cx="14074687" cy="584775"/>
          </a:xfrm>
          <a:prstGeom prst="rect">
            <a:avLst/>
          </a:prstGeom>
          <a:noFill/>
        </p:spPr>
        <p:txBody>
          <a:bodyPr wrap="none" rtlCol="0">
            <a:spAutoFit/>
          </a:bodyPr>
          <a:lstStyle/>
          <a:p>
            <a:pPr lvl="0">
              <a:spcAft>
                <a:spcPts val="0"/>
              </a:spcAft>
              <a:buSzPts val="1000"/>
              <a:tabLst>
                <a:tab pos="457200" algn="l"/>
              </a:tabLst>
            </a:pPr>
            <a:r>
              <a:rPr lang="en-US" altLang="zh-CN" sz="3200" dirty="0" smtClean="0">
                <a:solidFill>
                  <a:schemeClr val="tx1"/>
                </a:solidFill>
                <a:latin typeface="+mn-lt"/>
                <a:ea typeface="+mn-ea"/>
              </a:rPr>
              <a:t>3. Unused </a:t>
            </a:r>
            <a:r>
              <a:rPr lang="en-US" altLang="zh-CN" sz="3200" dirty="0">
                <a:solidFill>
                  <a:schemeClr val="tx1"/>
                </a:solidFill>
                <a:latin typeface="+mn-lt"/>
                <a:ea typeface="+mn-ea"/>
              </a:rPr>
              <a:t>side loop dead legs removal from iodine solution transfer </a:t>
            </a:r>
            <a:r>
              <a:rPr lang="en-US" altLang="zh-CN" sz="3200" dirty="0" smtClean="0">
                <a:solidFill>
                  <a:schemeClr val="tx1"/>
                </a:solidFill>
                <a:latin typeface="+mn-lt"/>
                <a:ea typeface="+mn-ea"/>
              </a:rPr>
              <a:t>pipeline.</a:t>
            </a:r>
            <a:endParaRPr lang="zh-CN" altLang="zh-CN" sz="3200" dirty="0">
              <a:solidFill>
                <a:schemeClr val="tx1"/>
              </a:solidFill>
              <a:latin typeface="+mn-lt"/>
              <a:ea typeface="+mn-ea"/>
            </a:endParaRPr>
          </a:p>
        </p:txBody>
      </p:sp>
      <p:sp>
        <p:nvSpPr>
          <p:cNvPr id="4" name="矩形 3"/>
          <p:cNvSpPr/>
          <p:nvPr/>
        </p:nvSpPr>
        <p:spPr>
          <a:xfrm>
            <a:off x="1931130" y="3072872"/>
            <a:ext cx="13861487" cy="584775"/>
          </a:xfrm>
          <a:prstGeom prst="rect">
            <a:avLst/>
          </a:prstGeom>
        </p:spPr>
        <p:txBody>
          <a:bodyPr wrap="square">
            <a:spAutoFit/>
          </a:bodyPr>
          <a:lstStyle/>
          <a:p>
            <a:r>
              <a:rPr lang="en-US" altLang="zh-CN" sz="3200" dirty="0">
                <a:solidFill>
                  <a:srgbClr val="0000FF"/>
                </a:solidFill>
                <a:latin typeface="+mn-lt"/>
                <a:ea typeface="+mn-ea"/>
              </a:rPr>
              <a:t>ASYM: Completed. The redundant valves have been removed, and PTFE blind flanges have been installed with identification tags attached.</a:t>
            </a:r>
            <a:endParaRPr lang="zh-CN" altLang="en-US" sz="3200" dirty="0">
              <a:solidFill>
                <a:srgbClr val="0000FF"/>
              </a:solidFill>
              <a:latin typeface="+mn-lt"/>
              <a:ea typeface="+mn-ea"/>
            </a:endParaRPr>
          </a:p>
        </p:txBody>
      </p:sp>
      <p:grpSp>
        <p:nvGrpSpPr>
          <p:cNvPr id="5" name="组合 4"/>
          <p:cNvGrpSpPr/>
          <p:nvPr/>
        </p:nvGrpSpPr>
        <p:grpSpPr>
          <a:xfrm>
            <a:off x="12896850" y="4438650"/>
            <a:ext cx="10344150" cy="7758113"/>
            <a:chOff x="12896850" y="4438650"/>
            <a:chExt cx="10344150" cy="7758113"/>
          </a:xfrm>
        </p:grpSpPr>
        <p:pic>
          <p:nvPicPr>
            <p:cNvPr id="6" name="图片 5"/>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2896850" y="4438650"/>
              <a:ext cx="10344150" cy="7758113"/>
            </a:xfrm>
            <a:prstGeom prst="rect">
              <a:avLst/>
            </a:prstGeom>
          </p:spPr>
        </p:pic>
        <p:sp>
          <p:nvSpPr>
            <p:cNvPr id="7" name="矩形 6"/>
            <p:cNvSpPr/>
            <p:nvPr/>
          </p:nvSpPr>
          <p:spPr>
            <a:xfrm>
              <a:off x="14801850" y="8610600"/>
              <a:ext cx="1943100" cy="1314450"/>
            </a:xfrm>
            <a:prstGeom prst="rect">
              <a:avLst/>
            </a:prstGeom>
            <a:noFill/>
            <a:ln w="762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 name="文本框 7"/>
          <p:cNvSpPr txBox="1"/>
          <p:nvPr/>
        </p:nvSpPr>
        <p:spPr>
          <a:xfrm>
            <a:off x="8588077" y="294769"/>
            <a:ext cx="15074411" cy="769439"/>
          </a:xfrm>
          <a:prstGeom prst="rect">
            <a:avLst/>
          </a:prstGeom>
          <a:noFill/>
          <a:ln w="12700" cap="flat">
            <a:noFill/>
            <a:miter lim="400000"/>
          </a:ln>
          <a:effectLst/>
        </p:spPr>
        <p:txBody>
          <a:bodyPr rot="0" spcFirstLastPara="1" vertOverflow="overflow" horzOverflow="overflow" vert="horz" wrap="square" lIns="45719" tIns="45719" rIns="45719" bIns="45719" numCol="1" spcCol="38100" rtlCol="0" anchor="t">
            <a:spAutoFit/>
          </a:bodyPr>
          <a:lstStyle/>
          <a:p>
            <a:pPr algn="r" fontAlgn="auto" hangingPunct="0">
              <a:spcBef>
                <a:spcPts val="0"/>
              </a:spcBef>
              <a:spcAft>
                <a:spcPts val="0"/>
              </a:spcAft>
              <a:defRPr/>
            </a:pPr>
            <a:r>
              <a:rPr lang="zh-CN" altLang="en-US" sz="4400" dirty="0" smtClean="0">
                <a:solidFill>
                  <a:schemeClr val="accent1">
                    <a:lumMod val="50000"/>
                  </a:schemeClr>
                </a:solidFill>
              </a:rPr>
              <a:t>Pipeline Rectification</a:t>
            </a:r>
            <a:endParaRPr lang="zh-CN" altLang="en-US" sz="4400" b="1" dirty="0">
              <a:solidFill>
                <a:schemeClr val="accent1">
                  <a:lumMod val="50000"/>
                </a:schemeClr>
              </a:solidFill>
              <a:latin typeface="微软雅黑" panose="020B0503020204020204" pitchFamily="34" charset="-122"/>
              <a:ea typeface="微软雅黑" panose="020B0503020204020204" pitchFamily="34" charset="-122"/>
              <a:cs typeface="Arial" panose="020B0604020202020204"/>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968501" y="2049539"/>
            <a:ext cx="14931410" cy="1015663"/>
          </a:xfrm>
          <a:prstGeom prst="rect">
            <a:avLst/>
          </a:prstGeom>
          <a:noFill/>
        </p:spPr>
        <p:txBody>
          <a:bodyPr wrap="square" rtlCol="0">
            <a:spAutoFit/>
          </a:bodyPr>
          <a:lstStyle/>
          <a:p>
            <a:r>
              <a:rPr lang="en-US" altLang="zh-CN" sz="3200" dirty="0" smtClean="0">
                <a:solidFill>
                  <a:schemeClr val="tx1"/>
                </a:solidFill>
                <a:latin typeface="+mn-lt"/>
                <a:ea typeface="+mn-ea"/>
              </a:rPr>
              <a:t>4. Iodine </a:t>
            </a:r>
            <a:r>
              <a:rPr lang="en-US" altLang="zh-CN" sz="3200" dirty="0">
                <a:solidFill>
                  <a:schemeClr val="tx1"/>
                </a:solidFill>
                <a:latin typeface="+mn-lt"/>
                <a:ea typeface="+mn-ea"/>
              </a:rPr>
              <a:t>solution nitrogen transfer time qualification before solvent run.</a:t>
            </a:r>
            <a:endParaRPr lang="zh-CN" altLang="zh-CN" sz="3200" dirty="0">
              <a:solidFill>
                <a:schemeClr val="tx1"/>
              </a:solidFill>
              <a:latin typeface="+mn-lt"/>
              <a:ea typeface="+mn-ea"/>
            </a:endParaRPr>
          </a:p>
          <a:p>
            <a:endParaRPr lang="zh-CN" altLang="en-US" sz="2800" dirty="0"/>
          </a:p>
        </p:txBody>
      </p:sp>
      <p:sp>
        <p:nvSpPr>
          <p:cNvPr id="11" name="矩形 10"/>
          <p:cNvSpPr/>
          <p:nvPr/>
        </p:nvSpPr>
        <p:spPr>
          <a:xfrm>
            <a:off x="2311400" y="3430657"/>
            <a:ext cx="19583400" cy="1569660"/>
          </a:xfrm>
          <a:prstGeom prst="rect">
            <a:avLst/>
          </a:prstGeom>
        </p:spPr>
        <p:txBody>
          <a:bodyPr wrap="square">
            <a:spAutoFit/>
          </a:bodyPr>
          <a:lstStyle/>
          <a:p>
            <a:r>
              <a:rPr lang="en-US" altLang="zh-CN" sz="3200" dirty="0">
                <a:solidFill>
                  <a:srgbClr val="0000FF"/>
                </a:solidFill>
              </a:rPr>
              <a:t>ASYM: </a:t>
            </a:r>
            <a:r>
              <a:rPr lang="zh-CN" altLang="en-US" sz="3200" dirty="0">
                <a:solidFill>
                  <a:srgbClr val="0000FF"/>
                </a:solidFill>
              </a:rPr>
              <a:t>Nitrogen transfer of the iodine solution to the synthesizer will be performed during the solvent run.</a:t>
            </a:r>
            <a:endParaRPr lang="en-US" altLang="zh-CN" sz="3200" dirty="0">
              <a:solidFill>
                <a:srgbClr val="0000FF"/>
              </a:solidFill>
            </a:endParaRPr>
          </a:p>
          <a:p>
            <a:endParaRPr lang="zh-CN" altLang="en-US" sz="3200" dirty="0">
              <a:solidFill>
                <a:srgbClr val="0000FF"/>
              </a:solidFill>
            </a:endParaRPr>
          </a:p>
          <a:p>
            <a:r>
              <a:rPr lang="zh-CN" altLang="en-US" sz="3200" dirty="0">
                <a:solidFill>
                  <a:srgbClr val="0000FF"/>
                </a:solidFill>
              </a:rPr>
              <a:t>Proposed completion date: 10/22/2026</a:t>
            </a:r>
            <a:endParaRPr lang="zh-CN" altLang="en-US" sz="3200" dirty="0">
              <a:solidFill>
                <a:srgbClr val="0000FF"/>
              </a:solidFill>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949451" y="2113360"/>
            <a:ext cx="14624516" cy="1015663"/>
          </a:xfrm>
          <a:prstGeom prst="rect">
            <a:avLst/>
          </a:prstGeom>
          <a:noFill/>
        </p:spPr>
        <p:txBody>
          <a:bodyPr wrap="none" rtlCol="0">
            <a:spAutoFit/>
          </a:bodyPr>
          <a:lstStyle/>
          <a:p>
            <a:pPr lvl="0">
              <a:spcAft>
                <a:spcPts val="0"/>
              </a:spcAft>
              <a:buSzPts val="1000"/>
              <a:tabLst>
                <a:tab pos="457200" algn="l"/>
              </a:tabLst>
            </a:pPr>
            <a:r>
              <a:rPr lang="en-US" altLang="zh-CN" sz="3200" dirty="0">
                <a:solidFill>
                  <a:schemeClr val="tx1"/>
                </a:solidFill>
                <a:latin typeface="+mn-lt"/>
                <a:ea typeface="+mn-ea"/>
              </a:rPr>
              <a:t>5. Post oxidation DMF cooling time qualification by activation tank in solvent </a:t>
            </a:r>
            <a:r>
              <a:rPr lang="en-US" altLang="zh-CN" sz="3200" dirty="0" smtClean="0">
                <a:solidFill>
                  <a:schemeClr val="tx1"/>
                </a:solidFill>
                <a:latin typeface="+mn-lt"/>
                <a:ea typeface="+mn-ea"/>
              </a:rPr>
              <a:t>run.</a:t>
            </a:r>
            <a:endParaRPr lang="zh-CN" altLang="zh-CN" sz="3200" dirty="0">
              <a:solidFill>
                <a:schemeClr val="tx1"/>
              </a:solidFill>
              <a:latin typeface="+mn-lt"/>
              <a:ea typeface="+mn-ea"/>
            </a:endParaRPr>
          </a:p>
          <a:p>
            <a:endParaRPr lang="zh-CN" altLang="en-US" sz="2800" dirty="0"/>
          </a:p>
        </p:txBody>
      </p:sp>
      <p:sp>
        <p:nvSpPr>
          <p:cNvPr id="5" name="矩形 4"/>
          <p:cNvSpPr/>
          <p:nvPr/>
        </p:nvSpPr>
        <p:spPr>
          <a:xfrm>
            <a:off x="1949450" y="3204051"/>
            <a:ext cx="20707349" cy="1569660"/>
          </a:xfrm>
          <a:prstGeom prst="rect">
            <a:avLst/>
          </a:prstGeom>
        </p:spPr>
        <p:txBody>
          <a:bodyPr wrap="square">
            <a:spAutoFit/>
          </a:bodyPr>
          <a:lstStyle/>
          <a:p>
            <a:pPr>
              <a:lnSpc>
                <a:spcPct val="150000"/>
              </a:lnSpc>
            </a:pPr>
            <a:r>
              <a:rPr lang="en-US" altLang="zh-CN" sz="3200" dirty="0">
                <a:solidFill>
                  <a:srgbClr val="0000FF"/>
                </a:solidFill>
              </a:rPr>
              <a:t>ASYM: The post-oxidation DMF cooling-time test in the activation tank will be performed during the solvent run.</a:t>
            </a:r>
            <a:endParaRPr lang="en-US" altLang="zh-CN" sz="3200" dirty="0">
              <a:solidFill>
                <a:srgbClr val="0000FF"/>
              </a:solidFill>
            </a:endParaRPr>
          </a:p>
          <a:p>
            <a:pPr>
              <a:lnSpc>
                <a:spcPct val="150000"/>
              </a:lnSpc>
            </a:pPr>
            <a:r>
              <a:rPr lang="zh-CN" altLang="en-US" sz="3200" dirty="0">
                <a:solidFill>
                  <a:srgbClr val="0000FF"/>
                </a:solidFill>
              </a:rPr>
              <a:t>Proposed completion date: 10/22/2026</a:t>
            </a:r>
            <a:endParaRPr lang="zh-CN" altLang="en-US" sz="3200" dirty="0">
              <a:solidFill>
                <a:srgbClr val="0000FF"/>
              </a:solidFill>
            </a:endParaRP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223493" y="2094272"/>
            <a:ext cx="23160507" cy="1077218"/>
          </a:xfrm>
          <a:prstGeom prst="rect">
            <a:avLst/>
          </a:prstGeom>
          <a:noFill/>
        </p:spPr>
        <p:txBody>
          <a:bodyPr wrap="none" rtlCol="0">
            <a:spAutoFit/>
          </a:bodyPr>
          <a:lstStyle/>
          <a:p>
            <a:pPr lvl="0">
              <a:spcAft>
                <a:spcPts val="0"/>
              </a:spcAft>
              <a:buSzPts val="1000"/>
              <a:tabLst>
                <a:tab pos="457200" algn="l"/>
              </a:tabLst>
            </a:pPr>
            <a:r>
              <a:rPr lang="en-US" altLang="zh-CN" sz="3200" dirty="0">
                <a:solidFill>
                  <a:schemeClr val="tx1"/>
                </a:solidFill>
                <a:latin typeface="+mn-lt"/>
                <a:ea typeface="+mn-ea"/>
              </a:rPr>
              <a:t>6. Pre-production equipment train rinse/swab cleanness acceptance or equivalent as stated in contamination control </a:t>
            </a:r>
            <a:r>
              <a:rPr lang="en-US" altLang="zh-CN" sz="3200" dirty="0" smtClean="0">
                <a:solidFill>
                  <a:schemeClr val="tx1"/>
                </a:solidFill>
                <a:latin typeface="+mn-lt"/>
                <a:ea typeface="+mn-ea"/>
              </a:rPr>
              <a:t>strategy</a:t>
            </a:r>
            <a:r>
              <a:rPr lang="en-US" altLang="zh-CN" sz="3200" dirty="0">
                <a:solidFill>
                  <a:schemeClr val="tx1"/>
                </a:solidFill>
                <a:latin typeface="+mn-lt"/>
                <a:ea typeface="+mn-ea"/>
              </a:rPr>
              <a:t>.</a:t>
            </a:r>
            <a:endParaRPr lang="zh-CN" altLang="zh-CN" sz="3200" dirty="0">
              <a:solidFill>
                <a:schemeClr val="tx1"/>
              </a:solidFill>
              <a:latin typeface="+mn-lt"/>
              <a:ea typeface="+mn-ea"/>
            </a:endParaRPr>
          </a:p>
          <a:p>
            <a:endParaRPr lang="zh-CN" altLang="en-US" sz="3200" dirty="0">
              <a:solidFill>
                <a:schemeClr val="tx1"/>
              </a:solidFill>
              <a:latin typeface="+mn-lt"/>
              <a:ea typeface="+mn-ea"/>
            </a:endParaRPr>
          </a:p>
        </p:txBody>
      </p:sp>
      <p:sp>
        <p:nvSpPr>
          <p:cNvPr id="4" name="矩形 3"/>
          <p:cNvSpPr/>
          <p:nvPr/>
        </p:nvSpPr>
        <p:spPr>
          <a:xfrm>
            <a:off x="1223493" y="3152745"/>
            <a:ext cx="16644300" cy="2308324"/>
          </a:xfrm>
          <a:prstGeom prst="rect">
            <a:avLst/>
          </a:prstGeom>
        </p:spPr>
        <p:txBody>
          <a:bodyPr wrap="square">
            <a:spAutoFit/>
          </a:bodyPr>
          <a:lstStyle/>
          <a:p>
            <a:pPr>
              <a:lnSpc>
                <a:spcPct val="150000"/>
              </a:lnSpc>
            </a:pPr>
            <a:r>
              <a:rPr lang="en-US" altLang="zh-CN" sz="3200" dirty="0" smtClean="0">
                <a:solidFill>
                  <a:srgbClr val="0000FF"/>
                </a:solidFill>
              </a:rPr>
              <a:t>ASYM:</a:t>
            </a:r>
            <a:endParaRPr lang="en-US" altLang="zh-CN" sz="3200" dirty="0" smtClean="0">
              <a:solidFill>
                <a:srgbClr val="0000FF"/>
              </a:solidFill>
            </a:endParaRPr>
          </a:p>
          <a:p>
            <a:pPr>
              <a:lnSpc>
                <a:spcPct val="150000"/>
              </a:lnSpc>
            </a:pPr>
            <a:r>
              <a:rPr lang="en-US" altLang="zh-CN" sz="3200" dirty="0" smtClean="0">
                <a:solidFill>
                  <a:srgbClr val="0000FF"/>
                </a:solidFill>
              </a:rPr>
              <a:t>1. Cleaning of the equipment train after passivation has been completed, and TOC testing has also been completed;</a:t>
            </a:r>
            <a:endParaRPr lang="en-US" altLang="zh-CN" sz="3200" dirty="0" smtClean="0">
              <a:solidFill>
                <a:srgbClr val="0000FF"/>
              </a:solidFill>
            </a:endParaRPr>
          </a:p>
          <a:p>
            <a:pPr>
              <a:lnSpc>
                <a:spcPct val="150000"/>
              </a:lnSpc>
            </a:pPr>
            <a:r>
              <a:rPr lang="en-US" altLang="zh-CN" sz="3200" dirty="0" smtClean="0">
                <a:solidFill>
                  <a:srgbClr val="0000FF"/>
                </a:solidFill>
              </a:rPr>
              <a:t>2. Elemental iodine is used during the solvent run; after the run, the equipment train will be cleaned and test strips will be used to confirm iodine residue;</a:t>
            </a:r>
            <a:endParaRPr lang="zh-CN" altLang="en-US" sz="3200" dirty="0">
              <a:solidFill>
                <a:srgbClr val="0000FF"/>
              </a:solidFill>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816100" y="2007913"/>
            <a:ext cx="20434300" cy="2062103"/>
          </a:xfrm>
          <a:prstGeom prst="rect">
            <a:avLst/>
          </a:prstGeom>
        </p:spPr>
        <p:txBody>
          <a:bodyPr wrap="square">
            <a:spAutoFit/>
          </a:bodyPr>
          <a:lstStyle/>
          <a:p>
            <a:pPr>
              <a:spcAft>
                <a:spcPts val="0"/>
              </a:spcAft>
              <a:buSzPts val="1000"/>
              <a:tabLst>
                <a:tab pos="457200" algn="l"/>
              </a:tabLst>
            </a:pPr>
            <a:r>
              <a:rPr lang="en-US" altLang="zh-CN" sz="3200" dirty="0" smtClean="0">
                <a:solidFill>
                  <a:schemeClr val="tx1"/>
                </a:solidFill>
                <a:latin typeface="+mn-lt"/>
                <a:ea typeface="+mn-ea"/>
              </a:rPr>
              <a:t>7. Investigation </a:t>
            </a:r>
            <a:r>
              <a:rPr lang="en-US" altLang="zh-CN" sz="3200" dirty="0">
                <a:solidFill>
                  <a:schemeClr val="tx1"/>
                </a:solidFill>
                <a:latin typeface="+mn-lt"/>
                <a:ea typeface="+mn-ea"/>
              </a:rPr>
              <a:t>on contaminated sampling tool in the glovebox of L3 synthesizer SY16 and yellow solid contamination in the glovebox of L2 synthesizer SY15. Confirmation of contaminant ID is high recommended or at minimum the contamination must be confirmed to be limited to glovebox only, i.e., the possibility of contamination in the synthesizer must be ruled out.</a:t>
            </a:r>
            <a:endParaRPr lang="zh-CN" altLang="zh-CN" sz="3200" dirty="0">
              <a:solidFill>
                <a:schemeClr val="tx1"/>
              </a:solidFill>
              <a:latin typeface="+mn-lt"/>
              <a:ea typeface="+mn-ea"/>
            </a:endParaRPr>
          </a:p>
        </p:txBody>
      </p:sp>
      <p:sp>
        <p:nvSpPr>
          <p:cNvPr id="4" name="矩形 3"/>
          <p:cNvSpPr/>
          <p:nvPr/>
        </p:nvSpPr>
        <p:spPr>
          <a:xfrm>
            <a:off x="1315085" y="3945890"/>
            <a:ext cx="21987510" cy="3046095"/>
          </a:xfrm>
          <a:prstGeom prst="rect">
            <a:avLst/>
          </a:prstGeom>
        </p:spPr>
        <p:txBody>
          <a:bodyPr wrap="square">
            <a:spAutoFit/>
          </a:bodyPr>
          <a:lstStyle/>
          <a:p>
            <a:pPr>
              <a:lnSpc>
                <a:spcPct val="150000"/>
              </a:lnSpc>
            </a:pPr>
            <a:r>
              <a:rPr lang="en-US" altLang="zh-CN" sz="3200" dirty="0" smtClean="0">
                <a:solidFill>
                  <a:srgbClr val="0000FF"/>
                </a:solidFill>
              </a:rPr>
              <a:t>ASYM:</a:t>
            </a:r>
            <a:endParaRPr lang="en-US" altLang="zh-CN" sz="3200" dirty="0" smtClean="0">
              <a:solidFill>
                <a:srgbClr val="0000FF"/>
              </a:solidFill>
            </a:endParaRPr>
          </a:p>
          <a:p>
            <a:pPr>
              <a:lnSpc>
                <a:spcPct val="150000"/>
              </a:lnSpc>
            </a:pPr>
            <a:r>
              <a:rPr lang="en-US" altLang="zh-CN" sz="3200" dirty="0" smtClean="0">
                <a:solidFill>
                  <a:srgbClr val="0000FF"/>
                </a:solidFill>
              </a:rPr>
              <a:t>1. The SY15 synthesizer most recently performed the solid-phase synthesis of 140020 step 1. The yellow solid in the SY15 synthesizer glovebox was collected and identified by IR; internal inspection of the synthesizer found no material residue, and the IR peaks of the tested sample match those of the 140020 peptide resin;</a:t>
            </a:r>
            <a:endParaRPr lang="zh-CN" altLang="en-US" sz="3200" dirty="0">
              <a:solidFill>
                <a:srgbClr val="0000FF"/>
              </a:solidFill>
            </a:endParaRPr>
          </a:p>
        </p:txBody>
      </p:sp>
      <p:grpSp>
        <p:nvGrpSpPr>
          <p:cNvPr id="6" name="组合 5"/>
          <p:cNvGrpSpPr/>
          <p:nvPr/>
        </p:nvGrpSpPr>
        <p:grpSpPr>
          <a:xfrm>
            <a:off x="597976" y="7156922"/>
            <a:ext cx="23188047" cy="4723809"/>
            <a:chOff x="696762" y="7502829"/>
            <a:chExt cx="23188047" cy="4723809"/>
          </a:xfrm>
        </p:grpSpPr>
        <p:pic>
          <p:nvPicPr>
            <p:cNvPr id="2" name="图片 1"/>
            <p:cNvPicPr>
              <a:picLocks noChangeAspect="1"/>
            </p:cNvPicPr>
            <p:nvPr/>
          </p:nvPicPr>
          <p:blipFill>
            <a:blip r:embed="rId1"/>
            <a:stretch>
              <a:fillRect/>
            </a:stretch>
          </p:blipFill>
          <p:spPr>
            <a:xfrm>
              <a:off x="696762" y="7502829"/>
              <a:ext cx="11495238" cy="4723809"/>
            </a:xfrm>
            <a:prstGeom prst="rect">
              <a:avLst/>
            </a:prstGeom>
          </p:spPr>
        </p:pic>
        <p:pic>
          <p:nvPicPr>
            <p:cNvPr id="5" name="图片 4"/>
            <p:cNvPicPr>
              <a:picLocks noChangeAspect="1"/>
            </p:cNvPicPr>
            <p:nvPr/>
          </p:nvPicPr>
          <p:blipFill>
            <a:blip r:embed="rId2"/>
            <a:stretch>
              <a:fillRect/>
            </a:stretch>
          </p:blipFill>
          <p:spPr>
            <a:xfrm>
              <a:off x="12437190" y="7528229"/>
              <a:ext cx="11447619" cy="4657143"/>
            </a:xfrm>
            <a:prstGeom prst="rect">
              <a:avLst/>
            </a:prstGeom>
          </p:spPr>
        </p:pic>
      </p:grpSp>
      <p:sp>
        <p:nvSpPr>
          <p:cNvPr id="7" name="矩形 6"/>
          <p:cNvSpPr/>
          <p:nvPr/>
        </p:nvSpPr>
        <p:spPr>
          <a:xfrm>
            <a:off x="5905854" y="11880731"/>
            <a:ext cx="1891946" cy="830997"/>
          </a:xfrm>
          <a:prstGeom prst="rect">
            <a:avLst/>
          </a:prstGeom>
        </p:spPr>
        <p:txBody>
          <a:bodyPr wrap="square">
            <a:spAutoFit/>
          </a:bodyPr>
          <a:lstStyle/>
          <a:p>
            <a:pPr>
              <a:lnSpc>
                <a:spcPct val="150000"/>
              </a:lnSpc>
            </a:pPr>
            <a:r>
              <a:rPr lang="zh-CN" altLang="en-US" sz="1800" dirty="0" smtClean="0">
                <a:solidFill>
                  <a:srgbClr val="0000FF"/>
                </a:solidFill>
              </a:rPr>
              <a:t>Reference Standard</a:t>
            </a:r>
            <a:endParaRPr lang="zh-CN" altLang="en-US" sz="1800" dirty="0">
              <a:solidFill>
                <a:srgbClr val="0000FF"/>
              </a:solidFill>
            </a:endParaRPr>
          </a:p>
        </p:txBody>
      </p:sp>
      <p:sp>
        <p:nvSpPr>
          <p:cNvPr id="8" name="矩形 7"/>
          <p:cNvSpPr/>
          <p:nvPr/>
        </p:nvSpPr>
        <p:spPr>
          <a:xfrm>
            <a:off x="15443200" y="11749593"/>
            <a:ext cx="5842000" cy="830997"/>
          </a:xfrm>
          <a:prstGeom prst="rect">
            <a:avLst/>
          </a:prstGeom>
        </p:spPr>
        <p:txBody>
          <a:bodyPr wrap="square">
            <a:spAutoFit/>
          </a:bodyPr>
          <a:lstStyle/>
          <a:p>
            <a:pPr>
              <a:lnSpc>
                <a:spcPct val="150000"/>
              </a:lnSpc>
            </a:pPr>
            <a:r>
              <a:rPr lang="en-US" altLang="zh-CN" sz="1800" dirty="0" smtClean="0">
                <a:solidFill>
                  <a:srgbClr val="0000FF"/>
                </a:solidFill>
              </a:rPr>
              <a:t>Yellow Solid in the SY15 Synthesizer Glovebox</a:t>
            </a:r>
            <a:endParaRPr lang="zh-CN" altLang="en-US" sz="1800" dirty="0">
              <a:solidFill>
                <a:srgbClr val="0000FF"/>
              </a:solidFill>
            </a:endParaRPr>
          </a:p>
        </p:txBody>
      </p:sp>
    </p:spTree>
  </p:cSld>
  <p:clrMapOvr>
    <a:masterClrMapping/>
  </p:clrMapOvr>
  <p:transition spd="med"/>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816100" y="2007913"/>
            <a:ext cx="20434300" cy="2062103"/>
          </a:xfrm>
          <a:prstGeom prst="rect">
            <a:avLst/>
          </a:prstGeom>
        </p:spPr>
        <p:txBody>
          <a:bodyPr wrap="square">
            <a:spAutoFit/>
          </a:bodyPr>
          <a:lstStyle/>
          <a:p>
            <a:pPr>
              <a:spcAft>
                <a:spcPts val="0"/>
              </a:spcAft>
              <a:buSzPts val="1000"/>
              <a:tabLst>
                <a:tab pos="457200" algn="l"/>
              </a:tabLst>
            </a:pPr>
            <a:r>
              <a:rPr lang="en-US" altLang="zh-CN" sz="3200" dirty="0" smtClean="0">
                <a:solidFill>
                  <a:schemeClr val="tx1"/>
                </a:solidFill>
                <a:latin typeface="+mn-lt"/>
                <a:ea typeface="+mn-ea"/>
              </a:rPr>
              <a:t>7. Investigation </a:t>
            </a:r>
            <a:r>
              <a:rPr lang="en-US" altLang="zh-CN" sz="3200" dirty="0">
                <a:solidFill>
                  <a:schemeClr val="tx1"/>
                </a:solidFill>
                <a:latin typeface="+mn-lt"/>
                <a:ea typeface="+mn-ea"/>
              </a:rPr>
              <a:t>on contaminated sampling tool in the glovebox of L3 synthesizer SY16 and yellow solid contamination in the glovebox of L2 synthesizer SY15. Confirmation of contaminant ID is high recommended or at minimum the contamination must be confirmed to be limited to glovebox only, i.e., the possibility of contamination in the synthesizer must be ruled out.</a:t>
            </a:r>
            <a:endParaRPr lang="zh-CN" altLang="zh-CN" sz="3200" dirty="0">
              <a:solidFill>
                <a:schemeClr val="tx1"/>
              </a:solidFill>
              <a:latin typeface="+mn-lt"/>
              <a:ea typeface="+mn-ea"/>
            </a:endParaRPr>
          </a:p>
        </p:txBody>
      </p:sp>
      <p:sp>
        <p:nvSpPr>
          <p:cNvPr id="4" name="矩形 3"/>
          <p:cNvSpPr/>
          <p:nvPr/>
        </p:nvSpPr>
        <p:spPr>
          <a:xfrm>
            <a:off x="733425" y="3796665"/>
            <a:ext cx="23172420" cy="3773170"/>
          </a:xfrm>
          <a:prstGeom prst="rect">
            <a:avLst/>
          </a:prstGeom>
        </p:spPr>
        <p:txBody>
          <a:bodyPr wrap="square">
            <a:noAutofit/>
          </a:bodyPr>
          <a:lstStyle/>
          <a:p>
            <a:pPr>
              <a:lnSpc>
                <a:spcPct val="150000"/>
              </a:lnSpc>
            </a:pPr>
            <a:r>
              <a:rPr lang="en-US" altLang="zh-CN" sz="3200" dirty="0" smtClean="0">
                <a:solidFill>
                  <a:srgbClr val="0000FF"/>
                </a:solidFill>
              </a:rPr>
              <a:t>ASYM:</a:t>
            </a:r>
            <a:endParaRPr lang="en-US" altLang="zh-CN" sz="3200" dirty="0" smtClean="0">
              <a:solidFill>
                <a:srgbClr val="0000FF"/>
              </a:solidFill>
            </a:endParaRPr>
          </a:p>
          <a:p>
            <a:pPr>
              <a:lnSpc>
                <a:spcPct val="150000"/>
              </a:lnSpc>
            </a:pPr>
            <a:r>
              <a:rPr lang="en-US" altLang="zh-CN" sz="3200" dirty="0">
                <a:solidFill>
                  <a:srgbClr val="0000FF"/>
                </a:solidFill>
              </a:rPr>
              <a:t>2. A sample was taken from the contaminated portion in the SY16 synthesizer glovebox and identified by IR. The reference selected were substances previously used on the equipment with low volatility—DMF and ethylene glycol. Internal inspection of the synthesizer found no material residue; based on the IR spectra, the contaminant on the LDPE bag matches the characteristic peaks of ethylene glycol;</a:t>
            </a:r>
            <a:endParaRPr lang="en-US" altLang="zh-CN" sz="3200" dirty="0" smtClean="0">
              <a:solidFill>
                <a:srgbClr val="0000FF"/>
              </a:solidFill>
            </a:endParaRPr>
          </a:p>
          <a:p>
            <a:pPr>
              <a:lnSpc>
                <a:spcPct val="150000"/>
              </a:lnSpc>
            </a:pPr>
            <a:endParaRPr lang="zh-CN" altLang="en-US" sz="3200" dirty="0">
              <a:solidFill>
                <a:srgbClr val="0000FF"/>
              </a:solidFill>
            </a:endParaRPr>
          </a:p>
        </p:txBody>
      </p:sp>
      <p:pic>
        <p:nvPicPr>
          <p:cNvPr id="6" name="图片 5"/>
          <p:cNvPicPr>
            <a:picLocks noChangeAspect="1"/>
          </p:cNvPicPr>
          <p:nvPr/>
        </p:nvPicPr>
        <p:blipFill>
          <a:blip r:embed="rId1"/>
          <a:stretch>
            <a:fillRect/>
          </a:stretch>
        </p:blipFill>
        <p:spPr>
          <a:xfrm>
            <a:off x="838200" y="7582495"/>
            <a:ext cx="11087931" cy="4503605"/>
          </a:xfrm>
          <a:prstGeom prst="rect">
            <a:avLst/>
          </a:prstGeom>
        </p:spPr>
      </p:pic>
      <p:pic>
        <p:nvPicPr>
          <p:cNvPr id="7" name="图片 6"/>
          <p:cNvPicPr>
            <a:picLocks noChangeAspect="1"/>
          </p:cNvPicPr>
          <p:nvPr/>
        </p:nvPicPr>
        <p:blipFill>
          <a:blip r:embed="rId2"/>
          <a:stretch>
            <a:fillRect/>
          </a:stretch>
        </p:blipFill>
        <p:spPr>
          <a:xfrm>
            <a:off x="12744096" y="7582495"/>
            <a:ext cx="11161510" cy="4503605"/>
          </a:xfrm>
          <a:prstGeom prst="rect">
            <a:avLst/>
          </a:prstGeom>
        </p:spPr>
      </p:pic>
      <p:sp>
        <p:nvSpPr>
          <p:cNvPr id="9" name="矩形 8"/>
          <p:cNvSpPr/>
          <p:nvPr/>
        </p:nvSpPr>
        <p:spPr>
          <a:xfrm>
            <a:off x="17767300" y="12247218"/>
            <a:ext cx="1891946" cy="739754"/>
          </a:xfrm>
          <a:prstGeom prst="rect">
            <a:avLst/>
          </a:prstGeom>
        </p:spPr>
        <p:txBody>
          <a:bodyPr wrap="square">
            <a:spAutoFit/>
          </a:bodyPr>
          <a:lstStyle/>
          <a:p>
            <a:pPr>
              <a:lnSpc>
                <a:spcPct val="150000"/>
              </a:lnSpc>
            </a:pPr>
            <a:r>
              <a:rPr lang="zh-CN" altLang="en-US" sz="1800" dirty="0" smtClean="0">
                <a:solidFill>
                  <a:srgbClr val="0000FF"/>
                </a:solidFill>
              </a:rPr>
              <a:t>Ethylene Glycol</a:t>
            </a:r>
            <a:endParaRPr lang="zh-CN" altLang="en-US" sz="1800" dirty="0">
              <a:solidFill>
                <a:srgbClr val="0000FF"/>
              </a:solidFill>
            </a:endParaRPr>
          </a:p>
        </p:txBody>
      </p:sp>
      <p:sp>
        <p:nvSpPr>
          <p:cNvPr id="10" name="矩形 9"/>
          <p:cNvSpPr/>
          <p:nvPr/>
        </p:nvSpPr>
        <p:spPr>
          <a:xfrm>
            <a:off x="3714750" y="12106347"/>
            <a:ext cx="6472759" cy="830997"/>
          </a:xfrm>
          <a:prstGeom prst="rect">
            <a:avLst/>
          </a:prstGeom>
        </p:spPr>
        <p:txBody>
          <a:bodyPr wrap="square">
            <a:spAutoFit/>
          </a:bodyPr>
          <a:lstStyle/>
          <a:p>
            <a:pPr>
              <a:lnSpc>
                <a:spcPct val="150000"/>
              </a:lnSpc>
            </a:pPr>
            <a:r>
              <a:rPr lang="en-US" altLang="zh-CN" sz="1800" dirty="0" smtClean="0">
                <a:solidFill>
                  <a:srgbClr val="0000FF"/>
                </a:solidFill>
              </a:rPr>
              <a:t>LDPE Contaminant in the SY16 Synthesizer Glovebox</a:t>
            </a:r>
            <a:endParaRPr lang="zh-CN" altLang="en-US" sz="1800" dirty="0">
              <a:solidFill>
                <a:srgbClr val="0000FF"/>
              </a:solidFill>
            </a:endParaRPr>
          </a:p>
        </p:txBody>
      </p:sp>
    </p:spTree>
  </p:cSld>
  <p:clrMapOvr>
    <a:masterClrMapping/>
  </p:clrMapOvr>
  <p:transition spd="med"/>
  <p:timing>
    <p:tnLst>
      <p:par>
        <p:cTn id="1" dur="indefinite" restart="never" nodeType="tmRoot"/>
      </p:par>
    </p:tnLst>
  </p:timing>
</p:sld>
</file>

<file path=ppt/theme/theme1.xml><?xml version="1.0" encoding="utf-8"?>
<a:theme xmlns:a="http://schemas.openxmlformats.org/drawingml/2006/main" name="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6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10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11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7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8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9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12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4.xml><?xml version="1.0" encoding="utf-8"?>
<a:theme xmlns:a="http://schemas.openxmlformats.org/drawingml/2006/main" name="13_webwppDef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White">
  <a:themeElements>
    <a:clrScheme name="White">
      <a:dk1>
        <a:srgbClr val="000000"/>
      </a:dk1>
      <a:lt1>
        <a:srgbClr val="FFFFFF"/>
      </a:lt1>
      <a:dk2>
        <a:srgbClr val="A7A7A7"/>
      </a:dk2>
      <a:lt2>
        <a:srgbClr val="535353"/>
      </a:lt2>
      <a:accent1>
        <a:srgbClr val="0077BF"/>
      </a:accent1>
      <a:accent2>
        <a:srgbClr val="D0CDD0"/>
      </a:accent2>
      <a:accent3>
        <a:srgbClr val="BDBEBD"/>
      </a:accent3>
      <a:accent4>
        <a:srgbClr val="ACAAAD"/>
      </a:accent4>
      <a:accent5>
        <a:srgbClr val="9B999C"/>
      </a:accent5>
      <a:accent6>
        <a:srgbClr val="545554"/>
      </a:accent6>
      <a:hlink>
        <a:srgbClr val="0000FF"/>
      </a:hlink>
      <a:folHlink>
        <a:srgbClr val="FF00FF"/>
      </a:folHlink>
    </a:clrScheme>
    <a:fontScheme name="White">
      <a:majorFont>
        <a:latin typeface="Helvetica"/>
        <a:ea typeface="Helvetica"/>
        <a:cs typeface="Helvetica"/>
      </a:majorFont>
      <a:minorFont>
        <a:latin typeface="Helvetica Neue"/>
        <a:ea typeface="Helvetica Neue"/>
        <a:cs typeface="Helvetica Neu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5">
            <a:alpha val="60000"/>
          </a:schemeClr>
        </a:solidFill>
        <a:ln w="12700" cap="flat">
          <a:noFill/>
          <a:miter lim="400000"/>
        </a:ln>
      </a:spPr>
      <a:bodyPr rot="0" spcFirstLastPara="1" vertOverflow="overflow" horzOverflow="overflow" vert="horz" wrap="square" lIns="38100" tIns="38100" rIns="38100" bIns="381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defRPr kumimoji="0" sz="3200" b="0" i="0" u="none" strike="noStrike" cap="none" spc="0" normalizeH="0" baseline="0">
            <a:ln>
              <a:noFill/>
            </a:ln>
            <a:solidFill>
              <a:srgbClr val="FFFFFF"/>
            </a:solidFill>
            <a:effectLst/>
            <a:uFillTx/>
            <a:latin typeface="Helvetica Light"/>
            <a:ea typeface="Helvetica Light"/>
            <a:cs typeface="Helvetica Light"/>
            <a:sym typeface="Helvetica Light"/>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spPr>
      <a:bodyPr rot="0" spcFirstLastPara="1" vertOverflow="overflow" horzOverflow="overflow" vert="horz" wrap="square" lIns="45719" tIns="45719" rIns="45719" bIns="45719" numCol="1" spcCol="38100" rtlCol="0" anchor="t">
        <a:spAutoFit/>
      </a:bodyPr>
      <a:lstStyle>
        <a:defPPr marL="0" marR="0" indent="0" algn="l" defTabSz="825500" rtl="0" fontAlgn="auto" latinLnBrk="0" hangingPunct="0">
          <a:lnSpc>
            <a:spcPct val="100000"/>
          </a:lnSpc>
          <a:spcBef>
            <a:spcPts val="0"/>
          </a:spcBef>
          <a:spcAft>
            <a:spcPts val="0"/>
          </a:spcAft>
          <a:buClrTx/>
          <a:buSzTx/>
          <a:buFontTx/>
          <a:buNone/>
          <a:defRPr kumimoji="0" sz="2000" b="0" i="0" u="none" strike="noStrike" cap="none" spc="0" normalizeH="0" baseline="0">
            <a:ln>
              <a:noFill/>
            </a:ln>
            <a:solidFill>
              <a:srgbClr val="252D30"/>
            </a:solidFill>
            <a:effectLst/>
            <a:uFillTx/>
            <a:latin typeface="Arial" panose="020B0604020202020204"/>
            <a:ea typeface="Arial" panose="020B0604020202020204"/>
            <a:cs typeface="Arial" panose="020B0604020202020204"/>
            <a:sym typeface="Arial" panose="020B0604020202020204"/>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5557</Words>
  <Application>WPS Presentation</Application>
  <PresentationFormat>自定义</PresentationFormat>
  <Paragraphs>163</Paragraphs>
  <Slides>8</Slides>
  <Notes>1</Notes>
  <HiddenSlides>0</HiddenSlides>
  <MMClips>0</MMClips>
  <ScaleCrop>false</ScaleCrop>
  <HeadingPairs>
    <vt:vector size="6" baseType="variant">
      <vt:variant>
        <vt:lpstr>已用的字体</vt:lpstr>
      </vt:variant>
      <vt:variant>
        <vt:i4>10</vt:i4>
      </vt:variant>
      <vt:variant>
        <vt:lpstr>主题</vt:lpstr>
      </vt:variant>
      <vt:variant>
        <vt:i4>14</vt:i4>
      </vt:variant>
      <vt:variant>
        <vt:lpstr>幻灯片标题</vt:lpstr>
      </vt:variant>
      <vt:variant>
        <vt:i4>8</vt:i4>
      </vt:variant>
    </vt:vector>
  </HeadingPairs>
  <TitlesOfParts>
    <vt:vector size="32" baseType="lpstr">
      <vt:lpstr>Arial</vt:lpstr>
      <vt:lpstr>宋体</vt:lpstr>
      <vt:lpstr>Wingdings</vt:lpstr>
      <vt:lpstr>微软雅黑</vt:lpstr>
      <vt:lpstr>Arial</vt:lpstr>
      <vt:lpstr>Helvetica Light</vt:lpstr>
      <vt:lpstr>Open Sans</vt:lpstr>
      <vt:lpstr>Segoe Print</vt:lpstr>
      <vt:lpstr>Helvetica Neue</vt:lpstr>
      <vt:lpstr>Arial Unicode MS</vt:lpstr>
      <vt:lpstr>webwppDefTheme</vt:lpstr>
      <vt:lpstr>1_webwppDefTheme</vt:lpstr>
      <vt:lpstr>2_webwppDefTheme</vt:lpstr>
      <vt:lpstr>3_webwppDefTheme</vt:lpstr>
      <vt:lpstr>4_webwppDefTheme</vt:lpstr>
      <vt:lpstr>5_webwppDefTheme</vt:lpstr>
      <vt:lpstr>6_webwppDefTheme</vt:lpstr>
      <vt:lpstr>10_webwppDefTheme</vt:lpstr>
      <vt:lpstr>11_webwppDefTheme</vt:lpstr>
      <vt:lpstr>7_webwppDefTheme</vt:lpstr>
      <vt:lpstr>8_webwppDefTheme</vt:lpstr>
      <vt:lpstr>9_webwppDefTheme</vt:lpstr>
      <vt:lpstr>12_webwppDefTheme</vt:lpstr>
      <vt:lpstr>13_webwppDefTheme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dc:title>
  <dc:creator>Zechen Wei14669</dc:creator>
  <cp:lastModifiedBy>李涛</cp:lastModifiedBy>
  <cp:revision>404</cp:revision>
  <dcterms:created xsi:type="dcterms:W3CDTF">2025-10-27T09:32:00Z</dcterms:created>
  <dcterms:modified xsi:type="dcterms:W3CDTF">2026-10-19T06:34:38Z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
  </property>
</Properties>
</file>