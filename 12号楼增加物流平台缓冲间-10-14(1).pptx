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7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8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9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10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11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12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3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70" r:id="rId3"/>
    <p:sldMasterId id="2147483682" r:id="rId4"/>
    <p:sldMasterId id="2147483694" r:id="rId5"/>
    <p:sldMasterId id="2147483706" r:id="rId6"/>
    <p:sldMasterId id="2147483718" r:id="rId7"/>
    <p:sldMasterId id="2147483730" r:id="rId8"/>
    <p:sldMasterId id="2147483741" r:id="rId9"/>
    <p:sldMasterId id="2147483752" r:id="rId10"/>
    <p:sldMasterId id="2147483764" r:id="rId11"/>
    <p:sldMasterId id="2147483776" r:id="rId12"/>
    <p:sldMasterId id="2147483788" r:id="rId13"/>
    <p:sldMasterId id="2147483799" r:id="rId14"/>
  </p:sldMasterIdLst>
  <p:notesMasterIdLst>
    <p:notesMasterId r:id="rId16"/>
  </p:notesMasterIdLst>
  <p:sldIdLst>
    <p:sldId id="854" r:id="rId15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9F88E6D3-50D6-4DCD-8379-A30ED8483401}">
          <p14:sldIdLst>
            <p14:sldId id="854"/>
          </p14:sldIdLst>
        </p14:section>
      </p14:sectionLst>
    </p:ex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Yonggang Shi" initials="YS" lastIdx="1" clrIdx="0"/>
  <p:cmAuthor id="4" name="Qichen Liu" initials="QL" lastIdx="3" clrIdx="1"/>
  <p:cmAuthor id="5" name="Kai Liu9244" initials="KL" lastIdx="1" clrIdx="2"/>
  <p:cmAuthor id="6" name="Jiantao Zhang14824" initials="JZ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A6DB4"/>
    <a:srgbClr val="00356A"/>
    <a:srgbClr val="3F6E9A"/>
    <a:srgbClr val="CDDCEA"/>
    <a:srgbClr val="6897C1"/>
    <a:srgbClr val="2D4F6E"/>
    <a:srgbClr val="144479"/>
    <a:srgbClr val="39648C"/>
    <a:srgbClr val="2F5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55" autoAdjust="0"/>
    <p:restoredTop sz="94012" autoAdjust="0"/>
  </p:normalViewPr>
  <p:slideViewPr>
    <p:cSldViewPr snapToGrid="0" snapToObjects="1" showGuides="1">
      <p:cViewPr varScale="1">
        <p:scale>
          <a:sx n="59" d="100"/>
          <a:sy n="59" d="100"/>
        </p:scale>
        <p:origin x="248" y="8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10" Type="http://schemas.openxmlformats.org/officeDocument/2006/relationships/slideMaster" Target="slideMasters/slideMaster10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" dt="2026-10-15T15:27:56.275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822313" y="1309370"/>
            <a:ext cx="17549495" cy="635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76200" y="12949238"/>
            <a:ext cx="245364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8" y="12949238"/>
            <a:ext cx="1738313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22762277" y="13027152"/>
            <a:ext cx="754758" cy="384721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‹#›</a:t>
            </a:fld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cs typeface="Open Sans" panose="020B0606030504020204" pitchFamily="34" charset="0"/>
                <a:sym typeface="Open Sans" panose="020B0606030504020204" pitchFamily="34" charset="0"/>
              </a:rPr>
              <a:t>/27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5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3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3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3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3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5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9" y="13192237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endParaRPr lang="zh-CN" altLang="en-US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842087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6" y="1310004"/>
            <a:ext cx="17397096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8714"/>
            <a:ext cx="243840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90" y="12948714"/>
            <a:ext cx="1662112" cy="5693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1" y="608337"/>
            <a:ext cx="5297806" cy="10528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 202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6" y="13192239"/>
            <a:ext cx="1464944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9" y="13228216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677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8"/>
            <a:ext cx="17130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540062" y="705609"/>
            <a:ext cx="17130244" cy="1099798"/>
          </a:xfrm>
        </p:spPr>
        <p:txBody>
          <a:bodyPr>
            <a:normAutofit/>
          </a:bodyPr>
          <a:lstStyle>
            <a:lvl1pPr algn="r">
              <a:defRPr sz="4800" b="1">
                <a:solidFill>
                  <a:srgbClr val="2E5A9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4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7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13" Type="http://schemas.openxmlformats.org/officeDocument/2006/relationships/theme" Target="../theme/theme14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50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fontAlgn="auto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omments" Target="../comments/commen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23012089" y="12996375"/>
            <a:ext cx="504946" cy="446276"/>
          </a:xfrm>
        </p:spPr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1/1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06782" y="294769"/>
            <a:ext cx="15074411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 smtClean="0">
                <a:solidFill>
                  <a:srgbClr val="36609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/>
                <a:sym typeface="Arial" panose="020B0604020202020204"/>
              </a:rPr>
              <a:t>多肽厂房</a:t>
            </a:r>
            <a:r>
              <a:rPr lang="en-US" altLang="zh-CN" sz="4000" b="1" dirty="0" smtClean="0">
                <a:solidFill>
                  <a:srgbClr val="36609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/>
                <a:sym typeface="Arial" panose="020B0604020202020204"/>
              </a:rPr>
              <a:t>2</a:t>
            </a:r>
            <a:r>
              <a:rPr lang="zh-CN" altLang="en-US" sz="4000" b="1" dirty="0" smtClean="0">
                <a:solidFill>
                  <a:srgbClr val="366092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/>
                <a:sym typeface="Arial" panose="020B0604020202020204"/>
              </a:rPr>
              <a:t>新增物流平台缓冲间</a:t>
            </a:r>
            <a:endParaRPr lang="zh-CN" altLang="en-US" sz="4000" b="1" dirty="0">
              <a:solidFill>
                <a:srgbClr val="366092"/>
              </a:solidFill>
              <a:latin typeface="微软雅黑" panose="020B0703020204020201" pitchFamily="34" charset="-122"/>
              <a:ea typeface="微软雅黑" panose="020B0703020204020201" pitchFamily="3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3686" y="1693818"/>
            <a:ext cx="12048565" cy="66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ym typeface="+mn-ea"/>
              </a:rPr>
              <a:t>物料平台缓冲</a:t>
            </a:r>
            <a:r>
              <a:rPr lang="zh-CN" altLang="en-US" sz="2800" b="1" dirty="0" smtClean="0">
                <a:sym typeface="+mn-ea"/>
              </a:rPr>
              <a:t>间现状：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3687" y="7074621"/>
            <a:ext cx="11725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物料转移流程：</a:t>
            </a:r>
            <a:endParaRPr lang="en-US" altLang="zh-CN" sz="2800" b="1" dirty="0" smtClean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05629"/>
              </p:ext>
            </p:extLst>
          </p:nvPr>
        </p:nvGraphicFramePr>
        <p:xfrm>
          <a:off x="274064" y="2679005"/>
          <a:ext cx="9811230" cy="3242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5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5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行动项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当前进度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预计完成时间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变更文件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已签批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N/A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缓冲间主体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已建设完毕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N/A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门禁系统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已安装并录入系统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N/A</a:t>
                      </a:r>
                      <a:endParaRPr lang="zh-CN" altLang="en-US" sz="2000" b="0" i="0" u="none" kern="1200" baseline="0" dirty="0" smtClean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95">
                <a:tc>
                  <a:txBody>
                    <a:bodyPr/>
                    <a:lstStyle/>
                    <a:p>
                      <a:pPr marL="0" algn="ctr" defTabSz="1828800" rtl="0" eaLnBrk="1" latinLnBrk="0" hangingPunct="1"/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空调系统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828800" rtl="0" eaLnBrk="1" latinLnBrk="0" hangingPunct="1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已完成风管铺设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  <a:sym typeface="Arial" panose="020B0604020202020204" pitchFamily="34" charset="0"/>
                        </a:rPr>
                        <a:t>N/A</a:t>
                      </a:r>
                      <a:endParaRPr lang="zh-CN" altLang="en-US" sz="2000" b="0" i="0" u="none" kern="1200" baseline="0" dirty="0" smtClean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033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互锁系统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调试中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10/16/2026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401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压差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调试中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10/18/2026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867"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验证</a:t>
                      </a:r>
                      <a:endParaRPr lang="zh-CN" altLang="en-US" sz="2000" b="1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IQ</a:t>
                      </a:r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验证中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10/20/2026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74064" y="8292190"/>
          <a:ext cx="9811230" cy="349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8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模块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管控要点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1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b="1" dirty="0" smtClean="0"/>
                        <a:t>岗位配置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双人专职定岗物料接收、转运：外部人员、内部人员。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7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b="1" dirty="0" smtClean="0"/>
                        <a:t>平台首核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物料送达平台后外部人员核验配送系统与外包装标签（信息</a:t>
                      </a: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/</a:t>
                      </a:r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数量</a:t>
                      </a:r>
                      <a:r>
                        <a:rPr lang="en-US" altLang="zh-CN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/</a:t>
                      </a:r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包装），</a:t>
                      </a:r>
                      <a:endParaRPr lang="en-US" altLang="zh-CN" sz="2000" b="0" i="0" u="none" kern="1200" baseline="0" dirty="0" smtClean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确认后对讲机通知内部人员，并转运至缓冲间内。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6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b="1" dirty="0" smtClean="0"/>
                        <a:t>缓冲间复核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同一时段仅承接一个项目一种物料，内部人员即可至缓冲间内完成二次扫码确认。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4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b="1" dirty="0" smtClean="0"/>
                        <a:t>清洁转运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u="none" kern="1200" baseline="0" dirty="0" smtClean="0">
                          <a:solidFill>
                            <a:srgbClr val="252D3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+mn-cs"/>
                        </a:rPr>
                        <a:t>确认无误后的物料在缓冲间内完成清洁，即刻转入物流通道，经物流电梯配送至生产车间，无物料滞留。</a:t>
                      </a:r>
                      <a:endParaRPr lang="zh-CN" altLang="en-US" sz="2000" b="0" i="0" u="none" kern="1200" baseline="0" dirty="0">
                        <a:solidFill>
                          <a:srgbClr val="252D3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396" y="1464376"/>
            <a:ext cx="5217004" cy="538080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2605037" y="6995437"/>
            <a:ext cx="2906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物流平台变更前状态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4569" y="1464375"/>
            <a:ext cx="5334744" cy="538080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7965611" y="6995690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物流平台变更后状态（门斗升级为</a:t>
            </a:r>
            <a:r>
              <a:rPr lang="en-US" altLang="zh-CN" dirty="0" smtClean="0"/>
              <a:t>CNC</a:t>
            </a:r>
            <a:r>
              <a:rPr lang="zh-CN" altLang="en-US" dirty="0" smtClean="0"/>
              <a:t>区域）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7508" y="7571222"/>
            <a:ext cx="4061989" cy="351307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1076" y="7586786"/>
            <a:ext cx="4163006" cy="363905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42732" y="7624989"/>
            <a:ext cx="4201111" cy="367716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6641482" y="11302152"/>
            <a:ext cx="1985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三层物流通道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1935748" y="11302152"/>
            <a:ext cx="1985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二层物流通道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21026579" y="11302152"/>
            <a:ext cx="1985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四层物流通道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1935747" y="11920120"/>
            <a:ext cx="1045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厂房内各物流通道整体划定为一般区，日常管控按</a:t>
            </a:r>
            <a:r>
              <a:rPr lang="en-US" altLang="zh-CN" sz="2400" b="1" dirty="0"/>
              <a:t>CNC</a:t>
            </a:r>
            <a:r>
              <a:rPr lang="zh-CN" altLang="en-US" sz="2400" b="1" dirty="0"/>
              <a:t>受控区域标准执行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239</Words>
  <Application>Microsoft Office PowerPoint</Application>
  <PresentationFormat>自定义</PresentationFormat>
  <Paragraphs>45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Helvetica Light</vt:lpstr>
      <vt:lpstr>Helvetica Neue</vt:lpstr>
      <vt:lpstr>Open Sans</vt:lpstr>
      <vt:lpstr>微软雅黑</vt:lpstr>
      <vt:lpstr>Arial</vt:lpstr>
      <vt:lpstr>webwppDefTheme</vt:lpstr>
      <vt:lpstr>1_webwppDefTheme</vt:lpstr>
      <vt:lpstr>2_webwppDefTheme</vt:lpstr>
      <vt:lpstr>3_webwppDefTheme</vt:lpstr>
      <vt:lpstr>4_webwppDefTheme</vt:lpstr>
      <vt:lpstr>5_webwppDefTheme</vt:lpstr>
      <vt:lpstr>6_webwppDefTheme</vt:lpstr>
      <vt:lpstr>10_webwppDefTheme</vt:lpstr>
      <vt:lpstr>11_webwppDefTheme</vt:lpstr>
      <vt:lpstr>7_webwppDefTheme</vt:lpstr>
      <vt:lpstr>8_webwppDefTheme</vt:lpstr>
      <vt:lpstr>9_webwppDefTheme</vt:lpstr>
      <vt:lpstr>12_webwppDefTheme</vt:lpstr>
      <vt:lpstr>13_webwppDefTheme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Zechen Wei14669</dc:creator>
  <cp:lastModifiedBy>Yanlong Li</cp:lastModifiedBy>
  <cp:revision>1</cp:revision>
  <dcterms:created xsi:type="dcterms:W3CDTF">2026-10-15T07:41:35Z</dcterms:created>
  <dcterms:modified xsi:type="dcterms:W3CDTF">2026-10-15T10:48:08Z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