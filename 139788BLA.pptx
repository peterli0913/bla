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6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43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F232D-F116-4CAC-87D0-7EFB00F8FC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3D133-F730-4502-ACF7-6B6EBBBC11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2" y="1001926"/>
            <a:ext cx="10912306" cy="749871"/>
          </a:xfrm>
          <a:prstGeom prst="rect">
            <a:avLst/>
          </a:prstGeom>
        </p:spPr>
      </p:pic>
      <p:grpSp>
        <p:nvGrpSpPr>
          <p:cNvPr id="47" name="画布 6"/>
          <p:cNvGrpSpPr/>
          <p:nvPr/>
        </p:nvGrpSpPr>
        <p:grpSpPr>
          <a:xfrm>
            <a:off x="723382" y="1936435"/>
            <a:ext cx="8077718" cy="4736926"/>
            <a:chOff x="0" y="0"/>
            <a:chExt cx="8880475" cy="4982845"/>
          </a:xfrm>
        </p:grpSpPr>
        <p:sp>
          <p:nvSpPr>
            <p:cNvPr id="48" name="矩形 47"/>
            <p:cNvSpPr/>
            <p:nvPr/>
          </p:nvSpPr>
          <p:spPr>
            <a:xfrm>
              <a:off x="0" y="0"/>
              <a:ext cx="8880475" cy="4982845"/>
            </a:xfrm>
            <a:prstGeom prst="rect">
              <a:avLst/>
            </a:prstGeom>
          </p:spPr>
        </p:sp>
        <p:sp>
          <p:nvSpPr>
            <p:cNvPr id="49" name="流程图: 可选过程 48"/>
            <p:cNvSpPr/>
            <p:nvPr/>
          </p:nvSpPr>
          <p:spPr>
            <a:xfrm>
              <a:off x="245745" y="1287145"/>
              <a:ext cx="795020" cy="325120"/>
            </a:xfrm>
            <a:prstGeom prst="flowChartAlternateProcess">
              <a:avLst/>
            </a:prstGeom>
            <a:solidFill>
              <a:srgbClr val="4874CB"/>
            </a:solidFill>
            <a:ln w="12700" cap="flat" cmpd="sng" algn="ctr">
              <a:solidFill>
                <a:srgbClr val="4874CB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流量判断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流程图: 过程 49"/>
            <p:cNvSpPr/>
            <p:nvPr/>
          </p:nvSpPr>
          <p:spPr>
            <a:xfrm>
              <a:off x="2245360" y="3870325"/>
              <a:ext cx="1196975" cy="27622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流动相接收切换至</a:t>
              </a: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罐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流程图: 过程 50"/>
            <p:cNvSpPr/>
            <p:nvPr/>
          </p:nvSpPr>
          <p:spPr>
            <a:xfrm>
              <a:off x="5467350" y="3862705"/>
              <a:ext cx="1411605" cy="28956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流动相接收切换至废液罐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流程图: 过程 51"/>
            <p:cNvSpPr/>
            <p:nvPr/>
          </p:nvSpPr>
          <p:spPr>
            <a:xfrm>
              <a:off x="8166100" y="3863975"/>
              <a:ext cx="615950" cy="28257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程序停止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箭头连接符 52"/>
            <p:cNvCxnSpPr>
              <a:stCxn id="51" idx="3"/>
              <a:endCxn id="52" idx="1"/>
            </p:cNvCxnSpPr>
            <p:nvPr/>
          </p:nvCxnSpPr>
          <p:spPr>
            <a:xfrm flipV="1">
              <a:off x="6878955" y="4005580"/>
              <a:ext cx="1287145" cy="1905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54" name="直接箭头连接符 53"/>
            <p:cNvCxnSpPr>
              <a:stCxn id="50" idx="3"/>
              <a:endCxn id="51" idx="1"/>
            </p:cNvCxnSpPr>
            <p:nvPr/>
          </p:nvCxnSpPr>
          <p:spPr>
            <a:xfrm flipV="1">
              <a:off x="3442335" y="4007485"/>
              <a:ext cx="2025015" cy="1270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55" name="流程图: 过程 54"/>
            <p:cNvSpPr/>
            <p:nvPr/>
          </p:nvSpPr>
          <p:spPr>
            <a:xfrm>
              <a:off x="31115" y="567055"/>
              <a:ext cx="1217930" cy="4483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按工艺要求设置电导率值高高、低低报警值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17"/>
            <p:cNvSpPr txBox="1"/>
            <p:nvPr/>
          </p:nvSpPr>
          <p:spPr>
            <a:xfrm>
              <a:off x="6895343" y="3812099"/>
              <a:ext cx="1368537" cy="553836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报警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10min</a:t>
              </a: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内未恢复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153035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任一流量超</a:t>
              </a:r>
              <a:r>
                <a:rPr kumimoji="0" lang="en-US" altLang="zh-CN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±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5%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接连接符 56"/>
            <p:cNvCxnSpPr>
              <a:stCxn id="49" idx="0"/>
              <a:endCxn id="55" idx="2"/>
            </p:cNvCxnSpPr>
            <p:nvPr/>
          </p:nvCxnSpPr>
          <p:spPr>
            <a:xfrm flipH="1" flipV="1">
              <a:off x="640080" y="1015365"/>
              <a:ext cx="3175" cy="271780"/>
            </a:xfrm>
            <a:prstGeom prst="line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</a:ln>
            <a:effectLst/>
          </p:spPr>
        </p:cxnSp>
        <p:sp>
          <p:nvSpPr>
            <p:cNvPr id="58" name="文本框 19"/>
            <p:cNvSpPr txBox="1"/>
            <p:nvPr/>
          </p:nvSpPr>
          <p:spPr>
            <a:xfrm>
              <a:off x="656271" y="3823391"/>
              <a:ext cx="1574166" cy="50546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任一流量波动均在</a:t>
              </a:r>
              <a:r>
                <a:rPr kumimoji="0" lang="en-US" altLang="zh-CN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±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3%</a:t>
              </a: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内（预排时间约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2~5min</a:t>
              </a: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）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20"/>
            <p:cNvSpPr txBox="1"/>
            <p:nvPr/>
          </p:nvSpPr>
          <p:spPr>
            <a:xfrm>
              <a:off x="3579382" y="3812099"/>
              <a:ext cx="1901190" cy="47053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电导触发高高、低低报警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5s</a:t>
              </a: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后，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或任一流量波动超</a:t>
              </a:r>
              <a:r>
                <a:rPr kumimoji="0" lang="en-US" altLang="zh-CN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±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3%</a:t>
              </a: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切至废液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流程图: 过程 59"/>
            <p:cNvSpPr/>
            <p:nvPr/>
          </p:nvSpPr>
          <p:spPr>
            <a:xfrm>
              <a:off x="2242820" y="3046730"/>
              <a:ext cx="1196975" cy="27622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电导报警自动使能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接连接符 60"/>
            <p:cNvCxnSpPr>
              <a:stCxn id="50" idx="0"/>
              <a:endCxn id="60" idx="2"/>
            </p:cNvCxnSpPr>
            <p:nvPr/>
          </p:nvCxnSpPr>
          <p:spPr>
            <a:xfrm flipH="1" flipV="1">
              <a:off x="2841625" y="3322955"/>
              <a:ext cx="2540" cy="547370"/>
            </a:xfrm>
            <a:prstGeom prst="line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</a:ln>
            <a:effectLst/>
          </p:spPr>
        </p:cxnSp>
        <p:sp>
          <p:nvSpPr>
            <p:cNvPr id="62" name="文本框 23"/>
            <p:cNvSpPr txBox="1"/>
            <p:nvPr/>
          </p:nvSpPr>
          <p:spPr>
            <a:xfrm>
              <a:off x="2540000" y="3412490"/>
              <a:ext cx="739775" cy="27051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稳定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10s</a:t>
              </a: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后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3" name="曲线连接符 62"/>
            <p:cNvCxnSpPr/>
            <p:nvPr/>
          </p:nvCxnSpPr>
          <p:spPr>
            <a:xfrm rot="5400000" flipH="1">
              <a:off x="4613910" y="2631440"/>
              <a:ext cx="5715" cy="3077845"/>
            </a:xfrm>
            <a:prstGeom prst="curvedConnector3">
              <a:avLst>
                <a:gd name="adj1" fmla="val -8166666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64" name="文本框 25"/>
            <p:cNvSpPr txBox="1"/>
            <p:nvPr/>
          </p:nvSpPr>
          <p:spPr>
            <a:xfrm>
              <a:off x="3965892" y="4293552"/>
              <a:ext cx="1301750" cy="47053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电导报警、流量波动超限</a:t>
              </a:r>
              <a:r>
                <a:rPr kumimoji="0" 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10min</a:t>
              </a:r>
              <a:r>
                <a:rPr kumimoji="0" lang="zh-CN" altLang="en-US" sz="8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内恢复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26"/>
            <p:cNvSpPr txBox="1"/>
            <p:nvPr/>
          </p:nvSpPr>
          <p:spPr>
            <a:xfrm>
              <a:off x="3361055" y="116840"/>
              <a:ext cx="2166620" cy="31940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流动相配液控制逻辑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流程图: 过程 65"/>
            <p:cNvSpPr/>
            <p:nvPr/>
          </p:nvSpPr>
          <p:spPr>
            <a:xfrm>
              <a:off x="5408930" y="1314450"/>
              <a:ext cx="1211580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流动相接收切换至废液罐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流程图: 过程 66"/>
            <p:cNvSpPr/>
            <p:nvPr/>
          </p:nvSpPr>
          <p:spPr>
            <a:xfrm>
              <a:off x="7955280" y="1320800"/>
              <a:ext cx="615950" cy="28257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程序启动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文本框 12"/>
            <p:cNvSpPr txBox="1"/>
            <p:nvPr/>
          </p:nvSpPr>
          <p:spPr>
            <a:xfrm>
              <a:off x="3330575" y="1207770"/>
              <a:ext cx="1403350" cy="24320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浓盐流量设定值</a:t>
              </a: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SV kg/min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流程图: 过程 68"/>
            <p:cNvSpPr/>
            <p:nvPr/>
          </p:nvSpPr>
          <p:spPr>
            <a:xfrm>
              <a:off x="7832090" y="446405"/>
              <a:ext cx="851535" cy="4483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按工艺要求设置配液参数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接连接符 69"/>
            <p:cNvCxnSpPr>
              <a:stCxn id="67" idx="0"/>
              <a:endCxn id="69" idx="2"/>
            </p:cNvCxnSpPr>
            <p:nvPr/>
          </p:nvCxnSpPr>
          <p:spPr>
            <a:xfrm flipH="1" flipV="1">
              <a:off x="8258175" y="894715"/>
              <a:ext cx="5080" cy="426085"/>
            </a:xfrm>
            <a:prstGeom prst="line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</a:ln>
            <a:effectLst/>
          </p:spPr>
        </p:cxnSp>
        <p:cxnSp>
          <p:nvCxnSpPr>
            <p:cNvPr id="71" name="直接箭头连接符 70"/>
            <p:cNvCxnSpPr>
              <a:stCxn id="67" idx="1"/>
              <a:endCxn id="66" idx="3"/>
            </p:cNvCxnSpPr>
            <p:nvPr/>
          </p:nvCxnSpPr>
          <p:spPr>
            <a:xfrm flipH="1" flipV="1">
              <a:off x="6620510" y="1456055"/>
              <a:ext cx="1334770" cy="6350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2" name="流程图: 过程 71"/>
            <p:cNvSpPr/>
            <p:nvPr/>
          </p:nvSpPr>
          <p:spPr>
            <a:xfrm>
              <a:off x="2278380" y="1310005"/>
              <a:ext cx="1011555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浓盐配液</a:t>
              </a: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PID</a:t>
              </a: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控制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接箭头连接符 72"/>
            <p:cNvCxnSpPr>
              <a:stCxn id="66" idx="1"/>
              <a:endCxn id="72" idx="3"/>
            </p:cNvCxnSpPr>
            <p:nvPr/>
          </p:nvCxnSpPr>
          <p:spPr>
            <a:xfrm flipH="1" flipV="1">
              <a:off x="3289935" y="1451610"/>
              <a:ext cx="2118995" cy="4445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4" name="流程图: 过程 73"/>
            <p:cNvSpPr/>
            <p:nvPr/>
          </p:nvSpPr>
          <p:spPr>
            <a:xfrm>
              <a:off x="2275840" y="715645"/>
              <a:ext cx="1011555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纯水配液</a:t>
              </a:r>
              <a:r>
                <a:rPr kumimoji="0" lang="en-US" sz="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PID</a:t>
              </a:r>
              <a:r>
                <a:rPr kumimoji="0" lang="zh-CN" altLang="en-US" sz="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控制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文本框 52"/>
            <p:cNvSpPr txBox="1"/>
            <p:nvPr/>
          </p:nvSpPr>
          <p:spPr>
            <a:xfrm>
              <a:off x="3349625" y="626745"/>
              <a:ext cx="1495425" cy="25019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纯水流量设定值</a:t>
              </a: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SV kg/min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6" name="肘形连接符 75"/>
            <p:cNvCxnSpPr>
              <a:stCxn id="66" idx="1"/>
              <a:endCxn id="74" idx="3"/>
            </p:cNvCxnSpPr>
            <p:nvPr/>
          </p:nvCxnSpPr>
          <p:spPr>
            <a:xfrm rot="10800000">
              <a:off x="3287395" y="857250"/>
              <a:ext cx="2121535" cy="598805"/>
            </a:xfrm>
            <a:prstGeom prst="bentConnector3">
              <a:avLst>
                <a:gd name="adj1" fmla="val 49985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7" name="流程图: 过程 76"/>
            <p:cNvSpPr/>
            <p:nvPr/>
          </p:nvSpPr>
          <p:spPr>
            <a:xfrm>
              <a:off x="2283460" y="1959610"/>
              <a:ext cx="1011555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乙腈配液</a:t>
              </a: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PID</a:t>
              </a:r>
              <a:r>
                <a:rPr kumimoji="0" lang="zh-CN" alt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控制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8" name="肘形连接符 77"/>
            <p:cNvCxnSpPr>
              <a:stCxn id="66" idx="1"/>
              <a:endCxn id="77" idx="3"/>
            </p:cNvCxnSpPr>
            <p:nvPr/>
          </p:nvCxnSpPr>
          <p:spPr>
            <a:xfrm rot="10800000" flipV="1">
              <a:off x="3295015" y="1456055"/>
              <a:ext cx="2113915" cy="645160"/>
            </a:xfrm>
            <a:prstGeom prst="bentConnector3">
              <a:avLst>
                <a:gd name="adj1" fmla="val 49985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9" name="文本框 56"/>
            <p:cNvSpPr txBox="1"/>
            <p:nvPr/>
          </p:nvSpPr>
          <p:spPr>
            <a:xfrm>
              <a:off x="3319780" y="1870710"/>
              <a:ext cx="1452245" cy="26352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乙腈流量设定值</a:t>
              </a: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SV kg/min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0" name="肘形连接符 79"/>
            <p:cNvCxnSpPr>
              <a:stCxn id="74" idx="1"/>
              <a:endCxn id="49" idx="3"/>
            </p:cNvCxnSpPr>
            <p:nvPr/>
          </p:nvCxnSpPr>
          <p:spPr>
            <a:xfrm rot="10800000" flipV="1">
              <a:off x="1040765" y="857250"/>
              <a:ext cx="1235075" cy="592455"/>
            </a:xfrm>
            <a:prstGeom prst="bentConnector3">
              <a:avLst>
                <a:gd name="adj1" fmla="val 78611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81" name="直接箭头连接符 80"/>
            <p:cNvCxnSpPr>
              <a:stCxn id="72" idx="1"/>
              <a:endCxn id="49" idx="3"/>
            </p:cNvCxnSpPr>
            <p:nvPr/>
          </p:nvCxnSpPr>
          <p:spPr>
            <a:xfrm flipH="1" flipV="1">
              <a:off x="1040765" y="1449705"/>
              <a:ext cx="1237615" cy="1905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82" name="肘形连接符 81"/>
            <p:cNvCxnSpPr>
              <a:stCxn id="77" idx="1"/>
            </p:cNvCxnSpPr>
            <p:nvPr/>
          </p:nvCxnSpPr>
          <p:spPr>
            <a:xfrm rot="10800000">
              <a:off x="679450" y="1449705"/>
              <a:ext cx="1603375" cy="651510"/>
            </a:xfrm>
            <a:prstGeom prst="bentConnector3">
              <a:avLst>
                <a:gd name="adj1" fmla="val 60792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83" name="肘形连接符 82"/>
            <p:cNvCxnSpPr>
              <a:stCxn id="49" idx="2"/>
              <a:endCxn id="50" idx="1"/>
            </p:cNvCxnSpPr>
            <p:nvPr/>
          </p:nvCxnSpPr>
          <p:spPr>
            <a:xfrm rot="5400000" flipV="1">
              <a:off x="246063" y="2009458"/>
              <a:ext cx="2396490" cy="1602105"/>
            </a:xfrm>
            <a:prstGeom prst="bentConnector2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WPS Presentation</Application>
  <PresentationFormat>宽屏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</vt:lpstr>
      <vt:lpstr>Calibri</vt:lpstr>
      <vt:lpstr>Times New Roman</vt:lpstr>
      <vt:lpstr>Calibri</vt:lpstr>
      <vt:lpstr>等线</vt:lpstr>
      <vt:lpstr>Arial Unicode MS</vt:lpstr>
      <vt:lpstr>等线 Light</vt:lpstr>
      <vt:lpstr>Office 主题​​</vt:lpstr>
      <vt:lpstr>webwppDefTheme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Zhihao Lei16127</dc:creator>
  <cp:lastModifiedBy>litao0056</cp:lastModifiedBy>
  <cp:revision>12</cp:revision>
  <dcterms:created xsi:type="dcterms:W3CDTF">2026-09-11T02:54:00Z</dcterms:created>
  <dcterms:modified xsi:type="dcterms:W3CDTF">2026-09-29T09:28:47Z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1033-12.1.0.28485</vt:lpwstr>
  </property>
</Properties>
</file>